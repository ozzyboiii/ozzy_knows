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Kadović" userId="fd64513e-ec8c-4902-b57e-efd6018758d7" providerId="ADAL" clId="{D0CCD5FD-CC27-41BF-95D3-631E71766229}"/>
    <pc:docChg chg="modSld">
      <pc:chgData name="Ana Kadović" userId="fd64513e-ec8c-4902-b57e-efd6018758d7" providerId="ADAL" clId="{D0CCD5FD-CC27-41BF-95D3-631E71766229}" dt="2022-05-02T15:34:32.489" v="16" actId="20577"/>
      <pc:docMkLst>
        <pc:docMk/>
      </pc:docMkLst>
      <pc:sldChg chg="modSp mod">
        <pc:chgData name="Ana Kadović" userId="fd64513e-ec8c-4902-b57e-efd6018758d7" providerId="ADAL" clId="{D0CCD5FD-CC27-41BF-95D3-631E71766229}" dt="2022-05-02T15:34:19.242" v="2" actId="1076"/>
        <pc:sldMkLst>
          <pc:docMk/>
          <pc:sldMk cId="2065280147" sldId="259"/>
        </pc:sldMkLst>
        <pc:spChg chg="mod">
          <ac:chgData name="Ana Kadović" userId="fd64513e-ec8c-4902-b57e-efd6018758d7" providerId="ADAL" clId="{D0CCD5FD-CC27-41BF-95D3-631E71766229}" dt="2022-05-02T15:34:19.242" v="2" actId="1076"/>
          <ac:spMkLst>
            <pc:docMk/>
            <pc:sldMk cId="2065280147" sldId="259"/>
            <ac:spMk id="5" creationId="{9509C2A9-E100-4598-96EE-B5954A462B44}"/>
          </ac:spMkLst>
        </pc:spChg>
        <pc:spChg chg="mod">
          <ac:chgData name="Ana Kadović" userId="fd64513e-ec8c-4902-b57e-efd6018758d7" providerId="ADAL" clId="{D0CCD5FD-CC27-41BF-95D3-631E71766229}" dt="2022-05-02T15:34:09.673" v="1" actId="1076"/>
          <ac:spMkLst>
            <pc:docMk/>
            <pc:sldMk cId="2065280147" sldId="259"/>
            <ac:spMk id="7" creationId="{70612C97-84AF-4D5B-AD34-7607E25F2827}"/>
          </ac:spMkLst>
        </pc:spChg>
      </pc:sldChg>
      <pc:sldChg chg="modSp mod">
        <pc:chgData name="Ana Kadović" userId="fd64513e-ec8c-4902-b57e-efd6018758d7" providerId="ADAL" clId="{D0CCD5FD-CC27-41BF-95D3-631E71766229}" dt="2022-05-02T15:34:32.489" v="16" actId="20577"/>
        <pc:sldMkLst>
          <pc:docMk/>
          <pc:sldMk cId="827672159" sldId="268"/>
        </pc:sldMkLst>
        <pc:spChg chg="mod">
          <ac:chgData name="Ana Kadović" userId="fd64513e-ec8c-4902-b57e-efd6018758d7" providerId="ADAL" clId="{D0CCD5FD-CC27-41BF-95D3-631E71766229}" dt="2022-05-02T15:34:32.489" v="16" actId="20577"/>
          <ac:spMkLst>
            <pc:docMk/>
            <pc:sldMk cId="827672159" sldId="268"/>
            <ac:spMk id="2" creationId="{F166268D-1F93-447F-AD46-F3A36BC3E2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24596-5EC6-4B35-9585-AD138544F81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26007D-FAF5-4D95-9FBA-4E57E555CEB5}">
      <dgm:prSet/>
      <dgm:spPr/>
      <dgm:t>
        <a:bodyPr/>
        <a:lstStyle/>
        <a:p>
          <a:r>
            <a:rPr lang="hr-HR" dirty="0"/>
            <a:t>svaki jezik ima svoje viđenje zvukova koje životinje ispuštaju</a:t>
          </a:r>
          <a:endParaRPr lang="en-US" dirty="0"/>
        </a:p>
      </dgm:t>
    </dgm:pt>
    <dgm:pt modelId="{64309440-E3CB-4F8E-92BB-A691AFBE0F3D}" type="parTrans" cxnId="{2FE4491C-ABD1-45E3-8951-AFAE1D301387}">
      <dgm:prSet/>
      <dgm:spPr/>
      <dgm:t>
        <a:bodyPr/>
        <a:lstStyle/>
        <a:p>
          <a:endParaRPr lang="en-US"/>
        </a:p>
      </dgm:t>
    </dgm:pt>
    <dgm:pt modelId="{E24B6680-1AA5-4158-AB9D-C0047E9D6A99}" type="sibTrans" cxnId="{2FE4491C-ABD1-45E3-8951-AFAE1D301387}">
      <dgm:prSet/>
      <dgm:spPr/>
      <dgm:t>
        <a:bodyPr/>
        <a:lstStyle/>
        <a:p>
          <a:endParaRPr lang="en-US"/>
        </a:p>
      </dgm:t>
    </dgm:pt>
    <dgm:pt modelId="{60F50C8E-26E9-413A-9B42-CD8B90FC6FF8}">
      <dgm:prSet/>
      <dgm:spPr/>
      <dgm:t>
        <a:bodyPr/>
        <a:lstStyle/>
        <a:p>
          <a:r>
            <a:rPr lang="hr-HR" dirty="0"/>
            <a:t>rimske nam životinje, osim toga, pomažu da shvatimo kako su Rimljani izgovarali svoj jezik</a:t>
          </a:r>
          <a:endParaRPr lang="en-US" dirty="0"/>
        </a:p>
      </dgm:t>
    </dgm:pt>
    <dgm:pt modelId="{B9A58592-4354-42A1-8979-C27F5038656A}" type="parTrans" cxnId="{2AD8583A-28B0-435D-B168-9F1FEB6F0100}">
      <dgm:prSet/>
      <dgm:spPr/>
      <dgm:t>
        <a:bodyPr/>
        <a:lstStyle/>
        <a:p>
          <a:endParaRPr lang="en-US"/>
        </a:p>
      </dgm:t>
    </dgm:pt>
    <dgm:pt modelId="{0D9345AD-D564-4C90-AF49-780002F8FE89}" type="sibTrans" cxnId="{2AD8583A-28B0-435D-B168-9F1FEB6F0100}">
      <dgm:prSet/>
      <dgm:spPr/>
      <dgm:t>
        <a:bodyPr/>
        <a:lstStyle/>
        <a:p>
          <a:endParaRPr lang="en-US"/>
        </a:p>
      </dgm:t>
    </dgm:pt>
    <dgm:pt modelId="{5040FE3B-E80D-40BC-B845-B3D23EF6F0B1}" type="pres">
      <dgm:prSet presAssocID="{6FD24596-5EC6-4B35-9585-AD138544F812}" presName="linear" presStyleCnt="0">
        <dgm:presLayoutVars>
          <dgm:animLvl val="lvl"/>
          <dgm:resizeHandles val="exact"/>
        </dgm:presLayoutVars>
      </dgm:prSet>
      <dgm:spPr/>
    </dgm:pt>
    <dgm:pt modelId="{496349B5-41AF-4411-94CA-C0E72BEC57B5}" type="pres">
      <dgm:prSet presAssocID="{1926007D-FAF5-4D95-9FBA-4E57E555CE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94A61E0-63F9-4F66-85CD-D4DBEF3099DC}" type="pres">
      <dgm:prSet presAssocID="{E24B6680-1AA5-4158-AB9D-C0047E9D6A99}" presName="spacer" presStyleCnt="0"/>
      <dgm:spPr/>
    </dgm:pt>
    <dgm:pt modelId="{37342215-E146-43C0-AF67-C504312CD43F}" type="pres">
      <dgm:prSet presAssocID="{60F50C8E-26E9-413A-9B42-CD8B90FC6FF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FE4491C-ABD1-45E3-8951-AFAE1D301387}" srcId="{6FD24596-5EC6-4B35-9585-AD138544F812}" destId="{1926007D-FAF5-4D95-9FBA-4E57E555CEB5}" srcOrd="0" destOrd="0" parTransId="{64309440-E3CB-4F8E-92BB-A691AFBE0F3D}" sibTransId="{E24B6680-1AA5-4158-AB9D-C0047E9D6A99}"/>
    <dgm:cxn modelId="{2AD8583A-28B0-435D-B168-9F1FEB6F0100}" srcId="{6FD24596-5EC6-4B35-9585-AD138544F812}" destId="{60F50C8E-26E9-413A-9B42-CD8B90FC6FF8}" srcOrd="1" destOrd="0" parTransId="{B9A58592-4354-42A1-8979-C27F5038656A}" sibTransId="{0D9345AD-D564-4C90-AF49-780002F8FE89}"/>
    <dgm:cxn modelId="{BFAF7C40-322C-4048-9996-AB3724769A08}" type="presOf" srcId="{60F50C8E-26E9-413A-9B42-CD8B90FC6FF8}" destId="{37342215-E146-43C0-AF67-C504312CD43F}" srcOrd="0" destOrd="0" presId="urn:microsoft.com/office/officeart/2005/8/layout/vList2"/>
    <dgm:cxn modelId="{21A0EEF5-713E-4351-9494-6F69FE8E97ED}" type="presOf" srcId="{6FD24596-5EC6-4B35-9585-AD138544F812}" destId="{5040FE3B-E80D-40BC-B845-B3D23EF6F0B1}" srcOrd="0" destOrd="0" presId="urn:microsoft.com/office/officeart/2005/8/layout/vList2"/>
    <dgm:cxn modelId="{19D468FF-9753-4D3A-A7A6-25D7B1A884B3}" type="presOf" srcId="{1926007D-FAF5-4D95-9FBA-4E57E555CEB5}" destId="{496349B5-41AF-4411-94CA-C0E72BEC57B5}" srcOrd="0" destOrd="0" presId="urn:microsoft.com/office/officeart/2005/8/layout/vList2"/>
    <dgm:cxn modelId="{CD5FED75-FAB1-4242-A933-CE3B21B4A0E9}" type="presParOf" srcId="{5040FE3B-E80D-40BC-B845-B3D23EF6F0B1}" destId="{496349B5-41AF-4411-94CA-C0E72BEC57B5}" srcOrd="0" destOrd="0" presId="urn:microsoft.com/office/officeart/2005/8/layout/vList2"/>
    <dgm:cxn modelId="{5FF56FE4-E382-407E-A818-B6C2B26FFFAD}" type="presParOf" srcId="{5040FE3B-E80D-40BC-B845-B3D23EF6F0B1}" destId="{994A61E0-63F9-4F66-85CD-D4DBEF3099DC}" srcOrd="1" destOrd="0" presId="urn:microsoft.com/office/officeart/2005/8/layout/vList2"/>
    <dgm:cxn modelId="{8DE519AA-81D2-42EC-8632-E6DC266EDAFA}" type="presParOf" srcId="{5040FE3B-E80D-40BC-B845-B3D23EF6F0B1}" destId="{37342215-E146-43C0-AF67-C504312CD43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A29061-3443-45F7-B7B2-1777B4DD272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9F5B625-5D8B-4944-9FB0-D895CD17C8A3}">
      <dgm:prSet/>
      <dgm:spPr/>
      <dgm:t>
        <a:bodyPr/>
        <a:lstStyle/>
        <a:p>
          <a:r>
            <a:rPr lang="hr-HR" baseline="0" dirty="0"/>
            <a:t>KLASIFICIRATI SVOJU ŽIVOTINJU</a:t>
          </a:r>
          <a:endParaRPr lang="en-US" dirty="0"/>
        </a:p>
      </dgm:t>
    </dgm:pt>
    <dgm:pt modelId="{365A7288-08BD-4CF2-9913-C7847F78F116}" type="parTrans" cxnId="{F4A0720A-71B3-425F-B65B-D275B7EED725}">
      <dgm:prSet/>
      <dgm:spPr/>
      <dgm:t>
        <a:bodyPr/>
        <a:lstStyle/>
        <a:p>
          <a:endParaRPr lang="en-US"/>
        </a:p>
      </dgm:t>
    </dgm:pt>
    <dgm:pt modelId="{EF4D622D-DFA2-46EF-ABE2-574F1E9896F6}" type="sibTrans" cxnId="{F4A0720A-71B3-425F-B65B-D275B7EED72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244DF0-764A-400E-8F9E-8B5A61A11B1D}">
      <dgm:prSet/>
      <dgm:spPr/>
      <dgm:t>
        <a:bodyPr/>
        <a:lstStyle/>
        <a:p>
          <a:r>
            <a:rPr lang="hr-HR" baseline="0"/>
            <a:t>PREVESTI PJESMU NA HRVATSKI</a:t>
          </a:r>
          <a:endParaRPr lang="en-US"/>
        </a:p>
      </dgm:t>
    </dgm:pt>
    <dgm:pt modelId="{D33A022E-255E-4369-94FA-F1CB14F438AC}" type="parTrans" cxnId="{9949E486-D580-464B-927F-808DE21C6741}">
      <dgm:prSet/>
      <dgm:spPr/>
      <dgm:t>
        <a:bodyPr/>
        <a:lstStyle/>
        <a:p>
          <a:endParaRPr lang="en-US"/>
        </a:p>
      </dgm:t>
    </dgm:pt>
    <dgm:pt modelId="{71594F64-166B-476A-BAC8-34D227A03C5B}" type="sibTrans" cxnId="{9949E486-D580-464B-927F-808DE21C674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4D4DB05-3257-4487-B6D0-3BA4FB17A8E9}">
      <dgm:prSet/>
      <dgm:spPr/>
      <dgm:t>
        <a:bodyPr/>
        <a:lstStyle/>
        <a:p>
          <a:r>
            <a:rPr lang="hr-HR" baseline="0" dirty="0"/>
            <a:t>NEOBAVEZAN DIO: PREVESTI PJESMU NA ENGLESKI</a:t>
          </a:r>
          <a:endParaRPr lang="en-US" dirty="0"/>
        </a:p>
      </dgm:t>
    </dgm:pt>
    <dgm:pt modelId="{FC2F5549-4098-47E9-B44D-E3DBD243635D}" type="parTrans" cxnId="{E0F668C4-9A63-40E8-B8E1-745DA48DABFD}">
      <dgm:prSet/>
      <dgm:spPr/>
      <dgm:t>
        <a:bodyPr/>
        <a:lstStyle/>
        <a:p>
          <a:endParaRPr lang="en-US"/>
        </a:p>
      </dgm:t>
    </dgm:pt>
    <dgm:pt modelId="{E1F8424D-06D4-421C-B5DB-917C4B0CFD78}" type="sibTrans" cxnId="{E0F668C4-9A63-40E8-B8E1-745DA48DABF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3ECC295-2CD8-4085-8EBC-4F8691567B02}">
      <dgm:prSet/>
      <dgm:spPr/>
      <dgm:t>
        <a:bodyPr/>
        <a:lstStyle/>
        <a:p>
          <a:r>
            <a:rPr lang="hr-HR" dirty="0"/>
            <a:t>TEKST: BESTIAE ET HOMINES - dovršiti</a:t>
          </a:r>
          <a:endParaRPr lang="en-US" dirty="0"/>
        </a:p>
      </dgm:t>
    </dgm:pt>
    <dgm:pt modelId="{EC22CB64-D1A6-43CD-B53F-DD335AC26874}" type="parTrans" cxnId="{A088543B-8E9E-4A2B-B4B7-427EF24A9C9B}">
      <dgm:prSet/>
      <dgm:spPr/>
      <dgm:t>
        <a:bodyPr/>
        <a:lstStyle/>
        <a:p>
          <a:endParaRPr lang="hr-HR"/>
        </a:p>
      </dgm:t>
    </dgm:pt>
    <dgm:pt modelId="{0280C111-4705-4888-A264-16300FF9D714}" type="sibTrans" cxnId="{A088543B-8E9E-4A2B-B4B7-427EF24A9C9B}">
      <dgm:prSet phldrT="4" phldr="0"/>
      <dgm:spPr/>
      <dgm:t>
        <a:bodyPr/>
        <a:lstStyle/>
        <a:p>
          <a:r>
            <a:rPr lang="hr-HR"/>
            <a:t>4</a:t>
          </a:r>
        </a:p>
      </dgm:t>
    </dgm:pt>
    <dgm:pt modelId="{1C88989D-3F7B-4C5D-AF7F-B4BF14D0EC71}" type="pres">
      <dgm:prSet presAssocID="{0DA29061-3443-45F7-B7B2-1777B4DD272E}" presName="Name0" presStyleCnt="0">
        <dgm:presLayoutVars>
          <dgm:animLvl val="lvl"/>
          <dgm:resizeHandles val="exact"/>
        </dgm:presLayoutVars>
      </dgm:prSet>
      <dgm:spPr/>
    </dgm:pt>
    <dgm:pt modelId="{DCDF61BB-25F5-4AFA-B383-229D0062430B}" type="pres">
      <dgm:prSet presAssocID="{29F5B625-5D8B-4944-9FB0-D895CD17C8A3}" presName="compositeNode" presStyleCnt="0">
        <dgm:presLayoutVars>
          <dgm:bulletEnabled val="1"/>
        </dgm:presLayoutVars>
      </dgm:prSet>
      <dgm:spPr/>
    </dgm:pt>
    <dgm:pt modelId="{D2A50DAE-45B0-4AED-8583-70C8DED1C4DB}" type="pres">
      <dgm:prSet presAssocID="{29F5B625-5D8B-4944-9FB0-D895CD17C8A3}" presName="bgRect" presStyleLbl="bgAccFollowNode1" presStyleIdx="0" presStyleCnt="4"/>
      <dgm:spPr/>
    </dgm:pt>
    <dgm:pt modelId="{F81B63A0-28B7-45C2-ABCF-0B8EA1A78FC3}" type="pres">
      <dgm:prSet presAssocID="{EF4D622D-DFA2-46EF-ABE2-574F1E9896F6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85AEB0C-4B60-487F-9DBE-B33CE985F6E9}" type="pres">
      <dgm:prSet presAssocID="{29F5B625-5D8B-4944-9FB0-D895CD17C8A3}" presName="bottomLine" presStyleLbl="alignNode1" presStyleIdx="1" presStyleCnt="8">
        <dgm:presLayoutVars/>
      </dgm:prSet>
      <dgm:spPr/>
    </dgm:pt>
    <dgm:pt modelId="{1862EE59-EF4F-4CF7-83BF-849A1E948765}" type="pres">
      <dgm:prSet presAssocID="{29F5B625-5D8B-4944-9FB0-D895CD17C8A3}" presName="nodeText" presStyleLbl="bgAccFollowNode1" presStyleIdx="0" presStyleCnt="4">
        <dgm:presLayoutVars>
          <dgm:bulletEnabled val="1"/>
        </dgm:presLayoutVars>
      </dgm:prSet>
      <dgm:spPr/>
    </dgm:pt>
    <dgm:pt modelId="{B33BD487-0B7A-4682-AF6A-AE6ABD637CDD}" type="pres">
      <dgm:prSet presAssocID="{EF4D622D-DFA2-46EF-ABE2-574F1E9896F6}" presName="sibTrans" presStyleCnt="0"/>
      <dgm:spPr/>
    </dgm:pt>
    <dgm:pt modelId="{D8B2302E-ADBC-43A0-82AA-5DB9F8F5314F}" type="pres">
      <dgm:prSet presAssocID="{9A244DF0-764A-400E-8F9E-8B5A61A11B1D}" presName="compositeNode" presStyleCnt="0">
        <dgm:presLayoutVars>
          <dgm:bulletEnabled val="1"/>
        </dgm:presLayoutVars>
      </dgm:prSet>
      <dgm:spPr/>
    </dgm:pt>
    <dgm:pt modelId="{D3F37D82-803F-4D20-854A-296C67D85465}" type="pres">
      <dgm:prSet presAssocID="{9A244DF0-764A-400E-8F9E-8B5A61A11B1D}" presName="bgRect" presStyleLbl="bgAccFollowNode1" presStyleIdx="1" presStyleCnt="4"/>
      <dgm:spPr/>
    </dgm:pt>
    <dgm:pt modelId="{61A96DA7-3531-4137-AC68-752550E8B1BD}" type="pres">
      <dgm:prSet presAssocID="{71594F64-166B-476A-BAC8-34D227A03C5B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F80DCBC-2B20-4484-A2B3-0BF976A9EE9D}" type="pres">
      <dgm:prSet presAssocID="{9A244DF0-764A-400E-8F9E-8B5A61A11B1D}" presName="bottomLine" presStyleLbl="alignNode1" presStyleIdx="3" presStyleCnt="8">
        <dgm:presLayoutVars/>
      </dgm:prSet>
      <dgm:spPr/>
    </dgm:pt>
    <dgm:pt modelId="{46B39BC3-1C55-40C6-B0DA-5D43C4051EC1}" type="pres">
      <dgm:prSet presAssocID="{9A244DF0-764A-400E-8F9E-8B5A61A11B1D}" presName="nodeText" presStyleLbl="bgAccFollowNode1" presStyleIdx="1" presStyleCnt="4">
        <dgm:presLayoutVars>
          <dgm:bulletEnabled val="1"/>
        </dgm:presLayoutVars>
      </dgm:prSet>
      <dgm:spPr/>
    </dgm:pt>
    <dgm:pt modelId="{66A7C310-D2B5-4B22-977F-1DD9ECC635D7}" type="pres">
      <dgm:prSet presAssocID="{71594F64-166B-476A-BAC8-34D227A03C5B}" presName="sibTrans" presStyleCnt="0"/>
      <dgm:spPr/>
    </dgm:pt>
    <dgm:pt modelId="{D65E01A7-9D09-47BB-98CD-A16A7F40D6C7}" type="pres">
      <dgm:prSet presAssocID="{44D4DB05-3257-4487-B6D0-3BA4FB17A8E9}" presName="compositeNode" presStyleCnt="0">
        <dgm:presLayoutVars>
          <dgm:bulletEnabled val="1"/>
        </dgm:presLayoutVars>
      </dgm:prSet>
      <dgm:spPr/>
    </dgm:pt>
    <dgm:pt modelId="{0100DBAA-E422-4916-9652-A0F70C68128D}" type="pres">
      <dgm:prSet presAssocID="{44D4DB05-3257-4487-B6D0-3BA4FB17A8E9}" presName="bgRect" presStyleLbl="bgAccFollowNode1" presStyleIdx="2" presStyleCnt="4"/>
      <dgm:spPr/>
    </dgm:pt>
    <dgm:pt modelId="{F2DE545E-3B1E-4CDE-B166-B385F068E262}" type="pres">
      <dgm:prSet presAssocID="{E1F8424D-06D4-421C-B5DB-917C4B0CFD7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4B10BAF-E0F5-4553-AF65-7826F66E68DB}" type="pres">
      <dgm:prSet presAssocID="{44D4DB05-3257-4487-B6D0-3BA4FB17A8E9}" presName="bottomLine" presStyleLbl="alignNode1" presStyleIdx="5" presStyleCnt="8">
        <dgm:presLayoutVars/>
      </dgm:prSet>
      <dgm:spPr/>
    </dgm:pt>
    <dgm:pt modelId="{A0F3090B-317B-4F45-8329-6C693F5A201F}" type="pres">
      <dgm:prSet presAssocID="{44D4DB05-3257-4487-B6D0-3BA4FB17A8E9}" presName="nodeText" presStyleLbl="bgAccFollowNode1" presStyleIdx="2" presStyleCnt="4">
        <dgm:presLayoutVars>
          <dgm:bulletEnabled val="1"/>
        </dgm:presLayoutVars>
      </dgm:prSet>
      <dgm:spPr/>
    </dgm:pt>
    <dgm:pt modelId="{1237DD26-E3EF-4749-A68B-D4C1E2B030C2}" type="pres">
      <dgm:prSet presAssocID="{E1F8424D-06D4-421C-B5DB-917C4B0CFD78}" presName="sibTrans" presStyleCnt="0"/>
      <dgm:spPr/>
    </dgm:pt>
    <dgm:pt modelId="{ABEC3B9F-121D-4577-8CC0-95AFF353C56D}" type="pres">
      <dgm:prSet presAssocID="{53ECC295-2CD8-4085-8EBC-4F8691567B02}" presName="compositeNode" presStyleCnt="0">
        <dgm:presLayoutVars>
          <dgm:bulletEnabled val="1"/>
        </dgm:presLayoutVars>
      </dgm:prSet>
      <dgm:spPr/>
    </dgm:pt>
    <dgm:pt modelId="{B28B8992-E70A-4E1A-B548-C5DE1B1D670E}" type="pres">
      <dgm:prSet presAssocID="{53ECC295-2CD8-4085-8EBC-4F8691567B02}" presName="bgRect" presStyleLbl="bgAccFollowNode1" presStyleIdx="3" presStyleCnt="4"/>
      <dgm:spPr/>
    </dgm:pt>
    <dgm:pt modelId="{0981312B-796F-4CC9-889D-8D94A37F4234}" type="pres">
      <dgm:prSet presAssocID="{0280C111-4705-4888-A264-16300FF9D71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A556C7A1-A685-4CE3-BEF2-1FB99FEC443A}" type="pres">
      <dgm:prSet presAssocID="{53ECC295-2CD8-4085-8EBC-4F8691567B02}" presName="bottomLine" presStyleLbl="alignNode1" presStyleIdx="7" presStyleCnt="8">
        <dgm:presLayoutVars/>
      </dgm:prSet>
      <dgm:spPr/>
    </dgm:pt>
    <dgm:pt modelId="{D5C393F8-BED3-4DFD-958C-B7A213817467}" type="pres">
      <dgm:prSet presAssocID="{53ECC295-2CD8-4085-8EBC-4F8691567B0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7F53AD00-4F1A-4559-996C-345563685920}" type="presOf" srcId="{0280C111-4705-4888-A264-16300FF9D714}" destId="{0981312B-796F-4CC9-889D-8D94A37F4234}" srcOrd="0" destOrd="0" presId="urn:microsoft.com/office/officeart/2016/7/layout/BasicLinearProcessNumbered"/>
    <dgm:cxn modelId="{F4A0720A-71B3-425F-B65B-D275B7EED725}" srcId="{0DA29061-3443-45F7-B7B2-1777B4DD272E}" destId="{29F5B625-5D8B-4944-9FB0-D895CD17C8A3}" srcOrd="0" destOrd="0" parTransId="{365A7288-08BD-4CF2-9913-C7847F78F116}" sibTransId="{EF4D622D-DFA2-46EF-ABE2-574F1E9896F6}"/>
    <dgm:cxn modelId="{59E1340D-4E5F-4F54-9D94-ABA53315E99E}" type="presOf" srcId="{29F5B625-5D8B-4944-9FB0-D895CD17C8A3}" destId="{1862EE59-EF4F-4CF7-83BF-849A1E948765}" srcOrd="1" destOrd="0" presId="urn:microsoft.com/office/officeart/2016/7/layout/BasicLinearProcessNumbered"/>
    <dgm:cxn modelId="{E5EFFE0D-3123-467E-A211-A7FA9C9A0AE5}" type="presOf" srcId="{53ECC295-2CD8-4085-8EBC-4F8691567B02}" destId="{B28B8992-E70A-4E1A-B548-C5DE1B1D670E}" srcOrd="0" destOrd="0" presId="urn:microsoft.com/office/officeart/2016/7/layout/BasicLinearProcessNumbered"/>
    <dgm:cxn modelId="{AFFE7817-4D5C-499B-8D2C-2C10F945C9EF}" type="presOf" srcId="{71594F64-166B-476A-BAC8-34D227A03C5B}" destId="{61A96DA7-3531-4137-AC68-752550E8B1BD}" srcOrd="0" destOrd="0" presId="urn:microsoft.com/office/officeart/2016/7/layout/BasicLinearProcessNumbered"/>
    <dgm:cxn modelId="{A088543B-8E9E-4A2B-B4B7-427EF24A9C9B}" srcId="{0DA29061-3443-45F7-B7B2-1777B4DD272E}" destId="{53ECC295-2CD8-4085-8EBC-4F8691567B02}" srcOrd="3" destOrd="0" parTransId="{EC22CB64-D1A6-43CD-B53F-DD335AC26874}" sibTransId="{0280C111-4705-4888-A264-16300FF9D714}"/>
    <dgm:cxn modelId="{CFA89869-EB87-433B-91A3-23D0FF597A32}" type="presOf" srcId="{53ECC295-2CD8-4085-8EBC-4F8691567B02}" destId="{D5C393F8-BED3-4DFD-958C-B7A213817467}" srcOrd="1" destOrd="0" presId="urn:microsoft.com/office/officeart/2016/7/layout/BasicLinearProcessNumbered"/>
    <dgm:cxn modelId="{4F17DD5A-2166-410B-86E3-77D200DC13FA}" type="presOf" srcId="{E1F8424D-06D4-421C-B5DB-917C4B0CFD78}" destId="{F2DE545E-3B1E-4CDE-B166-B385F068E262}" srcOrd="0" destOrd="0" presId="urn:microsoft.com/office/officeart/2016/7/layout/BasicLinearProcessNumbered"/>
    <dgm:cxn modelId="{E217B486-BD19-4CAA-8890-15805E4C4C32}" type="presOf" srcId="{EF4D622D-DFA2-46EF-ABE2-574F1E9896F6}" destId="{F81B63A0-28B7-45C2-ABCF-0B8EA1A78FC3}" srcOrd="0" destOrd="0" presId="urn:microsoft.com/office/officeart/2016/7/layout/BasicLinearProcessNumbered"/>
    <dgm:cxn modelId="{9949E486-D580-464B-927F-808DE21C6741}" srcId="{0DA29061-3443-45F7-B7B2-1777B4DD272E}" destId="{9A244DF0-764A-400E-8F9E-8B5A61A11B1D}" srcOrd="1" destOrd="0" parTransId="{D33A022E-255E-4369-94FA-F1CB14F438AC}" sibTransId="{71594F64-166B-476A-BAC8-34D227A03C5B}"/>
    <dgm:cxn modelId="{C02DAB87-E9EF-4100-98D0-2907606CC11A}" type="presOf" srcId="{9A244DF0-764A-400E-8F9E-8B5A61A11B1D}" destId="{D3F37D82-803F-4D20-854A-296C67D85465}" srcOrd="0" destOrd="0" presId="urn:microsoft.com/office/officeart/2016/7/layout/BasicLinearProcessNumbered"/>
    <dgm:cxn modelId="{6AD7F5A8-901E-4569-9D4A-B022902586E9}" type="presOf" srcId="{29F5B625-5D8B-4944-9FB0-D895CD17C8A3}" destId="{D2A50DAE-45B0-4AED-8583-70C8DED1C4DB}" srcOrd="0" destOrd="0" presId="urn:microsoft.com/office/officeart/2016/7/layout/BasicLinearProcessNumbered"/>
    <dgm:cxn modelId="{A2C261B4-0000-4BDB-9BA9-34C778F16CA2}" type="presOf" srcId="{44D4DB05-3257-4487-B6D0-3BA4FB17A8E9}" destId="{0100DBAA-E422-4916-9652-A0F70C68128D}" srcOrd="0" destOrd="0" presId="urn:microsoft.com/office/officeart/2016/7/layout/BasicLinearProcessNumbered"/>
    <dgm:cxn modelId="{05E9AEBF-DA17-4972-8A54-4955CFDA5AF3}" type="presOf" srcId="{9A244DF0-764A-400E-8F9E-8B5A61A11B1D}" destId="{46B39BC3-1C55-40C6-B0DA-5D43C4051EC1}" srcOrd="1" destOrd="0" presId="urn:microsoft.com/office/officeart/2016/7/layout/BasicLinearProcessNumbered"/>
    <dgm:cxn modelId="{E0F668C4-9A63-40E8-B8E1-745DA48DABFD}" srcId="{0DA29061-3443-45F7-B7B2-1777B4DD272E}" destId="{44D4DB05-3257-4487-B6D0-3BA4FB17A8E9}" srcOrd="2" destOrd="0" parTransId="{FC2F5549-4098-47E9-B44D-E3DBD243635D}" sibTransId="{E1F8424D-06D4-421C-B5DB-917C4B0CFD78}"/>
    <dgm:cxn modelId="{3B2002D4-F0CF-4B19-A578-F66AA73500CB}" type="presOf" srcId="{0DA29061-3443-45F7-B7B2-1777B4DD272E}" destId="{1C88989D-3F7B-4C5D-AF7F-B4BF14D0EC71}" srcOrd="0" destOrd="0" presId="urn:microsoft.com/office/officeart/2016/7/layout/BasicLinearProcessNumbered"/>
    <dgm:cxn modelId="{E3C578E0-982D-4AB1-8804-BA8C407B0134}" type="presOf" srcId="{44D4DB05-3257-4487-B6D0-3BA4FB17A8E9}" destId="{A0F3090B-317B-4F45-8329-6C693F5A201F}" srcOrd="1" destOrd="0" presId="urn:microsoft.com/office/officeart/2016/7/layout/BasicLinearProcessNumbered"/>
    <dgm:cxn modelId="{75150619-890B-4219-AB1B-24D2421887C5}" type="presParOf" srcId="{1C88989D-3F7B-4C5D-AF7F-B4BF14D0EC71}" destId="{DCDF61BB-25F5-4AFA-B383-229D0062430B}" srcOrd="0" destOrd="0" presId="urn:microsoft.com/office/officeart/2016/7/layout/BasicLinearProcessNumbered"/>
    <dgm:cxn modelId="{4E2C5253-232B-4243-846F-4966A81757BB}" type="presParOf" srcId="{DCDF61BB-25F5-4AFA-B383-229D0062430B}" destId="{D2A50DAE-45B0-4AED-8583-70C8DED1C4DB}" srcOrd="0" destOrd="0" presId="urn:microsoft.com/office/officeart/2016/7/layout/BasicLinearProcessNumbered"/>
    <dgm:cxn modelId="{A6B4EE78-D7E5-4C57-AD96-223F0B6E5B80}" type="presParOf" srcId="{DCDF61BB-25F5-4AFA-B383-229D0062430B}" destId="{F81B63A0-28B7-45C2-ABCF-0B8EA1A78FC3}" srcOrd="1" destOrd="0" presId="urn:microsoft.com/office/officeart/2016/7/layout/BasicLinearProcessNumbered"/>
    <dgm:cxn modelId="{B0691CCF-1628-4D61-BBCE-61DF48B5F406}" type="presParOf" srcId="{DCDF61BB-25F5-4AFA-B383-229D0062430B}" destId="{A85AEB0C-4B60-487F-9DBE-B33CE985F6E9}" srcOrd="2" destOrd="0" presId="urn:microsoft.com/office/officeart/2016/7/layout/BasicLinearProcessNumbered"/>
    <dgm:cxn modelId="{6B5CBD5D-1FD1-4A84-AB59-C1B239C1088A}" type="presParOf" srcId="{DCDF61BB-25F5-4AFA-B383-229D0062430B}" destId="{1862EE59-EF4F-4CF7-83BF-849A1E948765}" srcOrd="3" destOrd="0" presId="urn:microsoft.com/office/officeart/2016/7/layout/BasicLinearProcessNumbered"/>
    <dgm:cxn modelId="{EC603A38-E96C-4E80-997E-F798DE282197}" type="presParOf" srcId="{1C88989D-3F7B-4C5D-AF7F-B4BF14D0EC71}" destId="{B33BD487-0B7A-4682-AF6A-AE6ABD637CDD}" srcOrd="1" destOrd="0" presId="urn:microsoft.com/office/officeart/2016/7/layout/BasicLinearProcessNumbered"/>
    <dgm:cxn modelId="{7571DEBD-58EF-4F56-B2B8-BB7530B43FDE}" type="presParOf" srcId="{1C88989D-3F7B-4C5D-AF7F-B4BF14D0EC71}" destId="{D8B2302E-ADBC-43A0-82AA-5DB9F8F5314F}" srcOrd="2" destOrd="0" presId="urn:microsoft.com/office/officeart/2016/7/layout/BasicLinearProcessNumbered"/>
    <dgm:cxn modelId="{64AB8FBA-BA2C-4E29-B992-70FD0AC8CEBA}" type="presParOf" srcId="{D8B2302E-ADBC-43A0-82AA-5DB9F8F5314F}" destId="{D3F37D82-803F-4D20-854A-296C67D85465}" srcOrd="0" destOrd="0" presId="urn:microsoft.com/office/officeart/2016/7/layout/BasicLinearProcessNumbered"/>
    <dgm:cxn modelId="{452EC118-AEDF-4F76-B96B-3F245FAC9B07}" type="presParOf" srcId="{D8B2302E-ADBC-43A0-82AA-5DB9F8F5314F}" destId="{61A96DA7-3531-4137-AC68-752550E8B1BD}" srcOrd="1" destOrd="0" presId="urn:microsoft.com/office/officeart/2016/7/layout/BasicLinearProcessNumbered"/>
    <dgm:cxn modelId="{B6C11707-FACB-489D-A7AC-D892A3DAAB73}" type="presParOf" srcId="{D8B2302E-ADBC-43A0-82AA-5DB9F8F5314F}" destId="{7F80DCBC-2B20-4484-A2B3-0BF976A9EE9D}" srcOrd="2" destOrd="0" presId="urn:microsoft.com/office/officeart/2016/7/layout/BasicLinearProcessNumbered"/>
    <dgm:cxn modelId="{4F816F0B-7F09-4DAB-B807-572B00B5230E}" type="presParOf" srcId="{D8B2302E-ADBC-43A0-82AA-5DB9F8F5314F}" destId="{46B39BC3-1C55-40C6-B0DA-5D43C4051EC1}" srcOrd="3" destOrd="0" presId="urn:microsoft.com/office/officeart/2016/7/layout/BasicLinearProcessNumbered"/>
    <dgm:cxn modelId="{3DE35880-9CD0-4EDC-8E3D-B9238CEAB89B}" type="presParOf" srcId="{1C88989D-3F7B-4C5D-AF7F-B4BF14D0EC71}" destId="{66A7C310-D2B5-4B22-977F-1DD9ECC635D7}" srcOrd="3" destOrd="0" presId="urn:microsoft.com/office/officeart/2016/7/layout/BasicLinearProcessNumbered"/>
    <dgm:cxn modelId="{8C25899A-A470-40EC-A37F-096509282F49}" type="presParOf" srcId="{1C88989D-3F7B-4C5D-AF7F-B4BF14D0EC71}" destId="{D65E01A7-9D09-47BB-98CD-A16A7F40D6C7}" srcOrd="4" destOrd="0" presId="urn:microsoft.com/office/officeart/2016/7/layout/BasicLinearProcessNumbered"/>
    <dgm:cxn modelId="{0A433217-1579-4AF7-A152-ADF323676B8E}" type="presParOf" srcId="{D65E01A7-9D09-47BB-98CD-A16A7F40D6C7}" destId="{0100DBAA-E422-4916-9652-A0F70C68128D}" srcOrd="0" destOrd="0" presId="urn:microsoft.com/office/officeart/2016/7/layout/BasicLinearProcessNumbered"/>
    <dgm:cxn modelId="{CE05FE8B-8ED7-40CF-B219-6D086B532392}" type="presParOf" srcId="{D65E01A7-9D09-47BB-98CD-A16A7F40D6C7}" destId="{F2DE545E-3B1E-4CDE-B166-B385F068E262}" srcOrd="1" destOrd="0" presId="urn:microsoft.com/office/officeart/2016/7/layout/BasicLinearProcessNumbered"/>
    <dgm:cxn modelId="{B53D7040-847C-49FE-8124-ECCBBF636EF0}" type="presParOf" srcId="{D65E01A7-9D09-47BB-98CD-A16A7F40D6C7}" destId="{D4B10BAF-E0F5-4553-AF65-7826F66E68DB}" srcOrd="2" destOrd="0" presId="urn:microsoft.com/office/officeart/2016/7/layout/BasicLinearProcessNumbered"/>
    <dgm:cxn modelId="{16019134-914F-4928-9085-57832673EC51}" type="presParOf" srcId="{D65E01A7-9D09-47BB-98CD-A16A7F40D6C7}" destId="{A0F3090B-317B-4F45-8329-6C693F5A201F}" srcOrd="3" destOrd="0" presId="urn:microsoft.com/office/officeart/2016/7/layout/BasicLinearProcessNumbered"/>
    <dgm:cxn modelId="{5C6370E5-6516-41CA-8BFA-83C492B08E0A}" type="presParOf" srcId="{1C88989D-3F7B-4C5D-AF7F-B4BF14D0EC71}" destId="{1237DD26-E3EF-4749-A68B-D4C1E2B030C2}" srcOrd="5" destOrd="0" presId="urn:microsoft.com/office/officeart/2016/7/layout/BasicLinearProcessNumbered"/>
    <dgm:cxn modelId="{42EF267E-817A-4CBE-8D66-3730DF8EA518}" type="presParOf" srcId="{1C88989D-3F7B-4C5D-AF7F-B4BF14D0EC71}" destId="{ABEC3B9F-121D-4577-8CC0-95AFF353C56D}" srcOrd="6" destOrd="0" presId="urn:microsoft.com/office/officeart/2016/7/layout/BasicLinearProcessNumbered"/>
    <dgm:cxn modelId="{7E587DDB-9463-4373-9A58-A3D1F2F71D59}" type="presParOf" srcId="{ABEC3B9F-121D-4577-8CC0-95AFF353C56D}" destId="{B28B8992-E70A-4E1A-B548-C5DE1B1D670E}" srcOrd="0" destOrd="0" presId="urn:microsoft.com/office/officeart/2016/7/layout/BasicLinearProcessNumbered"/>
    <dgm:cxn modelId="{A67282EF-A80D-4F31-986A-E60F019B1EEC}" type="presParOf" srcId="{ABEC3B9F-121D-4577-8CC0-95AFF353C56D}" destId="{0981312B-796F-4CC9-889D-8D94A37F4234}" srcOrd="1" destOrd="0" presId="urn:microsoft.com/office/officeart/2016/7/layout/BasicLinearProcessNumbered"/>
    <dgm:cxn modelId="{65B796A3-8FC4-46D0-999D-026866297FD2}" type="presParOf" srcId="{ABEC3B9F-121D-4577-8CC0-95AFF353C56D}" destId="{A556C7A1-A685-4CE3-BEF2-1FB99FEC443A}" srcOrd="2" destOrd="0" presId="urn:microsoft.com/office/officeart/2016/7/layout/BasicLinearProcessNumbered"/>
    <dgm:cxn modelId="{6494A435-2DFA-4A4C-8708-2A6A5EF785BC}" type="presParOf" srcId="{ABEC3B9F-121D-4577-8CC0-95AFF353C56D}" destId="{D5C393F8-BED3-4DFD-958C-B7A21381746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349B5-41AF-4411-94CA-C0E72BEC57B5}">
      <dsp:nvSpPr>
        <dsp:cNvPr id="0" name=""/>
        <dsp:cNvSpPr/>
      </dsp:nvSpPr>
      <dsp:spPr>
        <a:xfrm>
          <a:off x="0" y="122908"/>
          <a:ext cx="7783827" cy="224420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500" kern="1200" dirty="0"/>
            <a:t>svaki jezik ima svoje viđenje zvukova koje životinje ispuštaju</a:t>
          </a:r>
          <a:endParaRPr lang="en-US" sz="4500" kern="1200" dirty="0"/>
        </a:p>
      </dsp:txBody>
      <dsp:txXfrm>
        <a:off x="109553" y="232461"/>
        <a:ext cx="7564721" cy="2025100"/>
      </dsp:txXfrm>
    </dsp:sp>
    <dsp:sp modelId="{37342215-E146-43C0-AF67-C504312CD43F}">
      <dsp:nvSpPr>
        <dsp:cNvPr id="0" name=""/>
        <dsp:cNvSpPr/>
      </dsp:nvSpPr>
      <dsp:spPr>
        <a:xfrm>
          <a:off x="0" y="2496714"/>
          <a:ext cx="7783827" cy="2244206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500" kern="1200" dirty="0"/>
            <a:t>rimske nam životinje, osim toga, pomažu da shvatimo kako su Rimljani izgovarali svoj jezik</a:t>
          </a:r>
          <a:endParaRPr lang="en-US" sz="4500" kern="1200" dirty="0"/>
        </a:p>
      </dsp:txBody>
      <dsp:txXfrm>
        <a:off x="109553" y="2606267"/>
        <a:ext cx="7564721" cy="2025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50DAE-45B0-4AED-8583-70C8DED1C4DB}">
      <dsp:nvSpPr>
        <dsp:cNvPr id="0" name=""/>
        <dsp:cNvSpPr/>
      </dsp:nvSpPr>
      <dsp:spPr>
        <a:xfrm>
          <a:off x="3036" y="0"/>
          <a:ext cx="2408634" cy="302906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87" tIns="330200" rIns="18778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300" kern="1200" baseline="0" dirty="0"/>
            <a:t>KLASIFICIRATI SVOJU ŽIVOTINJU</a:t>
          </a:r>
          <a:endParaRPr lang="en-US" sz="2300" kern="1200" dirty="0"/>
        </a:p>
      </dsp:txBody>
      <dsp:txXfrm>
        <a:off x="3036" y="1151045"/>
        <a:ext cx="2408634" cy="1817440"/>
      </dsp:txXfrm>
    </dsp:sp>
    <dsp:sp modelId="{F81B63A0-28B7-45C2-ABCF-0B8EA1A78FC3}">
      <dsp:nvSpPr>
        <dsp:cNvPr id="0" name=""/>
        <dsp:cNvSpPr/>
      </dsp:nvSpPr>
      <dsp:spPr>
        <a:xfrm>
          <a:off x="752993" y="302906"/>
          <a:ext cx="908720" cy="9087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847" tIns="12700" rIns="7084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86072" y="435985"/>
        <a:ext cx="642562" cy="642562"/>
      </dsp:txXfrm>
    </dsp:sp>
    <dsp:sp modelId="{A85AEB0C-4B60-487F-9DBE-B33CE985F6E9}">
      <dsp:nvSpPr>
        <dsp:cNvPr id="0" name=""/>
        <dsp:cNvSpPr/>
      </dsp:nvSpPr>
      <dsp:spPr>
        <a:xfrm>
          <a:off x="3036" y="3028995"/>
          <a:ext cx="24086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37D82-803F-4D20-854A-296C67D85465}">
      <dsp:nvSpPr>
        <dsp:cNvPr id="0" name=""/>
        <dsp:cNvSpPr/>
      </dsp:nvSpPr>
      <dsp:spPr>
        <a:xfrm>
          <a:off x="2652533" y="0"/>
          <a:ext cx="2408634" cy="302906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87" tIns="330200" rIns="18778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300" kern="1200" baseline="0"/>
            <a:t>PREVESTI PJESMU NA HRVATSKI</a:t>
          </a:r>
          <a:endParaRPr lang="en-US" sz="2300" kern="1200"/>
        </a:p>
      </dsp:txBody>
      <dsp:txXfrm>
        <a:off x="2652533" y="1151045"/>
        <a:ext cx="2408634" cy="1817440"/>
      </dsp:txXfrm>
    </dsp:sp>
    <dsp:sp modelId="{61A96DA7-3531-4137-AC68-752550E8B1BD}">
      <dsp:nvSpPr>
        <dsp:cNvPr id="0" name=""/>
        <dsp:cNvSpPr/>
      </dsp:nvSpPr>
      <dsp:spPr>
        <a:xfrm>
          <a:off x="3402491" y="302906"/>
          <a:ext cx="908720" cy="9087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847" tIns="12700" rIns="7084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35570" y="435985"/>
        <a:ext cx="642562" cy="642562"/>
      </dsp:txXfrm>
    </dsp:sp>
    <dsp:sp modelId="{7F80DCBC-2B20-4484-A2B3-0BF976A9EE9D}">
      <dsp:nvSpPr>
        <dsp:cNvPr id="0" name=""/>
        <dsp:cNvSpPr/>
      </dsp:nvSpPr>
      <dsp:spPr>
        <a:xfrm>
          <a:off x="2652533" y="3028995"/>
          <a:ext cx="24086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0DBAA-E422-4916-9652-A0F70C68128D}">
      <dsp:nvSpPr>
        <dsp:cNvPr id="0" name=""/>
        <dsp:cNvSpPr/>
      </dsp:nvSpPr>
      <dsp:spPr>
        <a:xfrm>
          <a:off x="5302031" y="0"/>
          <a:ext cx="2408634" cy="302906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87" tIns="330200" rIns="18778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300" kern="1200" baseline="0" dirty="0"/>
            <a:t>NEOBAVEZAN DIO: PREVESTI PJESMU NA ENGLESKI</a:t>
          </a:r>
          <a:endParaRPr lang="en-US" sz="2300" kern="1200" dirty="0"/>
        </a:p>
      </dsp:txBody>
      <dsp:txXfrm>
        <a:off x="5302031" y="1151045"/>
        <a:ext cx="2408634" cy="1817440"/>
      </dsp:txXfrm>
    </dsp:sp>
    <dsp:sp modelId="{F2DE545E-3B1E-4CDE-B166-B385F068E262}">
      <dsp:nvSpPr>
        <dsp:cNvPr id="0" name=""/>
        <dsp:cNvSpPr/>
      </dsp:nvSpPr>
      <dsp:spPr>
        <a:xfrm>
          <a:off x="6051988" y="302906"/>
          <a:ext cx="908720" cy="90872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847" tIns="12700" rIns="7084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85067" y="435985"/>
        <a:ext cx="642562" cy="642562"/>
      </dsp:txXfrm>
    </dsp:sp>
    <dsp:sp modelId="{D4B10BAF-E0F5-4553-AF65-7826F66E68DB}">
      <dsp:nvSpPr>
        <dsp:cNvPr id="0" name=""/>
        <dsp:cNvSpPr/>
      </dsp:nvSpPr>
      <dsp:spPr>
        <a:xfrm>
          <a:off x="5302031" y="3028995"/>
          <a:ext cx="24086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B8992-E70A-4E1A-B548-C5DE1B1D670E}">
      <dsp:nvSpPr>
        <dsp:cNvPr id="0" name=""/>
        <dsp:cNvSpPr/>
      </dsp:nvSpPr>
      <dsp:spPr>
        <a:xfrm>
          <a:off x="7951529" y="0"/>
          <a:ext cx="2408634" cy="302906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87" tIns="330200" rIns="18778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300" kern="1200" dirty="0"/>
            <a:t>TEKST: BESTIAE ET HOMINES - dovršiti</a:t>
          </a:r>
          <a:endParaRPr lang="en-US" sz="2300" kern="1200" dirty="0"/>
        </a:p>
      </dsp:txBody>
      <dsp:txXfrm>
        <a:off x="7951529" y="1151045"/>
        <a:ext cx="2408634" cy="1817440"/>
      </dsp:txXfrm>
    </dsp:sp>
    <dsp:sp modelId="{0981312B-796F-4CC9-889D-8D94A37F4234}">
      <dsp:nvSpPr>
        <dsp:cNvPr id="0" name=""/>
        <dsp:cNvSpPr/>
      </dsp:nvSpPr>
      <dsp:spPr>
        <a:xfrm>
          <a:off x="8701486" y="302906"/>
          <a:ext cx="908720" cy="9087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847" tIns="12700" rIns="7084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800" kern="1200"/>
            <a:t>4</a:t>
          </a:r>
        </a:p>
      </dsp:txBody>
      <dsp:txXfrm>
        <a:off x="8834565" y="435985"/>
        <a:ext cx="642562" cy="642562"/>
      </dsp:txXfrm>
    </dsp:sp>
    <dsp:sp modelId="{A556C7A1-A685-4CE3-BEF2-1FB99FEC443A}">
      <dsp:nvSpPr>
        <dsp:cNvPr id="0" name=""/>
        <dsp:cNvSpPr/>
      </dsp:nvSpPr>
      <dsp:spPr>
        <a:xfrm>
          <a:off x="7951529" y="3028995"/>
          <a:ext cx="2408634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908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80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4271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0053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495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546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8696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160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2429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9001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5172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4817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82783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46435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28920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5824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82682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0547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B291451-E438-4DF5-82EE-04F88F29ACCD}" type="datetimeFigureOut">
              <a:rPr lang="hr-HR" smtClean="0"/>
              <a:t>2.5.2022.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C176CA9-FE27-4D41-956E-0AE38E7E91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385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let.com/587552171/learn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2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864672EB-02A8-48AB-BCFB-00B78DBA6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255A803-13A1-44E9-ACA9-889A5CC39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98" y="0"/>
            <a:ext cx="12192000" cy="6858000"/>
          </a:xfrm>
          <a:prstGeom prst="rect">
            <a:avLst/>
          </a:prstGeom>
          <a:solidFill>
            <a:srgbClr val="0D0D0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11">
            <a:extLst>
              <a:ext uri="{FF2B5EF4-FFF2-40B4-BE49-F238E27FC236}">
                <a16:creationId xmlns:a16="http://schemas.microsoft.com/office/drawing/2014/main" id="{BC82C52F-0333-430E-AF00-FA48A518A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286708"/>
          </a:xfrm>
          <a:prstGeom prst="rect">
            <a:avLst/>
          </a:prstGeom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BE9CCFFE-A385-4D35-8504-960F050EF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69"/>
          <a:stretch/>
        </p:blipFill>
        <p:spPr>
          <a:xfrm>
            <a:off x="0" y="0"/>
            <a:ext cx="12192000" cy="1627464"/>
          </a:xfrm>
          <a:prstGeom prst="rect">
            <a:avLst/>
          </a:pr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1AD41804-3572-46FD-8124-D3079B642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51" t="72447" r="32841"/>
          <a:stretch/>
        </p:blipFill>
        <p:spPr>
          <a:xfrm>
            <a:off x="6526134" y="3384053"/>
            <a:ext cx="2305206" cy="1889621"/>
          </a:xfrm>
          <a:custGeom>
            <a:avLst/>
            <a:gdLst>
              <a:gd name="connsiteX0" fmla="*/ 8425821 w 12192000"/>
              <a:gd name="connsiteY0" fmla="*/ 2921316 h 3611460"/>
              <a:gd name="connsiteX1" fmla="*/ 8425821 w 12192000"/>
              <a:gd name="connsiteY1" fmla="*/ 3598426 h 3611460"/>
              <a:gd name="connsiteX2" fmla="*/ 9652455 w 12192000"/>
              <a:gd name="connsiteY2" fmla="*/ 3598426 h 3611460"/>
              <a:gd name="connsiteX3" fmla="*/ 9652455 w 12192000"/>
              <a:gd name="connsiteY3" fmla="*/ 2921316 h 3611460"/>
              <a:gd name="connsiteX4" fmla="*/ 0 w 12192000"/>
              <a:gd name="connsiteY4" fmla="*/ 0 h 3611460"/>
              <a:gd name="connsiteX5" fmla="*/ 12192000 w 12192000"/>
              <a:gd name="connsiteY5" fmla="*/ 0 h 3611460"/>
              <a:gd name="connsiteX6" fmla="*/ 12192000 w 12192000"/>
              <a:gd name="connsiteY6" fmla="*/ 3611460 h 3611460"/>
              <a:gd name="connsiteX7" fmla="*/ 0 w 12192000"/>
              <a:gd name="connsiteY7" fmla="*/ 3611460 h 361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11460">
                <a:moveTo>
                  <a:pt x="8425821" y="2921316"/>
                </a:moveTo>
                <a:lnTo>
                  <a:pt x="8425821" y="3598426"/>
                </a:lnTo>
                <a:lnTo>
                  <a:pt x="9652455" y="3598426"/>
                </a:lnTo>
                <a:lnTo>
                  <a:pt x="9652455" y="292131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611460"/>
                </a:lnTo>
                <a:lnTo>
                  <a:pt x="0" y="3611460"/>
                </a:lnTo>
                <a:close/>
              </a:path>
            </a:pathLst>
          </a:custGeom>
        </p:spPr>
      </p:pic>
      <p:pic>
        <p:nvPicPr>
          <p:cNvPr id="13" name="Picture 17">
            <a:extLst>
              <a:ext uri="{FF2B5EF4-FFF2-40B4-BE49-F238E27FC236}">
                <a16:creationId xmlns:a16="http://schemas.microsoft.com/office/drawing/2014/main" id="{5316A1D8-3445-4B94-B595-2285C05E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9" t="72447" r="62822"/>
          <a:stretch/>
        </p:blipFill>
        <p:spPr>
          <a:xfrm>
            <a:off x="5443064" y="3371019"/>
            <a:ext cx="1451918" cy="1889621"/>
          </a:xfrm>
          <a:custGeom>
            <a:avLst/>
            <a:gdLst>
              <a:gd name="connsiteX0" fmla="*/ 8425821 w 12192000"/>
              <a:gd name="connsiteY0" fmla="*/ 2921316 h 3611460"/>
              <a:gd name="connsiteX1" fmla="*/ 8425821 w 12192000"/>
              <a:gd name="connsiteY1" fmla="*/ 3598426 h 3611460"/>
              <a:gd name="connsiteX2" fmla="*/ 9652455 w 12192000"/>
              <a:gd name="connsiteY2" fmla="*/ 3598426 h 3611460"/>
              <a:gd name="connsiteX3" fmla="*/ 9652455 w 12192000"/>
              <a:gd name="connsiteY3" fmla="*/ 2921316 h 3611460"/>
              <a:gd name="connsiteX4" fmla="*/ 0 w 12192000"/>
              <a:gd name="connsiteY4" fmla="*/ 0 h 3611460"/>
              <a:gd name="connsiteX5" fmla="*/ 12192000 w 12192000"/>
              <a:gd name="connsiteY5" fmla="*/ 0 h 3611460"/>
              <a:gd name="connsiteX6" fmla="*/ 12192000 w 12192000"/>
              <a:gd name="connsiteY6" fmla="*/ 3611460 h 3611460"/>
              <a:gd name="connsiteX7" fmla="*/ 0 w 12192000"/>
              <a:gd name="connsiteY7" fmla="*/ 3611460 h 361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11460">
                <a:moveTo>
                  <a:pt x="8425821" y="2921316"/>
                </a:moveTo>
                <a:lnTo>
                  <a:pt x="8425821" y="3598426"/>
                </a:lnTo>
                <a:lnTo>
                  <a:pt x="9652455" y="3598426"/>
                </a:lnTo>
                <a:lnTo>
                  <a:pt x="9652455" y="292131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611460"/>
                </a:lnTo>
                <a:lnTo>
                  <a:pt x="0" y="3611460"/>
                </a:lnTo>
                <a:close/>
              </a:path>
            </a:pathLst>
          </a:custGeom>
        </p:spPr>
      </p:pic>
      <p:pic>
        <p:nvPicPr>
          <p:cNvPr id="15" name="Picture 19">
            <a:extLst>
              <a:ext uri="{FF2B5EF4-FFF2-40B4-BE49-F238E27FC236}">
                <a16:creationId xmlns:a16="http://schemas.microsoft.com/office/drawing/2014/main" id="{2FA7483C-C90B-453F-AB53-60D8FDE6D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45" t="47340"/>
          <a:stretch/>
        </p:blipFill>
        <p:spPr>
          <a:xfrm>
            <a:off x="8965579" y="1675248"/>
            <a:ext cx="3237619" cy="3611460"/>
          </a:xfrm>
          <a:custGeom>
            <a:avLst/>
            <a:gdLst>
              <a:gd name="connsiteX0" fmla="*/ 2237500 w 3237619"/>
              <a:gd name="connsiteY0" fmla="*/ 2921316 h 3611460"/>
              <a:gd name="connsiteX1" fmla="*/ 2237500 w 3237619"/>
              <a:gd name="connsiteY1" fmla="*/ 3598426 h 3611460"/>
              <a:gd name="connsiteX2" fmla="*/ 2563236 w 3237619"/>
              <a:gd name="connsiteY2" fmla="*/ 3598426 h 3611460"/>
              <a:gd name="connsiteX3" fmla="*/ 2563236 w 3237619"/>
              <a:gd name="connsiteY3" fmla="*/ 2921316 h 3611460"/>
              <a:gd name="connsiteX4" fmla="*/ 0 w 3237619"/>
              <a:gd name="connsiteY4" fmla="*/ 0 h 3611460"/>
              <a:gd name="connsiteX5" fmla="*/ 3237619 w 3237619"/>
              <a:gd name="connsiteY5" fmla="*/ 0 h 3611460"/>
              <a:gd name="connsiteX6" fmla="*/ 3237619 w 3237619"/>
              <a:gd name="connsiteY6" fmla="*/ 3611460 h 3611460"/>
              <a:gd name="connsiteX7" fmla="*/ 557562 w 3237619"/>
              <a:gd name="connsiteY7" fmla="*/ 3611460 h 3611460"/>
              <a:gd name="connsiteX8" fmla="*/ 557562 w 3237619"/>
              <a:gd name="connsiteY8" fmla="*/ 2822752 h 3611460"/>
              <a:gd name="connsiteX9" fmla="*/ 0 w 3237619"/>
              <a:gd name="connsiteY9" fmla="*/ 2822752 h 361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37619" h="3611460">
                <a:moveTo>
                  <a:pt x="2237500" y="2921316"/>
                </a:moveTo>
                <a:lnTo>
                  <a:pt x="2237500" y="3598426"/>
                </a:lnTo>
                <a:lnTo>
                  <a:pt x="2563236" y="3598426"/>
                </a:lnTo>
                <a:lnTo>
                  <a:pt x="2563236" y="2921316"/>
                </a:lnTo>
                <a:close/>
                <a:moveTo>
                  <a:pt x="0" y="0"/>
                </a:moveTo>
                <a:lnTo>
                  <a:pt x="3237619" y="0"/>
                </a:lnTo>
                <a:lnTo>
                  <a:pt x="3237619" y="3611460"/>
                </a:lnTo>
                <a:lnTo>
                  <a:pt x="557562" y="3611460"/>
                </a:lnTo>
                <a:lnTo>
                  <a:pt x="557562" y="2822752"/>
                </a:lnTo>
                <a:lnTo>
                  <a:pt x="0" y="2822752"/>
                </a:lnTo>
                <a:close/>
              </a:path>
            </a:pathLst>
          </a:cu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08D7E80-5703-488F-BB74-920A1E752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7212" y="5058416"/>
            <a:ext cx="8689976" cy="1844385"/>
          </a:xfrm>
        </p:spPr>
        <p:txBody>
          <a:bodyPr>
            <a:normAutofit/>
          </a:bodyPr>
          <a:lstStyle/>
          <a:p>
            <a:r>
              <a:rPr lang="hr-HR" sz="9600" dirty="0"/>
              <a:t>ZOOLOGIJA</a:t>
            </a:r>
          </a:p>
        </p:txBody>
      </p:sp>
      <p:pic>
        <p:nvPicPr>
          <p:cNvPr id="31" name="Slika 30">
            <a:extLst>
              <a:ext uri="{FF2B5EF4-FFF2-40B4-BE49-F238E27FC236}">
                <a16:creationId xmlns:a16="http://schemas.microsoft.com/office/drawing/2014/main" id="{00437BEB-CA63-4779-A074-6B10106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726" y="451025"/>
            <a:ext cx="6667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34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4F8BD78-ED21-4618-97C8-B903AF0A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r>
              <a:rPr lang="hr-HR" sz="4400" dirty="0"/>
              <a:t>ZUJI, </a:t>
            </a:r>
            <a:br>
              <a:rPr lang="hr-HR" sz="4400" dirty="0"/>
            </a:br>
            <a:r>
              <a:rPr lang="hr-HR" sz="4400" dirty="0"/>
              <a:t>ZVEČI, ZVONI, ZVUČI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199CCAB6-369D-4D92-BF88-2CC3ED79E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842506"/>
              </p:ext>
            </p:extLst>
          </p:nvPr>
        </p:nvGraphicFramePr>
        <p:xfrm>
          <a:off x="4240153" y="997085"/>
          <a:ext cx="7783827" cy="4863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4766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68319C6-3802-4C09-A6BE-39F125D9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0" y="365125"/>
            <a:ext cx="1894332" cy="6356516"/>
          </a:xfrm>
        </p:spPr>
        <p:txBody>
          <a:bodyPr>
            <a:normAutofit/>
          </a:bodyPr>
          <a:lstStyle/>
          <a:p>
            <a:r>
              <a:rPr lang="hr-HR" sz="2400" dirty="0">
                <a:solidFill>
                  <a:srgbClr val="FF0000"/>
                </a:solidFill>
              </a:rPr>
              <a:t>Zadatak: Povežite latinska imena životinja s hrvatskim prijevodima slijeva i latinskim glasanjima zdesna. </a:t>
            </a:r>
            <a:endParaRPr lang="hr-HR" sz="3200" dirty="0"/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A3A22D26-451B-4A59-9616-51701853D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41" y="126460"/>
            <a:ext cx="9284727" cy="6225702"/>
          </a:xfrm>
        </p:spPr>
        <p:txBody>
          <a:bodyPr numCol="3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1">
                    <a:lumMod val="75000"/>
                  </a:schemeClr>
                </a:solidFill>
              </a:rPr>
              <a:t>HRVATSKI</a:t>
            </a:r>
            <a:r>
              <a:rPr lang="hr-HR" sz="2200" b="1" dirty="0"/>
              <a:t>	</a:t>
            </a:r>
            <a:r>
              <a:rPr lang="hr-HR" sz="2200" dirty="0"/>
              <a:t>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KONJ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KOKOT, PIJETAO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KRAVA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KUKAVICA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LASICA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LAV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MAGARAC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MEDVJED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MIŠ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OVCA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PAS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PČELA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SLON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SVINJA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TIGAR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VRABAC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VUK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ZMIJA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ŽABA</a:t>
            </a:r>
            <a:endParaRPr lang="hr-HR" sz="2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2">
                    <a:lumMod val="75000"/>
                  </a:schemeClr>
                </a:solidFill>
              </a:rPr>
              <a:t>LATINSKI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Apis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Asinus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Bos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Canis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CUCULUS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Elephans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Equus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GALLUS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Leo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Lupus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MuS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Mustela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Ovis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Passer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Porcus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rana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Serpens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Tigris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Ursus</a:t>
            </a:r>
            <a:r>
              <a:rPr lang="hr-HR" sz="2200" dirty="0"/>
              <a:t>	</a:t>
            </a: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6">
                    <a:lumMod val="75000"/>
                  </a:schemeClr>
                </a:solidFill>
              </a:rPr>
              <a:t>LAT. GLASANJE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BALAT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BARRIT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BOMBIT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COAXAT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CUCULAT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CUCURRIT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FREMIT, RUGIT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GRUNNIT, GRUNDIT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HINNIT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LATRAT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MINTRIT, PIPITAT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MUGIT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PIPIAT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RANCAT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RUGIT, ONCAT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SIBILAT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ULULAT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UNCAT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VAGIT</a:t>
            </a:r>
          </a:p>
        </p:txBody>
      </p:sp>
    </p:spTree>
    <p:extLst>
      <p:ext uri="{BB962C8B-B14F-4D97-AF65-F5344CB8AC3E}">
        <p14:creationId xmlns:p14="http://schemas.microsoft.com/office/powerpoint/2010/main" val="7159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A3A22D26-451B-4A59-9616-51701853D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230" y="0"/>
            <a:ext cx="10382655" cy="685799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3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1">
                    <a:lumMod val="75000"/>
                  </a:schemeClr>
                </a:solidFill>
              </a:rPr>
              <a:t>HRVATSKI	</a:t>
            </a: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KONJ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KOKOT, PIJETAO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KRAVA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KUKAVICA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LASICA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LAV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MAGARAC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MEDVJED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MIŠ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OVCA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PAS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PČELA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SLON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SVINJA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TIGAR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VRABAC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VUK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ZMIJA		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UcPeriod"/>
            </a:pPr>
            <a:r>
              <a:rPr lang="hr-HR" sz="2200" dirty="0">
                <a:solidFill>
                  <a:schemeClr val="accent1">
                    <a:lumMod val="75000"/>
                  </a:schemeClr>
                </a:solidFill>
              </a:rPr>
              <a:t>ŽABA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2">
                    <a:lumMod val="75000"/>
                  </a:schemeClr>
                </a:solidFill>
              </a:rPr>
              <a:t>LATINSKI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Equus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GALLUS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Bos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CUCULUS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Mustela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Leo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Asinus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Ursus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Mus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Ovis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Canis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Apis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Elephans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Porcus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Tigris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Passer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Lupus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 err="1">
                <a:solidFill>
                  <a:schemeClr val="accent2">
                    <a:lumMod val="75000"/>
                  </a:schemeClr>
                </a:solidFill>
              </a:rPr>
              <a:t>Serpens</a:t>
            </a:r>
            <a:endParaRPr lang="hr-H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hr-HR" sz="2200" dirty="0">
                <a:solidFill>
                  <a:schemeClr val="accent2">
                    <a:lumMod val="75000"/>
                  </a:schemeClr>
                </a:solidFill>
              </a:rPr>
              <a:t>rana	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hr-HR" sz="2200" b="1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hr-HR" sz="2200" b="1" dirty="0">
                <a:solidFill>
                  <a:schemeClr val="accent6">
                    <a:lumMod val="75000"/>
                  </a:schemeClr>
                </a:solidFill>
              </a:rPr>
              <a:t>LAT. GLASANJE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Hinnit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CUCURRIT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Mugit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CUCULAT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VAGIT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FREMIT, RUGIT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RUGIT, ONCAT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Uncat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Mintrit</a:t>
            </a: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, PIPITAT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Balat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Latrat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Bombit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BARRIT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Grunnit</a:t>
            </a: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grundit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RANCAT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 err="1">
                <a:solidFill>
                  <a:schemeClr val="accent6">
                    <a:lumMod val="75000"/>
                  </a:schemeClr>
                </a:solidFill>
              </a:rPr>
              <a:t>Pipiat</a:t>
            </a:r>
            <a:endParaRPr lang="hr-H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ULULAT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SIBILAT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hr-HR" sz="2200" dirty="0">
                <a:solidFill>
                  <a:schemeClr val="accent6">
                    <a:lumMod val="75000"/>
                  </a:schemeClr>
                </a:solidFill>
              </a:rPr>
              <a:t>COAXAT</a:t>
            </a:r>
          </a:p>
        </p:txBody>
      </p:sp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9509C2A9-E100-4598-96EE-B5954A462B44}"/>
              </a:ext>
            </a:extLst>
          </p:cNvPr>
          <p:cNvSpPr/>
          <p:nvPr/>
        </p:nvSpPr>
        <p:spPr>
          <a:xfrm>
            <a:off x="4234775" y="0"/>
            <a:ext cx="3287949" cy="6858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Pravokutnik: zaobljeni kutovi 6">
            <a:extLst>
              <a:ext uri="{FF2B5EF4-FFF2-40B4-BE49-F238E27FC236}">
                <a16:creationId xmlns:a16="http://schemas.microsoft.com/office/drawing/2014/main" id="{70612C97-84AF-4D5B-AD34-7607E25F2827}"/>
              </a:ext>
            </a:extLst>
          </p:cNvPr>
          <p:cNvSpPr/>
          <p:nvPr/>
        </p:nvSpPr>
        <p:spPr>
          <a:xfrm>
            <a:off x="7957226" y="-1"/>
            <a:ext cx="3631659" cy="685799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6528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10AC821-9C7B-4860-B43B-A7AD125F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45" y="613458"/>
            <a:ext cx="7548664" cy="801721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hr-HR" dirty="0"/>
              <a:t>ANIMALIA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798AD789-2E8F-4A32-A841-BC332FC4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445" y="1433689"/>
            <a:ext cx="3309329" cy="67999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hr-HR" dirty="0"/>
              <a:t>CLASSIS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F39F79EE-0167-4238-B11A-9ACD2A3181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446" y="2113683"/>
            <a:ext cx="3299602" cy="4565745"/>
          </a:xfr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hr-HR" sz="2800" dirty="0" err="1"/>
              <a:t>Agnatha</a:t>
            </a:r>
            <a:r>
              <a:rPr lang="hr-HR" sz="2800" dirty="0"/>
              <a:t> </a:t>
            </a:r>
          </a:p>
          <a:p>
            <a:r>
              <a:rPr lang="hr-HR" sz="2800" dirty="0"/>
              <a:t>Chrondrichtyes </a:t>
            </a:r>
          </a:p>
          <a:p>
            <a:r>
              <a:rPr lang="hr-HR" sz="2800" dirty="0" err="1"/>
              <a:t>Osteichthyes</a:t>
            </a:r>
            <a:endParaRPr lang="hr-HR" sz="2800" dirty="0"/>
          </a:p>
          <a:p>
            <a:r>
              <a:rPr lang="hr-HR" sz="2800" dirty="0" err="1"/>
              <a:t>Amphibia</a:t>
            </a:r>
            <a:endParaRPr lang="hr-HR" sz="2800" dirty="0"/>
          </a:p>
          <a:p>
            <a:r>
              <a:rPr lang="hr-HR" sz="2800" dirty="0" err="1"/>
              <a:t>Reptilia</a:t>
            </a:r>
            <a:r>
              <a:rPr lang="hr-HR" sz="2800" dirty="0"/>
              <a:t> </a:t>
            </a:r>
          </a:p>
          <a:p>
            <a:r>
              <a:rPr lang="hr-HR" sz="2800" dirty="0" err="1"/>
              <a:t>Aves</a:t>
            </a:r>
            <a:r>
              <a:rPr lang="hr-HR" sz="2800" dirty="0"/>
              <a:t> </a:t>
            </a:r>
          </a:p>
          <a:p>
            <a:r>
              <a:rPr lang="hr-HR" sz="2800" dirty="0" err="1"/>
              <a:t>Mammalia</a:t>
            </a:r>
            <a:endParaRPr lang="hr-HR" sz="2800" dirty="0"/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0EF6519B-93F9-4D6C-9F45-134CE5DD4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2776" y="1415179"/>
            <a:ext cx="3231508" cy="679994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hr-HR" dirty="0"/>
              <a:t>RAZRED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7EFD4815-9B1E-4610-AD2C-9E49453427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2775" y="2095173"/>
            <a:ext cx="3221781" cy="4565744"/>
          </a:xfr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hr-HR" sz="2800" dirty="0"/>
              <a:t>BESČELJUSNJAČKE</a:t>
            </a:r>
          </a:p>
          <a:p>
            <a:r>
              <a:rPr lang="hr-HR" sz="2800" dirty="0"/>
              <a:t>HRSKAVIČNJAČE</a:t>
            </a:r>
          </a:p>
          <a:p>
            <a:r>
              <a:rPr lang="hr-HR" sz="2800" dirty="0"/>
              <a:t>KOŠTUNJAČE</a:t>
            </a:r>
          </a:p>
          <a:p>
            <a:r>
              <a:rPr lang="hr-HR" sz="2800" dirty="0"/>
              <a:t>VODOZEMCI</a:t>
            </a:r>
          </a:p>
          <a:p>
            <a:r>
              <a:rPr lang="hr-HR" sz="2800" dirty="0"/>
              <a:t>REPTILI (GMAZOVI)</a:t>
            </a:r>
          </a:p>
          <a:p>
            <a:r>
              <a:rPr lang="hr-HR" sz="2800" dirty="0"/>
              <a:t>PTICE</a:t>
            </a:r>
          </a:p>
          <a:p>
            <a:r>
              <a:rPr lang="hr-HR" sz="2800" dirty="0"/>
              <a:t>SISAVCI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0C45E26-3077-4CE1-8201-6F8954445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283" y="1567386"/>
            <a:ext cx="5368566" cy="159410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387801CC-DC0B-40A3-B798-D978E382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95" y="3313696"/>
            <a:ext cx="5385679" cy="227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6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zervirano mjesto sadržaja 7" descr="Slika na kojoj se prikazuje tekst, isječak crteža&#10;&#10;Opis je automatski generiran">
            <a:extLst>
              <a:ext uri="{FF2B5EF4-FFF2-40B4-BE49-F238E27FC236}">
                <a16:creationId xmlns:a16="http://schemas.microsoft.com/office/drawing/2014/main" id="{1B71DCA8-4EA2-41CD-81E0-5BE87DB8C70D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3" y="1157591"/>
            <a:ext cx="12196513" cy="4816409"/>
          </a:xfrm>
        </p:spPr>
      </p:pic>
    </p:spTree>
    <p:extLst>
      <p:ext uri="{BB962C8B-B14F-4D97-AF65-F5344CB8AC3E}">
        <p14:creationId xmlns:p14="http://schemas.microsoft.com/office/powerpoint/2010/main" val="266644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166268D-1F93-447F-AD46-F3A36BC3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hr-HR" sz="4400" dirty="0"/>
              <a:t>RAD NA SATU/DOMAĆA ZADAĆA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36D7D2D8-3DE7-485F-B08E-58032661165C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29020692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767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0DC044A-B906-466D-87D5-7107394D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Ponavljanje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C29905A-83A1-41FD-8F7E-AE303143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3200" dirty="0">
                <a:hlinkClick r:id="rId2"/>
              </a:rPr>
              <a:t>https://quizlet.com/587552171/learn</a:t>
            </a:r>
            <a:endParaRPr lang="hr-HR" sz="3200" dirty="0"/>
          </a:p>
          <a:p>
            <a:pPr marL="0" indent="0">
              <a:buNone/>
            </a:pP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758362361"/>
      </p:ext>
    </p:extLst>
  </p:cSld>
  <p:clrMapOvr>
    <a:masterClrMapping/>
  </p:clrMapOvr>
</p:sld>
</file>

<file path=ppt/theme/theme1.xml><?xml version="1.0" encoding="utf-8"?>
<a:theme xmlns:a="http://schemas.openxmlformats.org/drawingml/2006/main" name="Kapljica">
  <a:themeElements>
    <a:clrScheme name="Kapljic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Kapljic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pljic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306</Words>
  <Application>Microsoft Office PowerPoint</Application>
  <PresentationFormat>Široki zaslon</PresentationFormat>
  <Paragraphs>155</Paragraphs>
  <Slides>8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1" baseType="lpstr">
      <vt:lpstr>Arial</vt:lpstr>
      <vt:lpstr>Tw Cen MT</vt:lpstr>
      <vt:lpstr>Kapljica</vt:lpstr>
      <vt:lpstr>ZOOLOGIJA</vt:lpstr>
      <vt:lpstr>ZUJI,  ZVEČI, ZVONI, ZVUČI</vt:lpstr>
      <vt:lpstr>Zadatak: Povežite latinska imena životinja s hrvatskim prijevodima slijeva i latinskim glasanjima zdesna. </vt:lpstr>
      <vt:lpstr>PowerPoint prezentacija</vt:lpstr>
      <vt:lpstr>ANIMALIA</vt:lpstr>
      <vt:lpstr>PowerPoint prezentacija</vt:lpstr>
      <vt:lpstr>RAD NA SATU/DOMAĆA ZADAĆA</vt:lpstr>
      <vt:lpstr>Ponavljanje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ZOOLOGIJA</dc:title>
  <dc:creator>Ana Kadović</dc:creator>
  <cp:lastModifiedBy>Ana Kadović</cp:lastModifiedBy>
  <cp:revision>11</cp:revision>
  <dcterms:created xsi:type="dcterms:W3CDTF">2021-04-17T16:18:39Z</dcterms:created>
  <dcterms:modified xsi:type="dcterms:W3CDTF">2022-05-02T15:34:37Z</dcterms:modified>
</cp:coreProperties>
</file>