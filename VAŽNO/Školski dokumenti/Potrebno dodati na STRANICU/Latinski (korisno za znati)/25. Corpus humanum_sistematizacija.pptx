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8" r:id="rId3"/>
    <p:sldId id="259" r:id="rId4"/>
    <p:sldId id="263" r:id="rId5"/>
    <p:sldId id="260" r:id="rId6"/>
    <p:sldId id="261" r:id="rId7"/>
    <p:sldId id="262" r:id="rId8"/>
    <p:sldId id="257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45A65B-B45F-44E8-A722-27DCC674F0A8}" v="2" dt="2023-04-19T20:30:51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Kadović" userId="fd64513e-ec8c-4902-b57e-efd6018758d7" providerId="ADAL" clId="{CF45A65B-B45F-44E8-A722-27DCC674F0A8}"/>
    <pc:docChg chg="custSel addSld modSld">
      <pc:chgData name="Ana Kadović" userId="fd64513e-ec8c-4902-b57e-efd6018758d7" providerId="ADAL" clId="{CF45A65B-B45F-44E8-A722-27DCC674F0A8}" dt="2023-04-19T20:42:39.149" v="70" actId="20577"/>
      <pc:docMkLst>
        <pc:docMk/>
      </pc:docMkLst>
      <pc:sldChg chg="modSp mod">
        <pc:chgData name="Ana Kadović" userId="fd64513e-ec8c-4902-b57e-efd6018758d7" providerId="ADAL" clId="{CF45A65B-B45F-44E8-A722-27DCC674F0A8}" dt="2023-04-19T20:42:39.149" v="70" actId="20577"/>
        <pc:sldMkLst>
          <pc:docMk/>
          <pc:sldMk cId="3363821161" sldId="258"/>
        </pc:sldMkLst>
        <pc:spChg chg="mod">
          <ac:chgData name="Ana Kadović" userId="fd64513e-ec8c-4902-b57e-efd6018758d7" providerId="ADAL" clId="{CF45A65B-B45F-44E8-A722-27DCC674F0A8}" dt="2023-04-19T20:42:29.682" v="67" actId="20577"/>
          <ac:spMkLst>
            <pc:docMk/>
            <pc:sldMk cId="3363821161" sldId="258"/>
            <ac:spMk id="2" creationId="{171FD382-A027-4A93-9C98-9A0B7CE8D168}"/>
          </ac:spMkLst>
        </pc:spChg>
        <pc:spChg chg="mod">
          <ac:chgData name="Ana Kadović" userId="fd64513e-ec8c-4902-b57e-efd6018758d7" providerId="ADAL" clId="{CF45A65B-B45F-44E8-A722-27DCC674F0A8}" dt="2023-04-19T20:42:39.149" v="70" actId="20577"/>
          <ac:spMkLst>
            <pc:docMk/>
            <pc:sldMk cId="3363821161" sldId="258"/>
            <ac:spMk id="14" creationId="{072E6E9A-D3EE-4490-806B-14686A02D39D}"/>
          </ac:spMkLst>
        </pc:spChg>
      </pc:sldChg>
      <pc:sldChg chg="addSp delSp modSp new mod">
        <pc:chgData name="Ana Kadović" userId="fd64513e-ec8c-4902-b57e-efd6018758d7" providerId="ADAL" clId="{CF45A65B-B45F-44E8-A722-27DCC674F0A8}" dt="2023-04-19T20:31:14.129" v="62" actId="1076"/>
        <pc:sldMkLst>
          <pc:docMk/>
          <pc:sldMk cId="1925441843" sldId="266"/>
        </pc:sldMkLst>
        <pc:spChg chg="mod">
          <ac:chgData name="Ana Kadović" userId="fd64513e-ec8c-4902-b57e-efd6018758d7" providerId="ADAL" clId="{CF45A65B-B45F-44E8-A722-27DCC674F0A8}" dt="2023-04-19T20:29:44.726" v="40" actId="1076"/>
          <ac:spMkLst>
            <pc:docMk/>
            <pc:sldMk cId="1925441843" sldId="266"/>
            <ac:spMk id="2" creationId="{97126153-C564-7CF8-7FEB-37AEFEA3604D}"/>
          </ac:spMkLst>
        </pc:spChg>
        <pc:spChg chg="add del mod">
          <ac:chgData name="Ana Kadović" userId="fd64513e-ec8c-4902-b57e-efd6018758d7" providerId="ADAL" clId="{CF45A65B-B45F-44E8-A722-27DCC674F0A8}" dt="2023-04-19T20:30:47.886" v="52" actId="478"/>
          <ac:spMkLst>
            <pc:docMk/>
            <pc:sldMk cId="1925441843" sldId="266"/>
            <ac:spMk id="4" creationId="{01D65FB2-055B-31CA-7903-983579920D90}"/>
          </ac:spMkLst>
        </pc:spChg>
        <pc:spChg chg="add del mod">
          <ac:chgData name="Ana Kadović" userId="fd64513e-ec8c-4902-b57e-efd6018758d7" providerId="ADAL" clId="{CF45A65B-B45F-44E8-A722-27DCC674F0A8}" dt="2023-04-19T20:30:27.097" v="47" actId="478"/>
          <ac:spMkLst>
            <pc:docMk/>
            <pc:sldMk cId="1925441843" sldId="266"/>
            <ac:spMk id="6" creationId="{B94EC0AB-145B-ADC6-9E90-F7D9A29A76FC}"/>
          </ac:spMkLst>
        </pc:spChg>
        <pc:picChg chg="add mod modCrop">
          <ac:chgData name="Ana Kadović" userId="fd64513e-ec8c-4902-b57e-efd6018758d7" providerId="ADAL" clId="{CF45A65B-B45F-44E8-A722-27DCC674F0A8}" dt="2023-04-19T20:31:14.129" v="62" actId="1076"/>
          <ac:picMkLst>
            <pc:docMk/>
            <pc:sldMk cId="1925441843" sldId="266"/>
            <ac:picMk id="7" creationId="{B3D5EFD5-862C-3C9D-750B-50E9E27FF7DA}"/>
          </ac:picMkLst>
        </pc:picChg>
        <pc:picChg chg="add mod modCrop">
          <ac:chgData name="Ana Kadović" userId="fd64513e-ec8c-4902-b57e-efd6018758d7" providerId="ADAL" clId="{CF45A65B-B45F-44E8-A722-27DCC674F0A8}" dt="2023-04-19T20:31:09.323" v="60" actId="1076"/>
          <ac:picMkLst>
            <pc:docMk/>
            <pc:sldMk cId="1925441843" sldId="266"/>
            <ac:picMk id="8" creationId="{1F6E7106-0DD8-44CB-6CE4-6746C683D512}"/>
          </ac:picMkLst>
        </pc:picChg>
      </pc:sldChg>
    </pc:docChg>
  </pc:docChgLst>
  <pc:docChgLst>
    <pc:chgData name="Ana Kadović" userId="fd64513e-ec8c-4902-b57e-efd6018758d7" providerId="ADAL" clId="{29FE732B-B10B-4649-90CD-C2CC558B79A7}"/>
    <pc:docChg chg="modSld">
      <pc:chgData name="Ana Kadović" userId="fd64513e-ec8c-4902-b57e-efd6018758d7" providerId="ADAL" clId="{29FE732B-B10B-4649-90CD-C2CC558B79A7}" dt="2022-05-02T15:33:09.782" v="0" actId="20577"/>
      <pc:docMkLst>
        <pc:docMk/>
      </pc:docMkLst>
      <pc:sldChg chg="modSp mod">
        <pc:chgData name="Ana Kadović" userId="fd64513e-ec8c-4902-b57e-efd6018758d7" providerId="ADAL" clId="{29FE732B-B10B-4649-90CD-C2CC558B79A7}" dt="2022-05-02T15:33:09.782" v="0" actId="20577"/>
        <pc:sldMkLst>
          <pc:docMk/>
          <pc:sldMk cId="3941796178" sldId="265"/>
        </pc:sldMkLst>
        <pc:spChg chg="mod">
          <ac:chgData name="Ana Kadović" userId="fd64513e-ec8c-4902-b57e-efd6018758d7" providerId="ADAL" clId="{29FE732B-B10B-4649-90CD-C2CC558B79A7}" dt="2022-05-02T15:33:09.782" v="0" actId="20577"/>
          <ac:spMkLst>
            <pc:docMk/>
            <pc:sldMk cId="3941796178" sldId="265"/>
            <ac:spMk id="2" creationId="{7B56C601-83F6-432D-8C6A-79486544EAF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Wednesday, April 19,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69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Wednesday, April 19,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31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Wednesday, April 19,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12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Wednesday, April 19,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32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Wednesday, April 19, 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7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Wednesday, April 19,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929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Wednesday, April 19,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68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Wednesday, April 19,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620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Wednesday, April 19,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79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Wednesday, April 19,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815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Wednesday, April 19,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98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Wednesday, April 19, 2023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009590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700" r:id="rId6"/>
    <p:sldLayoutId id="2147483695" r:id="rId7"/>
    <p:sldLayoutId id="2147483696" r:id="rId8"/>
    <p:sldLayoutId id="2147483697" r:id="rId9"/>
    <p:sldLayoutId id="2147483699" r:id="rId10"/>
    <p:sldLayoutId id="214748369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15596D0-7A93-45AB-A289-2A2B141E0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90F64BE-B6DF-4D20-9A3E-DAD00389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8890"/>
            <a:ext cx="4038601" cy="6866462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4">
                  <a:alpha val="55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299ACA5-1949-4821-8FA4-95A78A209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5328" y="1633640"/>
            <a:ext cx="6866462" cy="3581401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5">
                  <a:alpha val="13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559C2F-075A-49B7-8935-459124513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32044"/>
            <a:ext cx="4038600" cy="4634418"/>
          </a:xfrm>
          <a:prstGeom prst="rect">
            <a:avLst/>
          </a:prstGeom>
          <a:gradFill>
            <a:gsLst>
              <a:gs pos="0">
                <a:schemeClr val="accent5">
                  <a:alpha val="36000"/>
                </a:schemeClr>
              </a:gs>
              <a:gs pos="67000">
                <a:schemeClr val="accent5">
                  <a:alpha val="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17E3623-777E-4625-BCDD-15F8F9A20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493" y="2463419"/>
            <a:ext cx="2929372" cy="3145812"/>
          </a:xfrm>
        </p:spPr>
        <p:txBody>
          <a:bodyPr anchor="t">
            <a:normAutofit/>
          </a:bodyPr>
          <a:lstStyle/>
          <a:p>
            <a:pPr algn="l"/>
            <a:r>
              <a:rPr lang="hr-HR" sz="3000" dirty="0" err="1">
                <a:solidFill>
                  <a:schemeClr val="bg1"/>
                </a:solidFill>
              </a:rPr>
              <a:t>Corpus</a:t>
            </a:r>
            <a:r>
              <a:rPr lang="hr-HR" sz="3000" dirty="0">
                <a:solidFill>
                  <a:schemeClr val="bg1"/>
                </a:solidFill>
              </a:rPr>
              <a:t> </a:t>
            </a:r>
            <a:r>
              <a:rPr lang="hr-HR" sz="3000" dirty="0" err="1">
                <a:solidFill>
                  <a:schemeClr val="bg1"/>
                </a:solidFill>
              </a:rPr>
              <a:t>humanuM</a:t>
            </a:r>
            <a:endParaRPr lang="hr-HR" sz="3000" dirty="0">
              <a:solidFill>
                <a:schemeClr val="bg1"/>
              </a:solidFill>
            </a:endParaRP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5D0EBD38-774A-4B52-ACFD-409146693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090" y="786235"/>
            <a:ext cx="3147409" cy="5289761"/>
          </a:xfrm>
          <a:prstGeom prst="rect">
            <a:avLst/>
          </a:prstGeom>
        </p:spPr>
      </p:pic>
      <p:pic>
        <p:nvPicPr>
          <p:cNvPr id="4" name="Videozapis 3">
            <a:extLst>
              <a:ext uri="{FF2B5EF4-FFF2-40B4-BE49-F238E27FC236}">
                <a16:creationId xmlns:a16="http://schemas.microsoft.com/office/drawing/2014/main" id="{001527D6-5015-4F73-B58B-F62D72E6067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t="284" r="1" b="1"/>
          <a:stretch/>
        </p:blipFill>
        <p:spPr>
          <a:xfrm>
            <a:off x="8260974" y="2538851"/>
            <a:ext cx="3181533" cy="178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2947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B02F283-AD3D-43EB-8EB3-EEABE7B68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267ACD-C9FA-48F7-BA90-C05046F4E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74922"/>
            <a:ext cx="12198726" cy="1606049"/>
          </a:xfrm>
          <a:prstGeom prst="rect">
            <a:avLst/>
          </a:prstGeom>
          <a:gradFill>
            <a:gsLst>
              <a:gs pos="0">
                <a:schemeClr val="accent5">
                  <a:alpha val="83000"/>
                </a:schemeClr>
              </a:gs>
              <a:gs pos="100000">
                <a:schemeClr val="accent4">
                  <a:alpha val="74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17AA8-C417-4F74-9F1B-EAD82A19B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270744" y="1998314"/>
            <a:ext cx="1605188" cy="8160125"/>
          </a:xfrm>
          <a:prstGeom prst="rect">
            <a:avLst/>
          </a:prstGeom>
          <a:gradFill>
            <a:gsLst>
              <a:gs pos="5000">
                <a:schemeClr val="accent2">
                  <a:alpha val="68000"/>
                </a:schemeClr>
              </a:gs>
              <a:gs pos="100000">
                <a:schemeClr val="accent5">
                  <a:alpha val="4300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9F9CB9-0076-49F5-845A-C97CCFC16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42413" y="2532510"/>
            <a:ext cx="1605189" cy="7090015"/>
          </a:xfrm>
          <a:prstGeom prst="rect">
            <a:avLst/>
          </a:prstGeom>
          <a:gradFill>
            <a:gsLst>
              <a:gs pos="42000">
                <a:schemeClr val="accent4">
                  <a:alpha val="0"/>
                </a:schemeClr>
              </a:gs>
              <a:gs pos="99000">
                <a:schemeClr val="accent6">
                  <a:alpha val="48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67348B-D4F9-4978-8FB4-D4031CD13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930450" y="5273748"/>
            <a:ext cx="7275001" cy="1150514"/>
          </a:xfrm>
          <a:prstGeom prst="rect">
            <a:avLst/>
          </a:prstGeom>
          <a:gradFill>
            <a:gsLst>
              <a:gs pos="0">
                <a:schemeClr val="accent5">
                  <a:alpha val="37000"/>
                </a:schemeClr>
              </a:gs>
              <a:gs pos="56000">
                <a:schemeClr val="accent5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71FD382-A027-4A93-9C98-9A0B7CE8D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69" y="5553718"/>
            <a:ext cx="7203004" cy="1054645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en-US" sz="3200" spc="750" dirty="0">
                <a:solidFill>
                  <a:schemeClr val="bg1"/>
                </a:solidFill>
              </a:rPr>
              <a:t>PARTES CORPOR</a:t>
            </a:r>
            <a:r>
              <a:rPr lang="hr-HR" sz="3200" spc="750" dirty="0">
                <a:solidFill>
                  <a:schemeClr val="bg1"/>
                </a:solidFill>
              </a:rPr>
              <a:t>IS</a:t>
            </a:r>
            <a:endParaRPr lang="en-US" sz="3200" spc="750" dirty="0">
              <a:solidFill>
                <a:schemeClr val="bg1"/>
              </a:solidFill>
            </a:endParaRPr>
          </a:p>
        </p:txBody>
      </p:sp>
      <p:pic>
        <p:nvPicPr>
          <p:cNvPr id="4" name="Slika 3" descr="Slika na kojoj se prikazuje tekst&#10;&#10;Opis je automatski generiran">
            <a:extLst>
              <a:ext uri="{FF2B5EF4-FFF2-40B4-BE49-F238E27FC236}">
                <a16:creationId xmlns:a16="http://schemas.microsoft.com/office/drawing/2014/main" id="{FC8A7E5E-8739-4D9E-B018-8C663CBDAE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31" t="5445" r="49393" b="33563"/>
          <a:stretch/>
        </p:blipFill>
        <p:spPr>
          <a:xfrm>
            <a:off x="5051455" y="474884"/>
            <a:ext cx="2053821" cy="4407647"/>
          </a:xfrm>
          <a:prstGeom prst="rect">
            <a:avLst/>
          </a:prstGeom>
        </p:spPr>
      </p:pic>
      <p:grpSp>
        <p:nvGrpSpPr>
          <p:cNvPr id="29" name="Grupa 28">
            <a:extLst>
              <a:ext uri="{FF2B5EF4-FFF2-40B4-BE49-F238E27FC236}">
                <a16:creationId xmlns:a16="http://schemas.microsoft.com/office/drawing/2014/main" id="{88502B35-4096-48EE-A666-62DCA3FF7406}"/>
              </a:ext>
            </a:extLst>
          </p:cNvPr>
          <p:cNvGrpSpPr/>
          <p:nvPr/>
        </p:nvGrpSpPr>
        <p:grpSpPr>
          <a:xfrm>
            <a:off x="3545008" y="364542"/>
            <a:ext cx="4856736" cy="4346267"/>
            <a:chOff x="2223508" y="346216"/>
            <a:chExt cx="4856736" cy="4346267"/>
          </a:xfrm>
        </p:grpSpPr>
        <p:grpSp>
          <p:nvGrpSpPr>
            <p:cNvPr id="3" name="Grupa 2">
              <a:extLst>
                <a:ext uri="{FF2B5EF4-FFF2-40B4-BE49-F238E27FC236}">
                  <a16:creationId xmlns:a16="http://schemas.microsoft.com/office/drawing/2014/main" id="{C80AB395-EC17-4B26-A3B7-5C8D050C58E6}"/>
                </a:ext>
              </a:extLst>
            </p:cNvPr>
            <p:cNvGrpSpPr/>
            <p:nvPr/>
          </p:nvGrpSpPr>
          <p:grpSpPr>
            <a:xfrm>
              <a:off x="3205653" y="346216"/>
              <a:ext cx="3874591" cy="3851896"/>
              <a:chOff x="3205653" y="346216"/>
              <a:chExt cx="3874591" cy="3851896"/>
            </a:xfrm>
          </p:grpSpPr>
          <p:cxnSp>
            <p:nvCxnSpPr>
              <p:cNvPr id="12" name="Ravni poveznik 11">
                <a:extLst>
                  <a:ext uri="{FF2B5EF4-FFF2-40B4-BE49-F238E27FC236}">
                    <a16:creationId xmlns:a16="http://schemas.microsoft.com/office/drawing/2014/main" id="{F050D787-C922-42F0-92F8-B11FBD4DB536}"/>
                  </a:ext>
                </a:extLst>
              </p:cNvPr>
              <p:cNvCxnSpPr/>
              <p:nvPr/>
            </p:nvCxnSpPr>
            <p:spPr>
              <a:xfrm>
                <a:off x="4901337" y="776583"/>
                <a:ext cx="137621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Ravni poveznik 38">
                <a:extLst>
                  <a:ext uri="{FF2B5EF4-FFF2-40B4-BE49-F238E27FC236}">
                    <a16:creationId xmlns:a16="http://schemas.microsoft.com/office/drawing/2014/main" id="{726CB773-A662-47F3-8A57-C55DCA22EA7A}"/>
                  </a:ext>
                </a:extLst>
              </p:cNvPr>
              <p:cNvCxnSpPr/>
              <p:nvPr/>
            </p:nvCxnSpPr>
            <p:spPr>
              <a:xfrm>
                <a:off x="4965948" y="2067597"/>
                <a:ext cx="137621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Ravni poveznik 39">
                <a:extLst>
                  <a:ext uri="{FF2B5EF4-FFF2-40B4-BE49-F238E27FC236}">
                    <a16:creationId xmlns:a16="http://schemas.microsoft.com/office/drawing/2014/main" id="{0299E6AC-3942-48CA-ACA1-2D63FA6236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1406" y="2342606"/>
                <a:ext cx="1580842" cy="116099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Ravni poveznik 41">
                <a:extLst>
                  <a:ext uri="{FF2B5EF4-FFF2-40B4-BE49-F238E27FC236}">
                    <a16:creationId xmlns:a16="http://schemas.microsoft.com/office/drawing/2014/main" id="{136554E7-1FE4-4AB1-B18D-9870B53C2A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5617" y="2308978"/>
                <a:ext cx="490795" cy="117352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Ravni poveznik 43">
                <a:extLst>
                  <a:ext uri="{FF2B5EF4-FFF2-40B4-BE49-F238E27FC236}">
                    <a16:creationId xmlns:a16="http://schemas.microsoft.com/office/drawing/2014/main" id="{E7A48392-2116-4F2B-8F7A-A2C710334B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34038" y="3482502"/>
                <a:ext cx="1262374" cy="70019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Ravni poveznik 45">
                <a:extLst>
                  <a:ext uri="{FF2B5EF4-FFF2-40B4-BE49-F238E27FC236}">
                    <a16:creationId xmlns:a16="http://schemas.microsoft.com/office/drawing/2014/main" id="{F4A0B633-D1A5-4A68-BF90-6370EF5193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64139" y="3481643"/>
                <a:ext cx="632273" cy="71646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Ravni poveznik 47">
                <a:extLst>
                  <a:ext uri="{FF2B5EF4-FFF2-40B4-BE49-F238E27FC236}">
                    <a16:creationId xmlns:a16="http://schemas.microsoft.com/office/drawing/2014/main" id="{861828B2-012F-4C93-8EF5-187C086DF818}"/>
                  </a:ext>
                </a:extLst>
              </p:cNvPr>
              <p:cNvCxnSpPr/>
              <p:nvPr/>
            </p:nvCxnSpPr>
            <p:spPr>
              <a:xfrm>
                <a:off x="5696412" y="3496233"/>
                <a:ext cx="137621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TekstniOkvir 21">
                <a:extLst>
                  <a:ext uri="{FF2B5EF4-FFF2-40B4-BE49-F238E27FC236}">
                    <a16:creationId xmlns:a16="http://schemas.microsoft.com/office/drawing/2014/main" id="{FB3188D8-BCBB-4BD6-9E8D-1B7B9C0D0956}"/>
                  </a:ext>
                </a:extLst>
              </p:cNvPr>
              <p:cNvSpPr txBox="1"/>
              <p:nvPr/>
            </p:nvSpPr>
            <p:spPr>
              <a:xfrm>
                <a:off x="5205617" y="346216"/>
                <a:ext cx="110734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sz="2000" dirty="0" err="1"/>
                  <a:t>caput</a:t>
                </a:r>
                <a:endParaRPr lang="hr-HR" sz="2000" dirty="0"/>
              </a:p>
            </p:txBody>
          </p:sp>
          <p:sp>
            <p:nvSpPr>
              <p:cNvPr id="23" name="TekstniOkvir 22">
                <a:extLst>
                  <a:ext uri="{FF2B5EF4-FFF2-40B4-BE49-F238E27FC236}">
                    <a16:creationId xmlns:a16="http://schemas.microsoft.com/office/drawing/2014/main" id="{E67BBACB-8DB6-47F2-8F38-9D8DA34E5140}"/>
                  </a:ext>
                </a:extLst>
              </p:cNvPr>
              <p:cNvSpPr txBox="1"/>
              <p:nvPr/>
            </p:nvSpPr>
            <p:spPr>
              <a:xfrm>
                <a:off x="5339165" y="1633860"/>
                <a:ext cx="133235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sz="2000" dirty="0" err="1"/>
                  <a:t>truncus</a:t>
                </a:r>
                <a:endParaRPr lang="hr-HR" sz="2000" dirty="0"/>
              </a:p>
            </p:txBody>
          </p:sp>
          <p:sp>
            <p:nvSpPr>
              <p:cNvPr id="24" name="TekstniOkvir 23">
                <a:extLst>
                  <a:ext uri="{FF2B5EF4-FFF2-40B4-BE49-F238E27FC236}">
                    <a16:creationId xmlns:a16="http://schemas.microsoft.com/office/drawing/2014/main" id="{C487928D-AD3F-496F-ADA7-C18B9B955DEF}"/>
                  </a:ext>
                </a:extLst>
              </p:cNvPr>
              <p:cNvSpPr txBox="1"/>
              <p:nvPr/>
            </p:nvSpPr>
            <p:spPr>
              <a:xfrm>
                <a:off x="5883953" y="3081533"/>
                <a:ext cx="119629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sz="2000" dirty="0" err="1"/>
                  <a:t>membra</a:t>
                </a:r>
                <a:endParaRPr lang="hr-HR" sz="2000" dirty="0"/>
              </a:p>
            </p:txBody>
          </p:sp>
          <p:cxnSp>
            <p:nvCxnSpPr>
              <p:cNvPr id="54" name="Ravni poveznik 53">
                <a:extLst>
                  <a:ext uri="{FF2B5EF4-FFF2-40B4-BE49-F238E27FC236}">
                    <a16:creationId xmlns:a16="http://schemas.microsoft.com/office/drawing/2014/main" id="{BF4B91E6-FFA9-4533-9F04-CB763D1B2F44}"/>
                  </a:ext>
                </a:extLst>
              </p:cNvPr>
              <p:cNvCxnSpPr/>
              <p:nvPr/>
            </p:nvCxnSpPr>
            <p:spPr>
              <a:xfrm>
                <a:off x="3205653" y="1098794"/>
                <a:ext cx="137621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" name="TekstniOkvir 26">
                <a:extLst>
                  <a:ext uri="{FF2B5EF4-FFF2-40B4-BE49-F238E27FC236}">
                    <a16:creationId xmlns:a16="http://schemas.microsoft.com/office/drawing/2014/main" id="{AD8D39F7-9D36-4023-BFB9-7D65B6F80308}"/>
                  </a:ext>
                </a:extLst>
              </p:cNvPr>
              <p:cNvSpPr txBox="1"/>
              <p:nvPr/>
            </p:nvSpPr>
            <p:spPr>
              <a:xfrm>
                <a:off x="3420172" y="698684"/>
                <a:ext cx="11617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sz="2000" dirty="0" err="1"/>
                  <a:t>collum</a:t>
                </a:r>
                <a:endParaRPr lang="hr-HR" sz="2000" dirty="0"/>
              </a:p>
            </p:txBody>
          </p:sp>
        </p:grpSp>
        <p:grpSp>
          <p:nvGrpSpPr>
            <p:cNvPr id="26" name="Grupa 25">
              <a:extLst>
                <a:ext uri="{FF2B5EF4-FFF2-40B4-BE49-F238E27FC236}">
                  <a16:creationId xmlns:a16="http://schemas.microsoft.com/office/drawing/2014/main" id="{009C2BEE-D53B-43F7-86B0-98946AC0E59B}"/>
                </a:ext>
              </a:extLst>
            </p:cNvPr>
            <p:cNvGrpSpPr/>
            <p:nvPr/>
          </p:nvGrpSpPr>
          <p:grpSpPr>
            <a:xfrm>
              <a:off x="2223508" y="1686441"/>
              <a:ext cx="2182873" cy="3006042"/>
              <a:chOff x="2223508" y="1686441"/>
              <a:chExt cx="2182873" cy="3006042"/>
            </a:xfrm>
          </p:grpSpPr>
          <p:cxnSp>
            <p:nvCxnSpPr>
              <p:cNvPr id="28" name="Ravni poveznik 27">
                <a:extLst>
                  <a:ext uri="{FF2B5EF4-FFF2-40B4-BE49-F238E27FC236}">
                    <a16:creationId xmlns:a16="http://schemas.microsoft.com/office/drawing/2014/main" id="{1DA0AFA7-28A3-48EF-A148-A0E53FED27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99360" y="2109522"/>
                <a:ext cx="1729431" cy="6816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14" name="TekstniOkvir 13">
                <a:extLst>
                  <a:ext uri="{FF2B5EF4-FFF2-40B4-BE49-F238E27FC236}">
                    <a16:creationId xmlns:a16="http://schemas.microsoft.com/office/drawing/2014/main" id="{072E6E9A-D3EE-4490-806B-14686A02D39D}"/>
                  </a:ext>
                </a:extLst>
              </p:cNvPr>
              <p:cNvSpPr txBox="1"/>
              <p:nvPr/>
            </p:nvSpPr>
            <p:spPr>
              <a:xfrm>
                <a:off x="2499360" y="1686441"/>
                <a:ext cx="15053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sz="2000" dirty="0" err="1">
                    <a:solidFill>
                      <a:srgbClr val="FF0000"/>
                    </a:solidFill>
                  </a:rPr>
                  <a:t>brachium</a:t>
                </a:r>
                <a:endParaRPr lang="hr-HR" sz="2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31" name="Ravni poveznik 30">
                <a:extLst>
                  <a:ext uri="{FF2B5EF4-FFF2-40B4-BE49-F238E27FC236}">
                    <a16:creationId xmlns:a16="http://schemas.microsoft.com/office/drawing/2014/main" id="{A59276E2-5DCA-4FB2-9C8B-5E7D3E3B42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23508" y="2777487"/>
                <a:ext cx="1729431" cy="6816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16" name="TekstniOkvir 15">
                <a:extLst>
                  <a:ext uri="{FF2B5EF4-FFF2-40B4-BE49-F238E27FC236}">
                    <a16:creationId xmlns:a16="http://schemas.microsoft.com/office/drawing/2014/main" id="{742F7344-66FD-4BA7-B79C-886018A63E18}"/>
                  </a:ext>
                </a:extLst>
              </p:cNvPr>
              <p:cNvSpPr txBox="1"/>
              <p:nvPr/>
            </p:nvSpPr>
            <p:spPr>
              <a:xfrm>
                <a:off x="2634693" y="2373396"/>
                <a:ext cx="11851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sz="2000" dirty="0" err="1">
                    <a:solidFill>
                      <a:srgbClr val="FF0000"/>
                    </a:solidFill>
                  </a:rPr>
                  <a:t>manus</a:t>
                </a:r>
                <a:endParaRPr lang="hr-HR" sz="2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33" name="Ravni poveznik 32">
                <a:extLst>
                  <a:ext uri="{FF2B5EF4-FFF2-40B4-BE49-F238E27FC236}">
                    <a16:creationId xmlns:a16="http://schemas.microsoft.com/office/drawing/2014/main" id="{1C01527D-A865-4C19-801E-6CABCA7E0F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8223" y="4692483"/>
                <a:ext cx="1279089" cy="0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20" name="TekstniOkvir 19">
                <a:extLst>
                  <a:ext uri="{FF2B5EF4-FFF2-40B4-BE49-F238E27FC236}">
                    <a16:creationId xmlns:a16="http://schemas.microsoft.com/office/drawing/2014/main" id="{AD708AAC-3452-4461-AF37-C9FE76ED2BCC}"/>
                  </a:ext>
                </a:extLst>
              </p:cNvPr>
              <p:cNvSpPr txBox="1"/>
              <p:nvPr/>
            </p:nvSpPr>
            <p:spPr>
              <a:xfrm>
                <a:off x="3420172" y="4287533"/>
                <a:ext cx="6745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sz="2000" dirty="0" err="1">
                    <a:solidFill>
                      <a:srgbClr val="FF0000"/>
                    </a:solidFill>
                  </a:rPr>
                  <a:t>pes</a:t>
                </a:r>
                <a:endParaRPr lang="hr-HR" sz="2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36" name="Ravni poveznik 35">
                <a:extLst>
                  <a:ext uri="{FF2B5EF4-FFF2-40B4-BE49-F238E27FC236}">
                    <a16:creationId xmlns:a16="http://schemas.microsoft.com/office/drawing/2014/main" id="{32668283-7929-4083-BE87-D5C069B1FE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6950" y="3540287"/>
                <a:ext cx="1729431" cy="6816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25" name="TekstniOkvir 24">
                <a:extLst>
                  <a:ext uri="{FF2B5EF4-FFF2-40B4-BE49-F238E27FC236}">
                    <a16:creationId xmlns:a16="http://schemas.microsoft.com/office/drawing/2014/main" id="{B9CE8ACA-49F7-46A6-9FA6-5257F7FAAEDE}"/>
                  </a:ext>
                </a:extLst>
              </p:cNvPr>
              <p:cNvSpPr txBox="1"/>
              <p:nvPr/>
            </p:nvSpPr>
            <p:spPr>
              <a:xfrm>
                <a:off x="3158113" y="3142841"/>
                <a:ext cx="10298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sz="2000" dirty="0" err="1">
                    <a:solidFill>
                      <a:srgbClr val="FF0000"/>
                    </a:solidFill>
                  </a:rPr>
                  <a:t>crus</a:t>
                </a:r>
                <a:endParaRPr lang="hr-HR" sz="2000" dirty="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638211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19FE663-4802-458B-A3A8-7DFD70787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59" y="439445"/>
            <a:ext cx="10241280" cy="587062"/>
          </a:xfrm>
        </p:spPr>
        <p:txBody>
          <a:bodyPr/>
          <a:lstStyle/>
          <a:p>
            <a:r>
              <a:rPr lang="hr-HR" dirty="0"/>
              <a:t>TRUNCUS</a:t>
            </a:r>
          </a:p>
        </p:txBody>
      </p:sp>
      <p:pic>
        <p:nvPicPr>
          <p:cNvPr id="4" name="Slika 3" descr="Slika na kojoj se prikazuje tekst&#10;&#10;Opis je automatski generiran">
            <a:extLst>
              <a:ext uri="{FF2B5EF4-FFF2-40B4-BE49-F238E27FC236}">
                <a16:creationId xmlns:a16="http://schemas.microsoft.com/office/drawing/2014/main" id="{43CA49CA-E497-4778-AA49-F30B17622A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7" t="46867" r="61894" b="15195"/>
          <a:stretch/>
        </p:blipFill>
        <p:spPr>
          <a:xfrm>
            <a:off x="3004618" y="1572490"/>
            <a:ext cx="6182763" cy="3713019"/>
          </a:xfrm>
          <a:prstGeom prst="rect">
            <a:avLst/>
          </a:prstGeom>
        </p:spPr>
      </p:pic>
      <p:grpSp>
        <p:nvGrpSpPr>
          <p:cNvPr id="18" name="Grupa 17">
            <a:extLst>
              <a:ext uri="{FF2B5EF4-FFF2-40B4-BE49-F238E27FC236}">
                <a16:creationId xmlns:a16="http://schemas.microsoft.com/office/drawing/2014/main" id="{E54B90B1-044F-4E9E-93BC-BBC49FE62A59}"/>
              </a:ext>
            </a:extLst>
          </p:cNvPr>
          <p:cNvGrpSpPr/>
          <p:nvPr/>
        </p:nvGrpSpPr>
        <p:grpSpPr>
          <a:xfrm>
            <a:off x="1719743" y="2552222"/>
            <a:ext cx="7801762" cy="1492077"/>
            <a:chOff x="1719743" y="2552222"/>
            <a:chExt cx="7801762" cy="1492077"/>
          </a:xfrm>
        </p:grpSpPr>
        <p:cxnSp>
          <p:nvCxnSpPr>
            <p:cNvPr id="8" name="Ravni poveznik 7">
              <a:extLst>
                <a:ext uri="{FF2B5EF4-FFF2-40B4-BE49-F238E27FC236}">
                  <a16:creationId xmlns:a16="http://schemas.microsoft.com/office/drawing/2014/main" id="{64D11A6D-13ED-42FF-B2CC-A91CD023F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69035" y="2952332"/>
              <a:ext cx="140748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Ravni poveznik 9">
              <a:extLst>
                <a:ext uri="{FF2B5EF4-FFF2-40B4-BE49-F238E27FC236}">
                  <a16:creationId xmlns:a16="http://schemas.microsoft.com/office/drawing/2014/main" id="{3024CF00-7815-4632-847D-4433715858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19743" y="4044299"/>
              <a:ext cx="278467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Ravni poveznik 11">
              <a:extLst>
                <a:ext uri="{FF2B5EF4-FFF2-40B4-BE49-F238E27FC236}">
                  <a16:creationId xmlns:a16="http://schemas.microsoft.com/office/drawing/2014/main" id="{03C5D516-D532-442F-803C-6766D3981F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8661" y="3096343"/>
              <a:ext cx="164284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kstniOkvir 13">
              <a:extLst>
                <a:ext uri="{FF2B5EF4-FFF2-40B4-BE49-F238E27FC236}">
                  <a16:creationId xmlns:a16="http://schemas.microsoft.com/office/drawing/2014/main" id="{B94FBFD5-41ED-42A6-821F-496F5A3376DF}"/>
                </a:ext>
              </a:extLst>
            </p:cNvPr>
            <p:cNvSpPr txBox="1"/>
            <p:nvPr/>
          </p:nvSpPr>
          <p:spPr>
            <a:xfrm>
              <a:off x="2869035" y="2552222"/>
              <a:ext cx="9311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pectus</a:t>
              </a:r>
              <a:endParaRPr lang="hr-HR" sz="2000" dirty="0"/>
            </a:p>
          </p:txBody>
        </p:sp>
        <p:sp>
          <p:nvSpPr>
            <p:cNvPr id="15" name="TekstniOkvir 14">
              <a:extLst>
                <a:ext uri="{FF2B5EF4-FFF2-40B4-BE49-F238E27FC236}">
                  <a16:creationId xmlns:a16="http://schemas.microsoft.com/office/drawing/2014/main" id="{9E7C22C3-47B0-4478-87E6-C4FD70E17E59}"/>
                </a:ext>
              </a:extLst>
            </p:cNvPr>
            <p:cNvSpPr txBox="1"/>
            <p:nvPr/>
          </p:nvSpPr>
          <p:spPr>
            <a:xfrm>
              <a:off x="8481270" y="2696233"/>
              <a:ext cx="10402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dorsum</a:t>
              </a:r>
              <a:endParaRPr lang="hr-HR" sz="2000" dirty="0"/>
            </a:p>
          </p:txBody>
        </p:sp>
        <p:sp>
          <p:nvSpPr>
            <p:cNvPr id="17" name="TekstniOkvir 16">
              <a:extLst>
                <a:ext uri="{FF2B5EF4-FFF2-40B4-BE49-F238E27FC236}">
                  <a16:creationId xmlns:a16="http://schemas.microsoft.com/office/drawing/2014/main" id="{E74D09DF-4052-4DBC-BBBA-A3ACF072E7F6}"/>
                </a:ext>
              </a:extLst>
            </p:cNvPr>
            <p:cNvSpPr txBox="1"/>
            <p:nvPr/>
          </p:nvSpPr>
          <p:spPr>
            <a:xfrm>
              <a:off x="1770077" y="3666578"/>
              <a:ext cx="21979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dirty="0" err="1"/>
                <a:t>venter</a:t>
              </a:r>
              <a:r>
                <a:rPr lang="hr-HR" dirty="0"/>
                <a:t> (abdomen)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59115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9F17474-4FDA-4163-AFE2-54861F60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404244"/>
            <a:ext cx="10241280" cy="563118"/>
          </a:xfrm>
        </p:spPr>
        <p:txBody>
          <a:bodyPr/>
          <a:lstStyle/>
          <a:p>
            <a:r>
              <a:rPr lang="hr-HR" dirty="0"/>
              <a:t>TRUNCUS</a:t>
            </a:r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86ECCFE4-C805-4684-AA48-9700A1C050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4" t="19904" r="3417" b="23262"/>
          <a:stretch/>
        </p:blipFill>
        <p:spPr>
          <a:xfrm rot="16200000">
            <a:off x="6633058" y="1806087"/>
            <a:ext cx="5841035" cy="2819400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1D59DDA6-5EDD-450A-8A42-018EC67BC6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0332"/>
          <a:stretch/>
        </p:blipFill>
        <p:spPr>
          <a:xfrm flipH="1">
            <a:off x="1228724" y="967362"/>
            <a:ext cx="3055481" cy="4923275"/>
          </a:xfrm>
          <a:prstGeom prst="rect">
            <a:avLst/>
          </a:prstGeom>
        </p:spPr>
      </p:pic>
      <p:grpSp>
        <p:nvGrpSpPr>
          <p:cNvPr id="3" name="Grupa 2">
            <a:extLst>
              <a:ext uri="{FF2B5EF4-FFF2-40B4-BE49-F238E27FC236}">
                <a16:creationId xmlns:a16="http://schemas.microsoft.com/office/drawing/2014/main" id="{1868DEB6-AA7E-49B7-A0AC-34172CEE21D0}"/>
              </a:ext>
            </a:extLst>
          </p:cNvPr>
          <p:cNvGrpSpPr/>
          <p:nvPr/>
        </p:nvGrpSpPr>
        <p:grpSpPr>
          <a:xfrm>
            <a:off x="3053593" y="2271220"/>
            <a:ext cx="3212356" cy="3039012"/>
            <a:chOff x="3053593" y="2271220"/>
            <a:chExt cx="3212356" cy="3039012"/>
          </a:xfrm>
        </p:grpSpPr>
        <p:cxnSp>
          <p:nvCxnSpPr>
            <p:cNvPr id="7" name="Ravni poveznik 6">
              <a:extLst>
                <a:ext uri="{FF2B5EF4-FFF2-40B4-BE49-F238E27FC236}">
                  <a16:creationId xmlns:a16="http://schemas.microsoft.com/office/drawing/2014/main" id="{380BE63F-6E07-4F22-9DBD-CAE69E1472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3593" y="4756558"/>
              <a:ext cx="1082179" cy="55367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Ravni poveznik 8">
              <a:extLst>
                <a:ext uri="{FF2B5EF4-FFF2-40B4-BE49-F238E27FC236}">
                  <a16:creationId xmlns:a16="http://schemas.microsoft.com/office/drawing/2014/main" id="{CE6823AE-E848-42B8-B6AB-21BE4EFD42C3}"/>
                </a:ext>
              </a:extLst>
            </p:cNvPr>
            <p:cNvCxnSpPr>
              <a:cxnSpLocks/>
            </p:cNvCxnSpPr>
            <p:nvPr/>
          </p:nvCxnSpPr>
          <p:spPr>
            <a:xfrm>
              <a:off x="4135772" y="4756558"/>
              <a:ext cx="197408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Ravni poveznik 10">
              <a:extLst>
                <a:ext uri="{FF2B5EF4-FFF2-40B4-BE49-F238E27FC236}">
                  <a16:creationId xmlns:a16="http://schemas.microsoft.com/office/drawing/2014/main" id="{75A2DF1D-B336-4C17-B6D3-546A897D2B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1160" y="2709644"/>
              <a:ext cx="1018275" cy="506144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Ravni poveznik 13">
              <a:extLst>
                <a:ext uri="{FF2B5EF4-FFF2-40B4-BE49-F238E27FC236}">
                  <a16:creationId xmlns:a16="http://schemas.microsoft.com/office/drawing/2014/main" id="{0FBF1A21-CD09-4AEB-923F-D3E76C767E7A}"/>
                </a:ext>
              </a:extLst>
            </p:cNvPr>
            <p:cNvCxnSpPr>
              <a:cxnSpLocks/>
            </p:cNvCxnSpPr>
            <p:nvPr/>
          </p:nvCxnSpPr>
          <p:spPr>
            <a:xfrm>
              <a:off x="4249435" y="2712398"/>
              <a:ext cx="1735695" cy="0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6" name="TekstniOkvir 15">
              <a:extLst>
                <a:ext uri="{FF2B5EF4-FFF2-40B4-BE49-F238E27FC236}">
                  <a16:creationId xmlns:a16="http://schemas.microsoft.com/office/drawing/2014/main" id="{95716765-9A83-412B-9FB0-91FBE6C2CB08}"/>
                </a:ext>
              </a:extLst>
            </p:cNvPr>
            <p:cNvSpPr txBox="1"/>
            <p:nvPr/>
          </p:nvSpPr>
          <p:spPr>
            <a:xfrm>
              <a:off x="4003386" y="4291673"/>
              <a:ext cx="22625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columna</a:t>
              </a:r>
              <a:r>
                <a:rPr lang="hr-HR" sz="2000" dirty="0"/>
                <a:t> </a:t>
              </a:r>
              <a:r>
                <a:rPr lang="hr-HR" sz="2000" dirty="0" err="1"/>
                <a:t>vertebralis</a:t>
              </a:r>
              <a:endParaRPr lang="hr-HR" sz="2000" dirty="0"/>
            </a:p>
          </p:txBody>
        </p:sp>
        <p:sp>
          <p:nvSpPr>
            <p:cNvPr id="17" name="TekstniOkvir 16">
              <a:extLst>
                <a:ext uri="{FF2B5EF4-FFF2-40B4-BE49-F238E27FC236}">
                  <a16:creationId xmlns:a16="http://schemas.microsoft.com/office/drawing/2014/main" id="{87C4F20D-B9D6-4EE5-853E-04F14DD24F70}"/>
                </a:ext>
              </a:extLst>
            </p:cNvPr>
            <p:cNvSpPr txBox="1"/>
            <p:nvPr/>
          </p:nvSpPr>
          <p:spPr>
            <a:xfrm>
              <a:off x="4211385" y="2271220"/>
              <a:ext cx="18465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medulla</a:t>
              </a:r>
              <a:r>
                <a:rPr lang="hr-HR" sz="2000" dirty="0"/>
                <a:t> </a:t>
              </a:r>
              <a:r>
                <a:rPr lang="hr-HR" sz="2000" dirty="0" err="1"/>
                <a:t>spinalis</a:t>
              </a:r>
              <a:endParaRPr lang="hr-HR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340551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E8850E8-257F-4ACD-ABB5-7F1CB9B87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469065"/>
            <a:ext cx="10241280" cy="595451"/>
          </a:xfrm>
        </p:spPr>
        <p:txBody>
          <a:bodyPr/>
          <a:lstStyle/>
          <a:p>
            <a:r>
              <a:rPr lang="hr-HR" dirty="0"/>
              <a:t>TRUNCUS</a:t>
            </a:r>
          </a:p>
        </p:txBody>
      </p:sp>
      <p:pic>
        <p:nvPicPr>
          <p:cNvPr id="4" name="Slika 3" descr="Slika na kojoj se prikazuje tekst&#10;&#10;Opis je automatski generiran">
            <a:extLst>
              <a:ext uri="{FF2B5EF4-FFF2-40B4-BE49-F238E27FC236}">
                <a16:creationId xmlns:a16="http://schemas.microsoft.com/office/drawing/2014/main" id="{858DD854-4A31-4BAA-B88E-E292888FA8C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76" t="4981" r="33106" b="33564"/>
          <a:stretch/>
        </p:blipFill>
        <p:spPr>
          <a:xfrm>
            <a:off x="8796529" y="298356"/>
            <a:ext cx="3057487" cy="5791429"/>
          </a:xfrm>
          <a:prstGeom prst="rect">
            <a:avLst/>
          </a:prstGeom>
        </p:spPr>
      </p:pic>
      <p:pic>
        <p:nvPicPr>
          <p:cNvPr id="12" name="Slika 11">
            <a:extLst>
              <a:ext uri="{FF2B5EF4-FFF2-40B4-BE49-F238E27FC236}">
                <a16:creationId xmlns:a16="http://schemas.microsoft.com/office/drawing/2014/main" id="{6FE706E9-4AE8-4C0B-8AF4-2D511F688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390" y="2946746"/>
            <a:ext cx="2020399" cy="2505296"/>
          </a:xfrm>
          <a:prstGeom prst="rect">
            <a:avLst/>
          </a:prstGeom>
        </p:spPr>
      </p:pic>
      <p:grpSp>
        <p:nvGrpSpPr>
          <p:cNvPr id="17" name="Grupa 16">
            <a:extLst>
              <a:ext uri="{FF2B5EF4-FFF2-40B4-BE49-F238E27FC236}">
                <a16:creationId xmlns:a16="http://schemas.microsoft.com/office/drawing/2014/main" id="{0E9A1128-674B-4A38-9B77-1B4C29D8922A}"/>
              </a:ext>
            </a:extLst>
          </p:cNvPr>
          <p:cNvGrpSpPr/>
          <p:nvPr/>
        </p:nvGrpSpPr>
        <p:grpSpPr>
          <a:xfrm>
            <a:off x="3112660" y="1131628"/>
            <a:ext cx="7238933" cy="4394102"/>
            <a:chOff x="3112660" y="1131628"/>
            <a:chExt cx="7238933" cy="4394102"/>
          </a:xfrm>
        </p:grpSpPr>
        <p:grpSp>
          <p:nvGrpSpPr>
            <p:cNvPr id="109" name="Grupa 108">
              <a:extLst>
                <a:ext uri="{FF2B5EF4-FFF2-40B4-BE49-F238E27FC236}">
                  <a16:creationId xmlns:a16="http://schemas.microsoft.com/office/drawing/2014/main" id="{AFCFF775-4271-4FE5-B7EA-8434A072C849}"/>
                </a:ext>
              </a:extLst>
            </p:cNvPr>
            <p:cNvGrpSpPr/>
            <p:nvPr/>
          </p:nvGrpSpPr>
          <p:grpSpPr>
            <a:xfrm>
              <a:off x="7382951" y="1131628"/>
              <a:ext cx="2968642" cy="1957732"/>
              <a:chOff x="5856352" y="1146356"/>
              <a:chExt cx="2968642" cy="1957732"/>
            </a:xfrm>
          </p:grpSpPr>
          <p:cxnSp>
            <p:nvCxnSpPr>
              <p:cNvPr id="7" name="Ravni poveznik 6">
                <a:extLst>
                  <a:ext uri="{FF2B5EF4-FFF2-40B4-BE49-F238E27FC236}">
                    <a16:creationId xmlns:a16="http://schemas.microsoft.com/office/drawing/2014/main" id="{68B0ECB0-7B5D-4883-AC10-0E0C182BC4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96256" y="1590040"/>
                <a:ext cx="2331632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Ravni poveznik 8">
                <a:extLst>
                  <a:ext uri="{FF2B5EF4-FFF2-40B4-BE49-F238E27FC236}">
                    <a16:creationId xmlns:a16="http://schemas.microsoft.com/office/drawing/2014/main" id="{4E4535DF-42AC-4DA0-9AA1-08D0499D89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96256" y="2363226"/>
                <a:ext cx="2169445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Ravni poveznik 10">
                <a:extLst>
                  <a:ext uri="{FF2B5EF4-FFF2-40B4-BE49-F238E27FC236}">
                    <a16:creationId xmlns:a16="http://schemas.microsoft.com/office/drawing/2014/main" id="{D46DFADC-5AD3-4F76-9454-749B0DB7C0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856352" y="3104087"/>
                <a:ext cx="2968642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TekstniOkvir 12">
                <a:extLst>
                  <a:ext uri="{FF2B5EF4-FFF2-40B4-BE49-F238E27FC236}">
                    <a16:creationId xmlns:a16="http://schemas.microsoft.com/office/drawing/2014/main" id="{FB0C33A7-6FE9-4907-9CCD-5593C40A0513}"/>
                  </a:ext>
                </a:extLst>
              </p:cNvPr>
              <p:cNvSpPr txBox="1"/>
              <p:nvPr/>
            </p:nvSpPr>
            <p:spPr>
              <a:xfrm>
                <a:off x="6396256" y="1146356"/>
                <a:ext cx="19294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sz="2000" dirty="0" err="1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c</a:t>
                </a:r>
                <a:r>
                  <a:rPr lang="hr-HR" sz="20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avum</a:t>
                </a:r>
                <a:r>
                  <a:rPr lang="hr-HR" sz="20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 </a:t>
                </a:r>
                <a:r>
                  <a:rPr lang="hr-HR" sz="200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thoracale</a:t>
                </a:r>
                <a:r>
                  <a:rPr lang="hr-HR" sz="20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 </a:t>
                </a:r>
                <a:endParaRPr lang="hr-HR" sz="2000" dirty="0"/>
              </a:p>
            </p:txBody>
          </p:sp>
          <p:sp>
            <p:nvSpPr>
              <p:cNvPr id="14" name="TekstniOkvir 13">
                <a:extLst>
                  <a:ext uri="{FF2B5EF4-FFF2-40B4-BE49-F238E27FC236}">
                    <a16:creationId xmlns:a16="http://schemas.microsoft.com/office/drawing/2014/main" id="{22E61780-06D6-468E-87AC-34476D74A9C9}"/>
                  </a:ext>
                </a:extLst>
              </p:cNvPr>
              <p:cNvSpPr txBox="1"/>
              <p:nvPr/>
            </p:nvSpPr>
            <p:spPr>
              <a:xfrm>
                <a:off x="6488535" y="1963116"/>
                <a:ext cx="14764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sz="2000" dirty="0" err="1"/>
                  <a:t>diaphragma</a:t>
                </a:r>
                <a:endParaRPr lang="hr-HR" sz="2000" dirty="0"/>
              </a:p>
            </p:txBody>
          </p:sp>
          <p:sp>
            <p:nvSpPr>
              <p:cNvPr id="15" name="TekstniOkvir 14">
                <a:extLst>
                  <a:ext uri="{FF2B5EF4-FFF2-40B4-BE49-F238E27FC236}">
                    <a16:creationId xmlns:a16="http://schemas.microsoft.com/office/drawing/2014/main" id="{DE1C2416-FF1F-4A89-8EC8-CA0C4095EF8C}"/>
                  </a:ext>
                </a:extLst>
              </p:cNvPr>
              <p:cNvSpPr txBox="1"/>
              <p:nvPr/>
            </p:nvSpPr>
            <p:spPr>
              <a:xfrm>
                <a:off x="5856352" y="2691179"/>
                <a:ext cx="20720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dirty="0" err="1"/>
                  <a:t>cavum</a:t>
                </a:r>
                <a:r>
                  <a:rPr lang="hr-HR" dirty="0"/>
                  <a:t> </a:t>
                </a:r>
                <a:r>
                  <a:rPr lang="hr-HR" dirty="0" err="1"/>
                  <a:t>abdominale</a:t>
                </a:r>
                <a:endParaRPr lang="hr-HR" dirty="0"/>
              </a:p>
            </p:txBody>
          </p:sp>
        </p:grpSp>
        <p:grpSp>
          <p:nvGrpSpPr>
            <p:cNvPr id="16" name="Grupa 15">
              <a:extLst>
                <a:ext uri="{FF2B5EF4-FFF2-40B4-BE49-F238E27FC236}">
                  <a16:creationId xmlns:a16="http://schemas.microsoft.com/office/drawing/2014/main" id="{C2D4E69E-11EC-4F73-A9A9-1263B9CA2426}"/>
                </a:ext>
              </a:extLst>
            </p:cNvPr>
            <p:cNvGrpSpPr/>
            <p:nvPr/>
          </p:nvGrpSpPr>
          <p:grpSpPr>
            <a:xfrm>
              <a:off x="3112660" y="2843169"/>
              <a:ext cx="4655878" cy="2682561"/>
              <a:chOff x="3112660" y="2843169"/>
              <a:chExt cx="4655878" cy="2682561"/>
            </a:xfrm>
          </p:grpSpPr>
          <p:cxnSp>
            <p:nvCxnSpPr>
              <p:cNvPr id="20" name="Ravni poveznik 19">
                <a:extLst>
                  <a:ext uri="{FF2B5EF4-FFF2-40B4-BE49-F238E27FC236}">
                    <a16:creationId xmlns:a16="http://schemas.microsoft.com/office/drawing/2014/main" id="{A3C6BC0E-CA87-49CE-822F-986B49988479}"/>
                  </a:ext>
                </a:extLst>
              </p:cNvPr>
              <p:cNvCxnSpPr/>
              <p:nvPr/>
            </p:nvCxnSpPr>
            <p:spPr>
              <a:xfrm>
                <a:off x="6200224" y="3089359"/>
                <a:ext cx="486561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Ravni poveznik 21">
                <a:extLst>
                  <a:ext uri="{FF2B5EF4-FFF2-40B4-BE49-F238E27FC236}">
                    <a16:creationId xmlns:a16="http://schemas.microsoft.com/office/drawing/2014/main" id="{40D013E3-F34B-4322-8BBF-08A4FB9B2D04}"/>
                  </a:ext>
                </a:extLst>
              </p:cNvPr>
              <p:cNvCxnSpPr/>
              <p:nvPr/>
            </p:nvCxnSpPr>
            <p:spPr>
              <a:xfrm>
                <a:off x="6200224" y="5525730"/>
                <a:ext cx="486561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Ravni poveznik 22">
                <a:extLst>
                  <a:ext uri="{FF2B5EF4-FFF2-40B4-BE49-F238E27FC236}">
                    <a16:creationId xmlns:a16="http://schemas.microsoft.com/office/drawing/2014/main" id="{04666A0C-6B9A-49C5-8D09-6C6E7B67EC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43505" y="3089359"/>
                <a:ext cx="0" cy="243420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" name="TekstniOkvir 24">
                <a:extLst>
                  <a:ext uri="{FF2B5EF4-FFF2-40B4-BE49-F238E27FC236}">
                    <a16:creationId xmlns:a16="http://schemas.microsoft.com/office/drawing/2014/main" id="{1BBAABA3-29F7-428E-848D-2425A2237A8F}"/>
                  </a:ext>
                </a:extLst>
              </p:cNvPr>
              <p:cNvSpPr txBox="1"/>
              <p:nvPr/>
            </p:nvSpPr>
            <p:spPr>
              <a:xfrm>
                <a:off x="6586229" y="4027069"/>
                <a:ext cx="118230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sz="2000" dirty="0" err="1"/>
                  <a:t>thorax</a:t>
                </a:r>
                <a:endParaRPr lang="hr-HR" sz="2000" dirty="0"/>
              </a:p>
            </p:txBody>
          </p:sp>
          <p:cxnSp>
            <p:nvCxnSpPr>
              <p:cNvPr id="27" name="Ravni poveznik 26">
                <a:extLst>
                  <a:ext uri="{FF2B5EF4-FFF2-40B4-BE49-F238E27FC236}">
                    <a16:creationId xmlns:a16="http://schemas.microsoft.com/office/drawing/2014/main" id="{AC7F9C36-29A2-4845-9C36-07418BA000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13515" y="3268839"/>
                <a:ext cx="595535" cy="29025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Ravni poveznik 28">
                <a:extLst>
                  <a:ext uri="{FF2B5EF4-FFF2-40B4-BE49-F238E27FC236}">
                    <a16:creationId xmlns:a16="http://schemas.microsoft.com/office/drawing/2014/main" id="{7ABD7C7A-8233-4A15-8622-A2CDDBEFFC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13515" y="3268839"/>
                <a:ext cx="377422" cy="80688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Ravni poveznik 30">
                <a:extLst>
                  <a:ext uri="{FF2B5EF4-FFF2-40B4-BE49-F238E27FC236}">
                    <a16:creationId xmlns:a16="http://schemas.microsoft.com/office/drawing/2014/main" id="{0984E17A-2BB5-4CD6-A9BA-AEC3E53A08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2660" y="3268839"/>
                <a:ext cx="110085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" name="TekstniOkvir 31">
                <a:extLst>
                  <a:ext uri="{FF2B5EF4-FFF2-40B4-BE49-F238E27FC236}">
                    <a16:creationId xmlns:a16="http://schemas.microsoft.com/office/drawing/2014/main" id="{48DB13DA-6219-4469-8403-25F309302BF9}"/>
                  </a:ext>
                </a:extLst>
              </p:cNvPr>
              <p:cNvSpPr txBox="1"/>
              <p:nvPr/>
            </p:nvSpPr>
            <p:spPr>
              <a:xfrm>
                <a:off x="3184641" y="2843169"/>
                <a:ext cx="13148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r-HR" sz="2000" dirty="0" err="1"/>
                  <a:t>costae</a:t>
                </a:r>
                <a:endParaRPr lang="hr-HR" sz="2000" dirty="0"/>
              </a:p>
            </p:txBody>
          </p:sp>
        </p:grpSp>
      </p:grpSp>
      <p:pic>
        <p:nvPicPr>
          <p:cNvPr id="5" name="Slika 4">
            <a:extLst>
              <a:ext uri="{FF2B5EF4-FFF2-40B4-BE49-F238E27FC236}">
                <a16:creationId xmlns:a16="http://schemas.microsoft.com/office/drawing/2014/main" id="{6874C4EE-D65F-4F2E-B70E-F967A3FEE0E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" t="21502" r="1759" b="17563"/>
          <a:stretch/>
        </p:blipFill>
        <p:spPr>
          <a:xfrm rot="16200000">
            <a:off x="-307274" y="2614348"/>
            <a:ext cx="4203738" cy="21256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30471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FEEF51A-3F6C-4B1A-BB4D-60F0D3B9B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418930"/>
            <a:ext cx="10241280" cy="582168"/>
          </a:xfrm>
        </p:spPr>
        <p:txBody>
          <a:bodyPr/>
          <a:lstStyle/>
          <a:p>
            <a:r>
              <a:rPr lang="hr-HR" dirty="0"/>
              <a:t>TRUNCUS</a:t>
            </a:r>
          </a:p>
        </p:txBody>
      </p:sp>
      <p:grpSp>
        <p:nvGrpSpPr>
          <p:cNvPr id="3" name="Grupa 2">
            <a:extLst>
              <a:ext uri="{FF2B5EF4-FFF2-40B4-BE49-F238E27FC236}">
                <a16:creationId xmlns:a16="http://schemas.microsoft.com/office/drawing/2014/main" id="{5A82FEE1-EE6B-4760-A51D-F37D2672CDC7}"/>
              </a:ext>
            </a:extLst>
          </p:cNvPr>
          <p:cNvGrpSpPr/>
          <p:nvPr/>
        </p:nvGrpSpPr>
        <p:grpSpPr>
          <a:xfrm>
            <a:off x="2173220" y="445478"/>
            <a:ext cx="7526528" cy="5694200"/>
            <a:chOff x="2440248" y="236897"/>
            <a:chExt cx="7526528" cy="5694200"/>
          </a:xfrm>
        </p:grpSpPr>
        <p:pic>
          <p:nvPicPr>
            <p:cNvPr id="4" name="Slika 3">
              <a:extLst>
                <a:ext uri="{FF2B5EF4-FFF2-40B4-BE49-F238E27FC236}">
                  <a16:creationId xmlns:a16="http://schemas.microsoft.com/office/drawing/2014/main" id="{D2AFF6E5-14A9-4F10-A34B-4A4A9313CB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554" t="10424" r="64771" b="34263"/>
            <a:stretch/>
          </p:blipFill>
          <p:spPr>
            <a:xfrm>
              <a:off x="5379611" y="236897"/>
              <a:ext cx="4587165" cy="5694200"/>
            </a:xfrm>
            <a:prstGeom prst="rect">
              <a:avLst/>
            </a:prstGeom>
          </p:spPr>
        </p:pic>
        <p:pic>
          <p:nvPicPr>
            <p:cNvPr id="5" name="Slika 4" descr="Slika na kojoj se prikazuje dodatak, desert&#10;&#10;Opis je automatski generiran">
              <a:extLst>
                <a:ext uri="{FF2B5EF4-FFF2-40B4-BE49-F238E27FC236}">
                  <a16:creationId xmlns:a16="http://schemas.microsoft.com/office/drawing/2014/main" id="{E8DCDC29-F16F-40F1-8195-0AF5F22247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012" t="16627" b="19686"/>
            <a:stretch/>
          </p:blipFill>
          <p:spPr>
            <a:xfrm rot="16730314">
              <a:off x="1443860" y="2219797"/>
              <a:ext cx="4419633" cy="242685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65000" dist="50800" dir="12900000" kx="195000" ky="145000" algn="tl" rotWithShape="0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360000"/>
              </a:camera>
              <a:lightRig rig="twoPt" dir="t">
                <a:rot lat="0" lon="0" rev="7200000"/>
              </a:lightRig>
            </a:scene3d>
            <a:sp3d contourW="12700">
              <a:bevelT w="25400" h="19050"/>
              <a:contourClr>
                <a:srgbClr val="969696"/>
              </a:contourClr>
            </a:sp3d>
          </p:spPr>
        </p:pic>
      </p:grpSp>
      <p:grpSp>
        <p:nvGrpSpPr>
          <p:cNvPr id="9" name="Grupa 8">
            <a:extLst>
              <a:ext uri="{FF2B5EF4-FFF2-40B4-BE49-F238E27FC236}">
                <a16:creationId xmlns:a16="http://schemas.microsoft.com/office/drawing/2014/main" id="{5B6CA661-35B2-47AB-8450-53F57F18E0F6}"/>
              </a:ext>
            </a:extLst>
          </p:cNvPr>
          <p:cNvGrpSpPr/>
          <p:nvPr/>
        </p:nvGrpSpPr>
        <p:grpSpPr>
          <a:xfrm>
            <a:off x="5902780" y="1271787"/>
            <a:ext cx="6041439" cy="3019830"/>
            <a:chOff x="5732765" y="1201745"/>
            <a:chExt cx="6041439" cy="3019830"/>
          </a:xfrm>
        </p:grpSpPr>
        <p:cxnSp>
          <p:nvCxnSpPr>
            <p:cNvPr id="10" name="Ravni poveznik 9">
              <a:extLst>
                <a:ext uri="{FF2B5EF4-FFF2-40B4-BE49-F238E27FC236}">
                  <a16:creationId xmlns:a16="http://schemas.microsoft.com/office/drawing/2014/main" id="{CAEE1279-5CB5-46AC-B4D7-22C9FB93F2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2888" y="1632915"/>
              <a:ext cx="639257" cy="41185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Ravni poveznik 10">
              <a:extLst>
                <a:ext uri="{FF2B5EF4-FFF2-40B4-BE49-F238E27FC236}">
                  <a16:creationId xmlns:a16="http://schemas.microsoft.com/office/drawing/2014/main" id="{3A5BC488-762D-4184-B088-3E260C39F0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8138" y="1632915"/>
              <a:ext cx="990218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Ravni poveznik 11">
              <a:extLst>
                <a:ext uri="{FF2B5EF4-FFF2-40B4-BE49-F238E27FC236}">
                  <a16:creationId xmlns:a16="http://schemas.microsoft.com/office/drawing/2014/main" id="{1DF531AE-98AC-4AA4-B84A-0D883917E4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4566" y="1632914"/>
              <a:ext cx="1109165" cy="663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Ravni poveznik 12">
              <a:extLst>
                <a:ext uri="{FF2B5EF4-FFF2-40B4-BE49-F238E27FC236}">
                  <a16:creationId xmlns:a16="http://schemas.microsoft.com/office/drawing/2014/main" id="{929865C6-4696-4BC3-84B8-E7E5F5EECBF0}"/>
                </a:ext>
              </a:extLst>
            </p:cNvPr>
            <p:cNvCxnSpPr>
              <a:cxnSpLocks/>
            </p:cNvCxnSpPr>
            <p:nvPr/>
          </p:nvCxnSpPr>
          <p:spPr>
            <a:xfrm>
              <a:off x="6357786" y="1876826"/>
              <a:ext cx="1597977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Ravni poveznik 13">
              <a:extLst>
                <a:ext uri="{FF2B5EF4-FFF2-40B4-BE49-F238E27FC236}">
                  <a16:creationId xmlns:a16="http://schemas.microsoft.com/office/drawing/2014/main" id="{826739F6-8B61-42C0-8965-E3F2B32B92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2765" y="2374412"/>
              <a:ext cx="2078772" cy="195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Ravni poveznik 14">
              <a:extLst>
                <a:ext uri="{FF2B5EF4-FFF2-40B4-BE49-F238E27FC236}">
                  <a16:creationId xmlns:a16="http://schemas.microsoft.com/office/drawing/2014/main" id="{9CBBC7FD-F872-46B3-BD45-AAC6905A2D71}"/>
                </a:ext>
              </a:extLst>
            </p:cNvPr>
            <p:cNvCxnSpPr>
              <a:cxnSpLocks/>
            </p:cNvCxnSpPr>
            <p:nvPr/>
          </p:nvCxnSpPr>
          <p:spPr>
            <a:xfrm>
              <a:off x="7955763" y="2617690"/>
              <a:ext cx="1077156" cy="18793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Ravni poveznik 15">
              <a:extLst>
                <a:ext uri="{FF2B5EF4-FFF2-40B4-BE49-F238E27FC236}">
                  <a16:creationId xmlns:a16="http://schemas.microsoft.com/office/drawing/2014/main" id="{8F9E5E3A-4189-411D-8067-0CEB89F004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77562" y="2302040"/>
              <a:ext cx="507004" cy="867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Ravni poveznik 16">
              <a:extLst>
                <a:ext uri="{FF2B5EF4-FFF2-40B4-BE49-F238E27FC236}">
                  <a16:creationId xmlns:a16="http://schemas.microsoft.com/office/drawing/2014/main" id="{087FB3E9-EAEC-4C33-8700-6184764166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76600" y="2295407"/>
              <a:ext cx="1109165" cy="663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Ravni poveznik 17">
              <a:extLst>
                <a:ext uri="{FF2B5EF4-FFF2-40B4-BE49-F238E27FC236}">
                  <a16:creationId xmlns:a16="http://schemas.microsoft.com/office/drawing/2014/main" id="{1C77A20D-06FF-4ED3-9988-E143395D8418}"/>
                </a:ext>
              </a:extLst>
            </p:cNvPr>
            <p:cNvCxnSpPr>
              <a:cxnSpLocks/>
            </p:cNvCxnSpPr>
            <p:nvPr/>
          </p:nvCxnSpPr>
          <p:spPr>
            <a:xfrm>
              <a:off x="6357786" y="4221574"/>
              <a:ext cx="1353570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Ravni poveznik 18">
              <a:extLst>
                <a:ext uri="{FF2B5EF4-FFF2-40B4-BE49-F238E27FC236}">
                  <a16:creationId xmlns:a16="http://schemas.microsoft.com/office/drawing/2014/main" id="{611CAC34-ED69-42B6-9ABD-105BA4AAFD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5115" y="3420566"/>
              <a:ext cx="1738588" cy="44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kstniOkvir 19">
              <a:extLst>
                <a:ext uri="{FF2B5EF4-FFF2-40B4-BE49-F238E27FC236}">
                  <a16:creationId xmlns:a16="http://schemas.microsoft.com/office/drawing/2014/main" id="{14622DB5-DB3C-4FBE-8AAD-377511333203}"/>
                </a:ext>
              </a:extLst>
            </p:cNvPr>
            <p:cNvSpPr txBox="1"/>
            <p:nvPr/>
          </p:nvSpPr>
          <p:spPr>
            <a:xfrm>
              <a:off x="8818645" y="1201745"/>
              <a:ext cx="1256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pulmones</a:t>
              </a:r>
              <a:endParaRPr lang="hr-HR" sz="2000" dirty="0"/>
            </a:p>
          </p:txBody>
        </p:sp>
        <p:sp>
          <p:nvSpPr>
            <p:cNvPr id="21" name="TekstniOkvir 20">
              <a:extLst>
                <a:ext uri="{FF2B5EF4-FFF2-40B4-BE49-F238E27FC236}">
                  <a16:creationId xmlns:a16="http://schemas.microsoft.com/office/drawing/2014/main" id="{16818BDE-A620-4F37-A78F-8CC2F29183AD}"/>
                </a:ext>
              </a:extLst>
            </p:cNvPr>
            <p:cNvSpPr txBox="1"/>
            <p:nvPr/>
          </p:nvSpPr>
          <p:spPr>
            <a:xfrm>
              <a:off x="6658942" y="1450580"/>
              <a:ext cx="7436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cor</a:t>
              </a:r>
              <a:endParaRPr lang="hr-HR" sz="2000" dirty="0"/>
            </a:p>
          </p:txBody>
        </p:sp>
        <p:sp>
          <p:nvSpPr>
            <p:cNvPr id="22" name="TekstniOkvir 21">
              <a:extLst>
                <a:ext uri="{FF2B5EF4-FFF2-40B4-BE49-F238E27FC236}">
                  <a16:creationId xmlns:a16="http://schemas.microsoft.com/office/drawing/2014/main" id="{D50C9293-18FB-4CE9-9191-5ED044863FEB}"/>
                </a:ext>
              </a:extLst>
            </p:cNvPr>
            <p:cNvSpPr txBox="1"/>
            <p:nvPr/>
          </p:nvSpPr>
          <p:spPr>
            <a:xfrm>
              <a:off x="5868540" y="1944904"/>
              <a:ext cx="16350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iecur</a:t>
              </a:r>
              <a:r>
                <a:rPr lang="hr-HR" sz="2000" dirty="0"/>
                <a:t> (</a:t>
              </a:r>
              <a:r>
                <a:rPr lang="hr-HR" sz="2000" dirty="0" err="1"/>
                <a:t>hepar</a:t>
              </a:r>
              <a:r>
                <a:rPr lang="hr-HR" sz="2000" dirty="0"/>
                <a:t>)</a:t>
              </a:r>
            </a:p>
          </p:txBody>
        </p:sp>
        <p:sp>
          <p:nvSpPr>
            <p:cNvPr id="23" name="TekstniOkvir 22">
              <a:extLst>
                <a:ext uri="{FF2B5EF4-FFF2-40B4-BE49-F238E27FC236}">
                  <a16:creationId xmlns:a16="http://schemas.microsoft.com/office/drawing/2014/main" id="{87C67690-4C0C-402C-94D3-49A3F9C2DBFC}"/>
                </a:ext>
              </a:extLst>
            </p:cNvPr>
            <p:cNvSpPr txBox="1"/>
            <p:nvPr/>
          </p:nvSpPr>
          <p:spPr>
            <a:xfrm>
              <a:off x="8881684" y="2401553"/>
              <a:ext cx="26631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stomachus</a:t>
              </a:r>
              <a:r>
                <a:rPr lang="hr-HR" sz="2000" dirty="0"/>
                <a:t> (</a:t>
              </a:r>
              <a:r>
                <a:rPr lang="hr-HR" sz="2000" dirty="0" err="1"/>
                <a:t>ventriculus</a:t>
              </a:r>
              <a:r>
                <a:rPr lang="hr-HR" sz="2000" dirty="0"/>
                <a:t>)</a:t>
              </a:r>
            </a:p>
          </p:txBody>
        </p:sp>
        <p:cxnSp>
          <p:nvCxnSpPr>
            <p:cNvPr id="24" name="Ravni poveznik 23">
              <a:extLst>
                <a:ext uri="{FF2B5EF4-FFF2-40B4-BE49-F238E27FC236}">
                  <a16:creationId xmlns:a16="http://schemas.microsoft.com/office/drawing/2014/main" id="{8085B655-0B80-4776-A756-9F0DF81C57EE}"/>
                </a:ext>
              </a:extLst>
            </p:cNvPr>
            <p:cNvCxnSpPr>
              <a:cxnSpLocks/>
            </p:cNvCxnSpPr>
            <p:nvPr/>
          </p:nvCxnSpPr>
          <p:spPr>
            <a:xfrm>
              <a:off x="9025148" y="2805623"/>
              <a:ext cx="2424756" cy="879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kstniOkvir 24">
              <a:extLst>
                <a:ext uri="{FF2B5EF4-FFF2-40B4-BE49-F238E27FC236}">
                  <a16:creationId xmlns:a16="http://schemas.microsoft.com/office/drawing/2014/main" id="{035097B2-D790-4A36-9AE0-4A61ED72A4C2}"/>
                </a:ext>
              </a:extLst>
            </p:cNvPr>
            <p:cNvSpPr txBox="1"/>
            <p:nvPr/>
          </p:nvSpPr>
          <p:spPr>
            <a:xfrm>
              <a:off x="8915144" y="1873548"/>
              <a:ext cx="11091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pancreas</a:t>
              </a:r>
              <a:endParaRPr lang="hr-HR" sz="2000" dirty="0"/>
            </a:p>
          </p:txBody>
        </p:sp>
        <p:sp>
          <p:nvSpPr>
            <p:cNvPr id="26" name="TekstniOkvir 25">
              <a:extLst>
                <a:ext uri="{FF2B5EF4-FFF2-40B4-BE49-F238E27FC236}">
                  <a16:creationId xmlns:a16="http://schemas.microsoft.com/office/drawing/2014/main" id="{6EA6ECB3-A57B-465C-82D4-6FC6280CDFBC}"/>
                </a:ext>
              </a:extLst>
            </p:cNvPr>
            <p:cNvSpPr txBox="1"/>
            <p:nvPr/>
          </p:nvSpPr>
          <p:spPr>
            <a:xfrm>
              <a:off x="6081871" y="3003068"/>
              <a:ext cx="9157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/>
                <a:t>vena</a:t>
              </a:r>
            </a:p>
          </p:txBody>
        </p:sp>
        <p:sp>
          <p:nvSpPr>
            <p:cNvPr id="27" name="TekstniOkvir 26">
              <a:extLst>
                <a:ext uri="{FF2B5EF4-FFF2-40B4-BE49-F238E27FC236}">
                  <a16:creationId xmlns:a16="http://schemas.microsoft.com/office/drawing/2014/main" id="{8E092992-7395-4303-8161-51A6C87203E3}"/>
                </a:ext>
              </a:extLst>
            </p:cNvPr>
            <p:cNvSpPr txBox="1"/>
            <p:nvPr/>
          </p:nvSpPr>
          <p:spPr>
            <a:xfrm>
              <a:off x="6503279" y="3803634"/>
              <a:ext cx="10549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arteria</a:t>
              </a:r>
              <a:endParaRPr lang="hr-HR" sz="2000" dirty="0"/>
            </a:p>
          </p:txBody>
        </p:sp>
        <p:cxnSp>
          <p:nvCxnSpPr>
            <p:cNvPr id="28" name="Ravni poveznik 27">
              <a:extLst>
                <a:ext uri="{FF2B5EF4-FFF2-40B4-BE49-F238E27FC236}">
                  <a16:creationId xmlns:a16="http://schemas.microsoft.com/office/drawing/2014/main" id="{10AE6614-27A0-4BBD-9C1A-1FA3F710B2E2}"/>
                </a:ext>
              </a:extLst>
            </p:cNvPr>
            <p:cNvCxnSpPr/>
            <p:nvPr/>
          </p:nvCxnSpPr>
          <p:spPr>
            <a:xfrm>
              <a:off x="7846710" y="3085825"/>
              <a:ext cx="1691283" cy="32319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Ravni poveznik 28">
              <a:extLst>
                <a:ext uri="{FF2B5EF4-FFF2-40B4-BE49-F238E27FC236}">
                  <a16:creationId xmlns:a16="http://schemas.microsoft.com/office/drawing/2014/main" id="{6E605502-8A0A-47BF-8917-329EE7FED548}"/>
                </a:ext>
              </a:extLst>
            </p:cNvPr>
            <p:cNvCxnSpPr>
              <a:cxnSpLocks/>
            </p:cNvCxnSpPr>
            <p:nvPr/>
          </p:nvCxnSpPr>
          <p:spPr>
            <a:xfrm>
              <a:off x="9525279" y="3409021"/>
              <a:ext cx="208535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Ravni poveznik 29">
              <a:extLst>
                <a:ext uri="{FF2B5EF4-FFF2-40B4-BE49-F238E27FC236}">
                  <a16:creationId xmlns:a16="http://schemas.microsoft.com/office/drawing/2014/main" id="{0E509D82-25DD-46C8-ABB7-AF17D3216D40}"/>
                </a:ext>
              </a:extLst>
            </p:cNvPr>
            <p:cNvCxnSpPr>
              <a:cxnSpLocks/>
            </p:cNvCxnSpPr>
            <p:nvPr/>
          </p:nvCxnSpPr>
          <p:spPr>
            <a:xfrm>
              <a:off x="8208595" y="3298943"/>
              <a:ext cx="1316684" cy="70895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Ravni poveznik 30">
              <a:extLst>
                <a:ext uri="{FF2B5EF4-FFF2-40B4-BE49-F238E27FC236}">
                  <a16:creationId xmlns:a16="http://schemas.microsoft.com/office/drawing/2014/main" id="{74810C41-4278-4AD6-847B-E6ADC5E69C8C}"/>
                </a:ext>
              </a:extLst>
            </p:cNvPr>
            <p:cNvCxnSpPr>
              <a:cxnSpLocks/>
            </p:cNvCxnSpPr>
            <p:nvPr/>
          </p:nvCxnSpPr>
          <p:spPr>
            <a:xfrm>
              <a:off x="9504385" y="4007897"/>
              <a:ext cx="169128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TekstniOkvir 31">
              <a:extLst>
                <a:ext uri="{FF2B5EF4-FFF2-40B4-BE49-F238E27FC236}">
                  <a16:creationId xmlns:a16="http://schemas.microsoft.com/office/drawing/2014/main" id="{79ACC175-89E0-4690-90EA-FA3595A4C569}"/>
                </a:ext>
              </a:extLst>
            </p:cNvPr>
            <p:cNvSpPr txBox="1"/>
            <p:nvPr/>
          </p:nvSpPr>
          <p:spPr>
            <a:xfrm>
              <a:off x="9552196" y="2997516"/>
              <a:ext cx="22220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intestinum</a:t>
              </a:r>
              <a:r>
                <a:rPr lang="hr-HR" sz="2000" dirty="0"/>
                <a:t> </a:t>
              </a:r>
              <a:r>
                <a:rPr lang="hr-HR" sz="2000" dirty="0" err="1"/>
                <a:t>crassum</a:t>
              </a:r>
              <a:endParaRPr lang="hr-HR" sz="2000" dirty="0"/>
            </a:p>
          </p:txBody>
        </p:sp>
        <p:sp>
          <p:nvSpPr>
            <p:cNvPr id="33" name="TekstniOkvir 32">
              <a:extLst>
                <a:ext uri="{FF2B5EF4-FFF2-40B4-BE49-F238E27FC236}">
                  <a16:creationId xmlns:a16="http://schemas.microsoft.com/office/drawing/2014/main" id="{15230A68-89F7-4188-9CF7-3C4B043277D4}"/>
                </a:ext>
              </a:extLst>
            </p:cNvPr>
            <p:cNvSpPr txBox="1"/>
            <p:nvPr/>
          </p:nvSpPr>
          <p:spPr>
            <a:xfrm>
              <a:off x="9397455" y="3580763"/>
              <a:ext cx="19335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intestinum</a:t>
              </a:r>
              <a:r>
                <a:rPr lang="hr-HR" sz="2000" dirty="0"/>
                <a:t> </a:t>
              </a:r>
              <a:r>
                <a:rPr lang="hr-HR" sz="2000" dirty="0" err="1"/>
                <a:t>tenue</a:t>
              </a:r>
              <a:endParaRPr lang="hr-HR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308356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7AEF4F4-5F9E-462A-B873-CE6B1F2AB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424062"/>
            <a:ext cx="10241280" cy="658368"/>
          </a:xfrm>
        </p:spPr>
        <p:txBody>
          <a:bodyPr/>
          <a:lstStyle/>
          <a:p>
            <a:r>
              <a:rPr lang="hr-HR" dirty="0"/>
              <a:t>TRUNCUS</a:t>
            </a:r>
          </a:p>
        </p:txBody>
      </p:sp>
      <p:grpSp>
        <p:nvGrpSpPr>
          <p:cNvPr id="3" name="Grupa 2">
            <a:extLst>
              <a:ext uri="{FF2B5EF4-FFF2-40B4-BE49-F238E27FC236}">
                <a16:creationId xmlns:a16="http://schemas.microsoft.com/office/drawing/2014/main" id="{1AAA26ED-6A00-43EB-88BE-9D1B156D39F8}"/>
              </a:ext>
            </a:extLst>
          </p:cNvPr>
          <p:cNvGrpSpPr/>
          <p:nvPr/>
        </p:nvGrpSpPr>
        <p:grpSpPr>
          <a:xfrm>
            <a:off x="2293660" y="534022"/>
            <a:ext cx="9898340" cy="5789956"/>
            <a:chOff x="2235619" y="347907"/>
            <a:chExt cx="9898340" cy="5789956"/>
          </a:xfrm>
        </p:grpSpPr>
        <p:pic>
          <p:nvPicPr>
            <p:cNvPr id="4" name="Slika 3">
              <a:extLst>
                <a:ext uri="{FF2B5EF4-FFF2-40B4-BE49-F238E27FC236}">
                  <a16:creationId xmlns:a16="http://schemas.microsoft.com/office/drawing/2014/main" id="{1A2725FD-3C5F-4454-ADE4-899BB5F078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413" t="9295" r="16624" b="34411"/>
            <a:stretch/>
          </p:blipFill>
          <p:spPr>
            <a:xfrm>
              <a:off x="4584661" y="347907"/>
              <a:ext cx="7549298" cy="5789956"/>
            </a:xfrm>
            <a:prstGeom prst="rect">
              <a:avLst/>
            </a:prstGeom>
          </p:spPr>
        </p:pic>
        <p:pic>
          <p:nvPicPr>
            <p:cNvPr id="5" name="Slika 4" descr="Slika na kojoj se prikazuje desert&#10;&#10;Opis je automatski generiran">
              <a:extLst>
                <a:ext uri="{FF2B5EF4-FFF2-40B4-BE49-F238E27FC236}">
                  <a16:creationId xmlns:a16="http://schemas.microsoft.com/office/drawing/2014/main" id="{EFF08804-04EB-4FF2-98BD-F08991BBD6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79" t="18712" b="16254"/>
            <a:stretch/>
          </p:blipFill>
          <p:spPr>
            <a:xfrm rot="16362453">
              <a:off x="1208142" y="2353202"/>
              <a:ext cx="4444441" cy="2389487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6" name="Grupa 5">
            <a:extLst>
              <a:ext uri="{FF2B5EF4-FFF2-40B4-BE49-F238E27FC236}">
                <a16:creationId xmlns:a16="http://schemas.microsoft.com/office/drawing/2014/main" id="{E88DCE65-0804-47DF-8237-E527784C1840}"/>
              </a:ext>
            </a:extLst>
          </p:cNvPr>
          <p:cNvGrpSpPr/>
          <p:nvPr/>
        </p:nvGrpSpPr>
        <p:grpSpPr>
          <a:xfrm>
            <a:off x="5950571" y="2468260"/>
            <a:ext cx="6070869" cy="1613166"/>
            <a:chOff x="5829937" y="2300331"/>
            <a:chExt cx="6070869" cy="1613166"/>
          </a:xfrm>
        </p:grpSpPr>
        <p:cxnSp>
          <p:nvCxnSpPr>
            <p:cNvPr id="7" name="Ravni poveznik 6">
              <a:extLst>
                <a:ext uri="{FF2B5EF4-FFF2-40B4-BE49-F238E27FC236}">
                  <a16:creationId xmlns:a16="http://schemas.microsoft.com/office/drawing/2014/main" id="{52D9125C-3231-4B0E-A817-211CF18E29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5468" y="2658837"/>
              <a:ext cx="1388641" cy="41715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Ravni poveznik 7">
              <a:extLst>
                <a:ext uri="{FF2B5EF4-FFF2-40B4-BE49-F238E27FC236}">
                  <a16:creationId xmlns:a16="http://schemas.microsoft.com/office/drawing/2014/main" id="{3746D903-1A3B-4630-8F68-F0E232904C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8181" y="2873394"/>
              <a:ext cx="1889165" cy="2025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Ravni poveznik 8">
              <a:extLst>
                <a:ext uri="{FF2B5EF4-FFF2-40B4-BE49-F238E27FC236}">
                  <a16:creationId xmlns:a16="http://schemas.microsoft.com/office/drawing/2014/main" id="{3A6B0D86-AD76-416C-861C-7B0593A35A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9937" y="3075993"/>
              <a:ext cx="1330539" cy="1257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kstniOkvir 9">
              <a:extLst>
                <a:ext uri="{FF2B5EF4-FFF2-40B4-BE49-F238E27FC236}">
                  <a16:creationId xmlns:a16="http://schemas.microsoft.com/office/drawing/2014/main" id="{CEFA3B73-9227-428D-AC2A-175729854C25}"/>
                </a:ext>
              </a:extLst>
            </p:cNvPr>
            <p:cNvSpPr txBox="1"/>
            <p:nvPr/>
          </p:nvSpPr>
          <p:spPr>
            <a:xfrm>
              <a:off x="6154271" y="2651518"/>
              <a:ext cx="10125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renes</a:t>
              </a:r>
              <a:endParaRPr lang="hr-HR" sz="2000" dirty="0"/>
            </a:p>
          </p:txBody>
        </p:sp>
        <p:cxnSp>
          <p:nvCxnSpPr>
            <p:cNvPr id="11" name="Ravni poveznik 10">
              <a:extLst>
                <a:ext uri="{FF2B5EF4-FFF2-40B4-BE49-F238E27FC236}">
                  <a16:creationId xmlns:a16="http://schemas.microsoft.com/office/drawing/2014/main" id="{103C74C5-4DF5-4587-B456-BFFD08D9C802}"/>
                </a:ext>
              </a:extLst>
            </p:cNvPr>
            <p:cNvCxnSpPr>
              <a:cxnSpLocks/>
            </p:cNvCxnSpPr>
            <p:nvPr/>
          </p:nvCxnSpPr>
          <p:spPr>
            <a:xfrm>
              <a:off x="8877573" y="3246285"/>
              <a:ext cx="944035" cy="55708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Ravni poveznik 11">
              <a:extLst>
                <a:ext uri="{FF2B5EF4-FFF2-40B4-BE49-F238E27FC236}">
                  <a16:creationId xmlns:a16="http://schemas.microsoft.com/office/drawing/2014/main" id="{3C6D8EBC-E0E8-4356-A9E7-CD1A8BF0962E}"/>
                </a:ext>
              </a:extLst>
            </p:cNvPr>
            <p:cNvCxnSpPr>
              <a:cxnSpLocks/>
            </p:cNvCxnSpPr>
            <p:nvPr/>
          </p:nvCxnSpPr>
          <p:spPr>
            <a:xfrm>
              <a:off x="9796210" y="3800532"/>
              <a:ext cx="1859356" cy="2373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kstniOkvir 12">
              <a:extLst>
                <a:ext uri="{FF2B5EF4-FFF2-40B4-BE49-F238E27FC236}">
                  <a16:creationId xmlns:a16="http://schemas.microsoft.com/office/drawing/2014/main" id="{F9ECA387-2D31-4FA2-B01E-57ECF1346686}"/>
                </a:ext>
              </a:extLst>
            </p:cNvPr>
            <p:cNvSpPr txBox="1"/>
            <p:nvPr/>
          </p:nvSpPr>
          <p:spPr>
            <a:xfrm>
              <a:off x="9963019" y="3412288"/>
              <a:ext cx="17909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vesica</a:t>
              </a:r>
              <a:r>
                <a:rPr lang="hr-HR" sz="2000" dirty="0"/>
                <a:t> </a:t>
              </a:r>
              <a:r>
                <a:rPr lang="hr-HR" sz="2000" dirty="0" err="1"/>
                <a:t>urinaria</a:t>
              </a:r>
              <a:endParaRPr lang="hr-HR" sz="2000" dirty="0"/>
            </a:p>
          </p:txBody>
        </p:sp>
        <p:cxnSp>
          <p:nvCxnSpPr>
            <p:cNvPr id="14" name="Ravni poveznik 13">
              <a:extLst>
                <a:ext uri="{FF2B5EF4-FFF2-40B4-BE49-F238E27FC236}">
                  <a16:creationId xmlns:a16="http://schemas.microsoft.com/office/drawing/2014/main" id="{32E4FCE0-536E-4157-B3F4-2AE69CFC92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48078" y="3344513"/>
              <a:ext cx="875900" cy="56898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Ravni poveznik 14">
              <a:extLst>
                <a:ext uri="{FF2B5EF4-FFF2-40B4-BE49-F238E27FC236}">
                  <a16:creationId xmlns:a16="http://schemas.microsoft.com/office/drawing/2014/main" id="{CFBC3C8A-C23A-4594-9637-DD221B974B4A}"/>
                </a:ext>
              </a:extLst>
            </p:cNvPr>
            <p:cNvCxnSpPr>
              <a:cxnSpLocks/>
            </p:cNvCxnSpPr>
            <p:nvPr/>
          </p:nvCxnSpPr>
          <p:spPr>
            <a:xfrm>
              <a:off x="6652440" y="3913206"/>
              <a:ext cx="129703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kstniOkvir 15">
              <a:extLst>
                <a:ext uri="{FF2B5EF4-FFF2-40B4-BE49-F238E27FC236}">
                  <a16:creationId xmlns:a16="http://schemas.microsoft.com/office/drawing/2014/main" id="{B75AC70D-1F39-4C54-A149-984A423A7FA6}"/>
                </a:ext>
              </a:extLst>
            </p:cNvPr>
            <p:cNvSpPr txBox="1"/>
            <p:nvPr/>
          </p:nvSpPr>
          <p:spPr>
            <a:xfrm>
              <a:off x="6732515" y="3502096"/>
              <a:ext cx="10293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urethra</a:t>
              </a:r>
              <a:endParaRPr lang="hr-HR" sz="2000" dirty="0"/>
            </a:p>
          </p:txBody>
        </p:sp>
        <p:cxnSp>
          <p:nvCxnSpPr>
            <p:cNvPr id="17" name="Ravni poveznik 16">
              <a:extLst>
                <a:ext uri="{FF2B5EF4-FFF2-40B4-BE49-F238E27FC236}">
                  <a16:creationId xmlns:a16="http://schemas.microsoft.com/office/drawing/2014/main" id="{2F83A724-E385-4658-9CEA-203D33B521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84247" y="2696715"/>
              <a:ext cx="1767208" cy="32497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Ravni poveznik 17">
              <a:extLst>
                <a:ext uri="{FF2B5EF4-FFF2-40B4-BE49-F238E27FC236}">
                  <a16:creationId xmlns:a16="http://schemas.microsoft.com/office/drawing/2014/main" id="{EE3B5AF3-F4C4-418F-96BB-DE2644D02B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02468" y="2703054"/>
              <a:ext cx="1367418" cy="36786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Ravni poveznik 18">
              <a:extLst>
                <a:ext uri="{FF2B5EF4-FFF2-40B4-BE49-F238E27FC236}">
                  <a16:creationId xmlns:a16="http://schemas.microsoft.com/office/drawing/2014/main" id="{D9A2D21F-E6F7-4007-9D1B-0E2EAF058F9F}"/>
                </a:ext>
              </a:extLst>
            </p:cNvPr>
            <p:cNvCxnSpPr>
              <a:cxnSpLocks/>
            </p:cNvCxnSpPr>
            <p:nvPr/>
          </p:nvCxnSpPr>
          <p:spPr>
            <a:xfrm>
              <a:off x="10368290" y="2702594"/>
              <a:ext cx="1436305" cy="1168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kstniOkvir 19">
              <a:extLst>
                <a:ext uri="{FF2B5EF4-FFF2-40B4-BE49-F238E27FC236}">
                  <a16:creationId xmlns:a16="http://schemas.microsoft.com/office/drawing/2014/main" id="{6333F1E0-6ACF-42A6-9435-DDC0C0B0A046}"/>
                </a:ext>
              </a:extLst>
            </p:cNvPr>
            <p:cNvSpPr txBox="1"/>
            <p:nvPr/>
          </p:nvSpPr>
          <p:spPr>
            <a:xfrm>
              <a:off x="10489211" y="2300331"/>
              <a:ext cx="14115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ureteres</a:t>
              </a:r>
              <a:endParaRPr lang="hr-HR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482099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02AA2D1-8393-4AD9-BDB4-648D00E61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774" y="353792"/>
            <a:ext cx="10241280" cy="620618"/>
          </a:xfrm>
        </p:spPr>
        <p:txBody>
          <a:bodyPr/>
          <a:lstStyle/>
          <a:p>
            <a:r>
              <a:rPr lang="hr-HR" dirty="0"/>
              <a:t>CAPUT</a:t>
            </a:r>
          </a:p>
        </p:txBody>
      </p:sp>
      <p:pic>
        <p:nvPicPr>
          <p:cNvPr id="4" name="Slika 3" descr="Slika na kojoj se prikazuje vektorska grafika&#10;&#10;Opis je automatski generiran">
            <a:extLst>
              <a:ext uri="{FF2B5EF4-FFF2-40B4-BE49-F238E27FC236}">
                <a16:creationId xmlns:a16="http://schemas.microsoft.com/office/drawing/2014/main" id="{D2C2A0AF-7A47-4CCD-A684-0B01755E37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3" t="-263" r="80076" b="61776"/>
          <a:stretch/>
        </p:blipFill>
        <p:spPr>
          <a:xfrm>
            <a:off x="4828247" y="903315"/>
            <a:ext cx="3915422" cy="5452118"/>
          </a:xfrm>
          <a:prstGeom prst="rect">
            <a:avLst/>
          </a:prstGeom>
        </p:spPr>
      </p:pic>
      <p:grpSp>
        <p:nvGrpSpPr>
          <p:cNvPr id="52" name="Grupa 51">
            <a:extLst>
              <a:ext uri="{FF2B5EF4-FFF2-40B4-BE49-F238E27FC236}">
                <a16:creationId xmlns:a16="http://schemas.microsoft.com/office/drawing/2014/main" id="{A5893323-DF27-4D9A-AE4F-8EA515CC740C}"/>
              </a:ext>
            </a:extLst>
          </p:cNvPr>
          <p:cNvGrpSpPr/>
          <p:nvPr/>
        </p:nvGrpSpPr>
        <p:grpSpPr>
          <a:xfrm>
            <a:off x="3837769" y="1133826"/>
            <a:ext cx="6307162" cy="3912613"/>
            <a:chOff x="2924175" y="1183262"/>
            <a:chExt cx="6307162" cy="3912613"/>
          </a:xfrm>
        </p:grpSpPr>
        <p:cxnSp>
          <p:nvCxnSpPr>
            <p:cNvPr id="8" name="Ravni poveznik 7">
              <a:extLst>
                <a:ext uri="{FF2B5EF4-FFF2-40B4-BE49-F238E27FC236}">
                  <a16:creationId xmlns:a16="http://schemas.microsoft.com/office/drawing/2014/main" id="{C676AAF1-06BF-453C-9DEC-087F421E2BDD}"/>
                </a:ext>
              </a:extLst>
            </p:cNvPr>
            <p:cNvCxnSpPr>
              <a:cxnSpLocks/>
            </p:cNvCxnSpPr>
            <p:nvPr/>
          </p:nvCxnSpPr>
          <p:spPr>
            <a:xfrm>
              <a:off x="6568797" y="3052453"/>
              <a:ext cx="1109663" cy="68134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Ravni poveznik 9">
              <a:extLst>
                <a:ext uri="{FF2B5EF4-FFF2-40B4-BE49-F238E27FC236}">
                  <a16:creationId xmlns:a16="http://schemas.microsoft.com/office/drawing/2014/main" id="{339ED6A0-ED32-451E-A03D-74DD767B3F59}"/>
                </a:ext>
              </a:extLst>
            </p:cNvPr>
            <p:cNvCxnSpPr>
              <a:cxnSpLocks/>
            </p:cNvCxnSpPr>
            <p:nvPr/>
          </p:nvCxnSpPr>
          <p:spPr>
            <a:xfrm>
              <a:off x="7674217" y="3733800"/>
              <a:ext cx="14793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Ravni poveznik 25">
              <a:extLst>
                <a:ext uri="{FF2B5EF4-FFF2-40B4-BE49-F238E27FC236}">
                  <a16:creationId xmlns:a16="http://schemas.microsoft.com/office/drawing/2014/main" id="{E5549A48-6817-4E1A-8DAE-6F512659984F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673072"/>
              <a:ext cx="1730929" cy="83225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Ravni poveznik 27">
              <a:extLst>
                <a:ext uri="{FF2B5EF4-FFF2-40B4-BE49-F238E27FC236}">
                  <a16:creationId xmlns:a16="http://schemas.microsoft.com/office/drawing/2014/main" id="{6A5329C1-0E46-4263-B44C-92FE2E3E3CFB}"/>
                </a:ext>
              </a:extLst>
            </p:cNvPr>
            <p:cNvCxnSpPr>
              <a:cxnSpLocks/>
            </p:cNvCxnSpPr>
            <p:nvPr/>
          </p:nvCxnSpPr>
          <p:spPr>
            <a:xfrm>
              <a:off x="7826929" y="4505325"/>
              <a:ext cx="132659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Ravni poveznik 28">
              <a:extLst>
                <a:ext uri="{FF2B5EF4-FFF2-40B4-BE49-F238E27FC236}">
                  <a16:creationId xmlns:a16="http://schemas.microsoft.com/office/drawing/2014/main" id="{248F31C9-4344-4512-8E6D-73F2221272B0}"/>
                </a:ext>
              </a:extLst>
            </p:cNvPr>
            <p:cNvCxnSpPr>
              <a:cxnSpLocks/>
            </p:cNvCxnSpPr>
            <p:nvPr/>
          </p:nvCxnSpPr>
          <p:spPr>
            <a:xfrm>
              <a:off x="7197967" y="2809875"/>
              <a:ext cx="195555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Ravni poveznik 30">
              <a:extLst>
                <a:ext uri="{FF2B5EF4-FFF2-40B4-BE49-F238E27FC236}">
                  <a16:creationId xmlns:a16="http://schemas.microsoft.com/office/drawing/2014/main" id="{D6EBE3A5-9DD5-4025-9299-93B16AD624CB}"/>
                </a:ext>
              </a:extLst>
            </p:cNvPr>
            <p:cNvCxnSpPr>
              <a:cxnSpLocks/>
            </p:cNvCxnSpPr>
            <p:nvPr/>
          </p:nvCxnSpPr>
          <p:spPr>
            <a:xfrm>
              <a:off x="3209925" y="3429000"/>
              <a:ext cx="195262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Ravni poveznik 31">
              <a:extLst>
                <a:ext uri="{FF2B5EF4-FFF2-40B4-BE49-F238E27FC236}">
                  <a16:creationId xmlns:a16="http://schemas.microsoft.com/office/drawing/2014/main" id="{3FCAB5A7-1E0B-4840-9546-3431B5AFC29D}"/>
                </a:ext>
              </a:extLst>
            </p:cNvPr>
            <p:cNvCxnSpPr>
              <a:cxnSpLocks/>
            </p:cNvCxnSpPr>
            <p:nvPr/>
          </p:nvCxnSpPr>
          <p:spPr>
            <a:xfrm>
              <a:off x="6928334" y="1628775"/>
              <a:ext cx="213946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Ravni poveznik 33">
              <a:extLst>
                <a:ext uri="{FF2B5EF4-FFF2-40B4-BE49-F238E27FC236}">
                  <a16:creationId xmlns:a16="http://schemas.microsoft.com/office/drawing/2014/main" id="{F4265025-02EF-4B47-8C5C-676DDC5EBF45}"/>
                </a:ext>
              </a:extLst>
            </p:cNvPr>
            <p:cNvCxnSpPr>
              <a:cxnSpLocks/>
            </p:cNvCxnSpPr>
            <p:nvPr/>
          </p:nvCxnSpPr>
          <p:spPr>
            <a:xfrm>
              <a:off x="3209925" y="2286000"/>
              <a:ext cx="239077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Ravni poveznik 37">
              <a:extLst>
                <a:ext uri="{FF2B5EF4-FFF2-40B4-BE49-F238E27FC236}">
                  <a16:creationId xmlns:a16="http://schemas.microsoft.com/office/drawing/2014/main" id="{40F43AA5-0026-4686-A6EF-7C7192DAB47F}"/>
                </a:ext>
              </a:extLst>
            </p:cNvPr>
            <p:cNvCxnSpPr>
              <a:cxnSpLocks/>
            </p:cNvCxnSpPr>
            <p:nvPr/>
          </p:nvCxnSpPr>
          <p:spPr>
            <a:xfrm>
              <a:off x="2924175" y="4419600"/>
              <a:ext cx="28765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Ravni poveznik 39">
              <a:extLst>
                <a:ext uri="{FF2B5EF4-FFF2-40B4-BE49-F238E27FC236}">
                  <a16:creationId xmlns:a16="http://schemas.microsoft.com/office/drawing/2014/main" id="{AA0492D2-9341-4668-BB4E-49CBDD60E8B4}"/>
                </a:ext>
              </a:extLst>
            </p:cNvPr>
            <p:cNvCxnSpPr>
              <a:cxnSpLocks/>
            </p:cNvCxnSpPr>
            <p:nvPr/>
          </p:nvCxnSpPr>
          <p:spPr>
            <a:xfrm>
              <a:off x="6072945" y="4089198"/>
              <a:ext cx="1601272" cy="100667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Ravni poveznik 41">
              <a:extLst>
                <a:ext uri="{FF2B5EF4-FFF2-40B4-BE49-F238E27FC236}">
                  <a16:creationId xmlns:a16="http://schemas.microsoft.com/office/drawing/2014/main" id="{281ECFF9-3C70-40CB-9822-558B9E6DECC4}"/>
                </a:ext>
              </a:extLst>
            </p:cNvPr>
            <p:cNvCxnSpPr>
              <a:cxnSpLocks/>
            </p:cNvCxnSpPr>
            <p:nvPr/>
          </p:nvCxnSpPr>
          <p:spPr>
            <a:xfrm>
              <a:off x="7674217" y="5086350"/>
              <a:ext cx="14793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TekstniOkvir 42">
              <a:extLst>
                <a:ext uri="{FF2B5EF4-FFF2-40B4-BE49-F238E27FC236}">
                  <a16:creationId xmlns:a16="http://schemas.microsoft.com/office/drawing/2014/main" id="{57331644-C77D-436B-8D4E-9BF71DE76F37}"/>
                </a:ext>
              </a:extLst>
            </p:cNvPr>
            <p:cNvSpPr txBox="1"/>
            <p:nvPr/>
          </p:nvSpPr>
          <p:spPr>
            <a:xfrm>
              <a:off x="7909358" y="3271367"/>
              <a:ext cx="13144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oculus</a:t>
              </a:r>
              <a:endParaRPr lang="hr-HR" sz="2000" dirty="0"/>
            </a:p>
          </p:txBody>
        </p:sp>
        <p:sp>
          <p:nvSpPr>
            <p:cNvPr id="44" name="TekstniOkvir 43">
              <a:extLst>
                <a:ext uri="{FF2B5EF4-FFF2-40B4-BE49-F238E27FC236}">
                  <a16:creationId xmlns:a16="http://schemas.microsoft.com/office/drawing/2014/main" id="{8898F569-D473-4A2A-8F7A-ACF9625D1047}"/>
                </a:ext>
              </a:extLst>
            </p:cNvPr>
            <p:cNvSpPr txBox="1"/>
            <p:nvPr/>
          </p:nvSpPr>
          <p:spPr>
            <a:xfrm>
              <a:off x="3374758" y="2980375"/>
              <a:ext cx="9910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bucca</a:t>
              </a:r>
              <a:endParaRPr lang="hr-HR" sz="2000" dirty="0"/>
            </a:p>
          </p:txBody>
        </p:sp>
        <p:sp>
          <p:nvSpPr>
            <p:cNvPr id="45" name="TekstniOkvir 44">
              <a:extLst>
                <a:ext uri="{FF2B5EF4-FFF2-40B4-BE49-F238E27FC236}">
                  <a16:creationId xmlns:a16="http://schemas.microsoft.com/office/drawing/2014/main" id="{B97FC8DF-68F0-4DF7-AA86-E7015B3C22B0}"/>
                </a:ext>
              </a:extLst>
            </p:cNvPr>
            <p:cNvSpPr txBox="1"/>
            <p:nvPr/>
          </p:nvSpPr>
          <p:spPr>
            <a:xfrm>
              <a:off x="7994670" y="4082646"/>
              <a:ext cx="12366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nasus</a:t>
              </a:r>
              <a:endParaRPr lang="hr-HR" sz="2000" dirty="0"/>
            </a:p>
          </p:txBody>
        </p:sp>
        <p:sp>
          <p:nvSpPr>
            <p:cNvPr id="46" name="TekstniOkvir 45">
              <a:extLst>
                <a:ext uri="{FF2B5EF4-FFF2-40B4-BE49-F238E27FC236}">
                  <a16:creationId xmlns:a16="http://schemas.microsoft.com/office/drawing/2014/main" id="{A1F7F287-8E87-46B4-8747-23BE138D43EC}"/>
                </a:ext>
              </a:extLst>
            </p:cNvPr>
            <p:cNvSpPr txBox="1"/>
            <p:nvPr/>
          </p:nvSpPr>
          <p:spPr>
            <a:xfrm>
              <a:off x="8158486" y="4663670"/>
              <a:ext cx="8161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/>
                <a:t>os</a:t>
              </a:r>
            </a:p>
          </p:txBody>
        </p:sp>
        <p:sp>
          <p:nvSpPr>
            <p:cNvPr id="47" name="TekstniOkvir 46">
              <a:extLst>
                <a:ext uri="{FF2B5EF4-FFF2-40B4-BE49-F238E27FC236}">
                  <a16:creationId xmlns:a16="http://schemas.microsoft.com/office/drawing/2014/main" id="{BCF1553E-70AC-4B1B-88C8-F4676F2CD8DD}"/>
                </a:ext>
              </a:extLst>
            </p:cNvPr>
            <p:cNvSpPr txBox="1"/>
            <p:nvPr/>
          </p:nvSpPr>
          <p:spPr>
            <a:xfrm>
              <a:off x="3215546" y="3984876"/>
              <a:ext cx="12729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mentum</a:t>
              </a:r>
              <a:endParaRPr lang="hr-HR" sz="2000" dirty="0"/>
            </a:p>
          </p:txBody>
        </p:sp>
        <p:sp>
          <p:nvSpPr>
            <p:cNvPr id="48" name="TekstniOkvir 47">
              <a:extLst>
                <a:ext uri="{FF2B5EF4-FFF2-40B4-BE49-F238E27FC236}">
                  <a16:creationId xmlns:a16="http://schemas.microsoft.com/office/drawing/2014/main" id="{BCCEB79D-4412-455A-A602-2278D31C2165}"/>
                </a:ext>
              </a:extLst>
            </p:cNvPr>
            <p:cNvSpPr txBox="1"/>
            <p:nvPr/>
          </p:nvSpPr>
          <p:spPr>
            <a:xfrm>
              <a:off x="3467440" y="1851276"/>
              <a:ext cx="8881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frons</a:t>
              </a:r>
              <a:endParaRPr lang="hr-HR" sz="2000" dirty="0"/>
            </a:p>
          </p:txBody>
        </p:sp>
        <p:sp>
          <p:nvSpPr>
            <p:cNvPr id="49" name="TekstniOkvir 48">
              <a:extLst>
                <a:ext uri="{FF2B5EF4-FFF2-40B4-BE49-F238E27FC236}">
                  <a16:creationId xmlns:a16="http://schemas.microsoft.com/office/drawing/2014/main" id="{677AEFF9-17F1-40CE-9E48-E973B0352684}"/>
                </a:ext>
              </a:extLst>
            </p:cNvPr>
            <p:cNvSpPr txBox="1"/>
            <p:nvPr/>
          </p:nvSpPr>
          <p:spPr>
            <a:xfrm>
              <a:off x="7886420" y="1183262"/>
              <a:ext cx="12133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crinis</a:t>
              </a:r>
              <a:endParaRPr lang="hr-HR" sz="2000" dirty="0"/>
            </a:p>
          </p:txBody>
        </p:sp>
        <p:sp>
          <p:nvSpPr>
            <p:cNvPr id="50" name="TekstniOkvir 49">
              <a:extLst>
                <a:ext uri="{FF2B5EF4-FFF2-40B4-BE49-F238E27FC236}">
                  <a16:creationId xmlns:a16="http://schemas.microsoft.com/office/drawing/2014/main" id="{31FA0161-CB4D-4F57-A94A-D966327E19B5}"/>
                </a:ext>
              </a:extLst>
            </p:cNvPr>
            <p:cNvSpPr txBox="1"/>
            <p:nvPr/>
          </p:nvSpPr>
          <p:spPr>
            <a:xfrm>
              <a:off x="7975398" y="2352645"/>
              <a:ext cx="11400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auris</a:t>
              </a:r>
              <a:endParaRPr lang="hr-HR" sz="2000" dirty="0"/>
            </a:p>
          </p:txBody>
        </p:sp>
      </p:grpSp>
      <p:grpSp>
        <p:nvGrpSpPr>
          <p:cNvPr id="57" name="Grupa 56">
            <a:extLst>
              <a:ext uri="{FF2B5EF4-FFF2-40B4-BE49-F238E27FC236}">
                <a16:creationId xmlns:a16="http://schemas.microsoft.com/office/drawing/2014/main" id="{DB8CAFC9-302A-4D0E-A109-5D0F107721E2}"/>
              </a:ext>
            </a:extLst>
          </p:cNvPr>
          <p:cNvGrpSpPr/>
          <p:nvPr/>
        </p:nvGrpSpPr>
        <p:grpSpPr>
          <a:xfrm>
            <a:off x="943143" y="1064035"/>
            <a:ext cx="9932686" cy="5240657"/>
            <a:chOff x="2156015" y="896295"/>
            <a:chExt cx="9932686" cy="5240657"/>
          </a:xfrm>
        </p:grpSpPr>
        <p:pic>
          <p:nvPicPr>
            <p:cNvPr id="54" name="Slika 53">
              <a:extLst>
                <a:ext uri="{FF2B5EF4-FFF2-40B4-BE49-F238E27FC236}">
                  <a16:creationId xmlns:a16="http://schemas.microsoft.com/office/drawing/2014/main" id="{52DD7C83-4ADE-4FE4-B4D6-F26CBE419D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594" t="25207" r="17324" b="53154"/>
            <a:stretch/>
          </p:blipFill>
          <p:spPr>
            <a:xfrm>
              <a:off x="4162347" y="896295"/>
              <a:ext cx="7926354" cy="5240657"/>
            </a:xfrm>
            <a:prstGeom prst="rect">
              <a:avLst/>
            </a:prstGeom>
          </p:spPr>
        </p:pic>
        <p:pic>
          <p:nvPicPr>
            <p:cNvPr id="56" name="Slika 55">
              <a:extLst>
                <a:ext uri="{FF2B5EF4-FFF2-40B4-BE49-F238E27FC236}">
                  <a16:creationId xmlns:a16="http://schemas.microsoft.com/office/drawing/2014/main" id="{DF3480EC-35A0-4BCA-AA2F-95138EB30D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11" t="7511" r="11111" b="11069"/>
            <a:stretch/>
          </p:blipFill>
          <p:spPr>
            <a:xfrm rot="16200000">
              <a:off x="1829785" y="1874803"/>
              <a:ext cx="3668241" cy="3015782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65" name="Grupa 64">
            <a:extLst>
              <a:ext uri="{FF2B5EF4-FFF2-40B4-BE49-F238E27FC236}">
                <a16:creationId xmlns:a16="http://schemas.microsoft.com/office/drawing/2014/main" id="{1B4D551E-1C66-4C84-9948-69287087442C}"/>
              </a:ext>
            </a:extLst>
          </p:cNvPr>
          <p:cNvGrpSpPr/>
          <p:nvPr/>
        </p:nvGrpSpPr>
        <p:grpSpPr>
          <a:xfrm>
            <a:off x="7519317" y="1534020"/>
            <a:ext cx="2739349" cy="1379373"/>
            <a:chOff x="8736022" y="1316203"/>
            <a:chExt cx="2739349" cy="1379373"/>
          </a:xfrm>
        </p:grpSpPr>
        <p:cxnSp>
          <p:nvCxnSpPr>
            <p:cNvPr id="59" name="Ravni poveznik 58">
              <a:extLst>
                <a:ext uri="{FF2B5EF4-FFF2-40B4-BE49-F238E27FC236}">
                  <a16:creationId xmlns:a16="http://schemas.microsoft.com/office/drawing/2014/main" id="{9B78DCF5-FA29-4BC6-95D4-DB461E7558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6022" y="1849996"/>
              <a:ext cx="2548849" cy="698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Ravni poveznik 60">
              <a:extLst>
                <a:ext uri="{FF2B5EF4-FFF2-40B4-BE49-F238E27FC236}">
                  <a16:creationId xmlns:a16="http://schemas.microsoft.com/office/drawing/2014/main" id="{91582475-A740-4229-A47E-ABB5DDC2CF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2100" y="2695575"/>
              <a:ext cx="2102771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TekstniOkvir 62">
              <a:extLst>
                <a:ext uri="{FF2B5EF4-FFF2-40B4-BE49-F238E27FC236}">
                  <a16:creationId xmlns:a16="http://schemas.microsoft.com/office/drawing/2014/main" id="{88A02787-2843-42F4-9D9C-46E372E17B20}"/>
                </a:ext>
              </a:extLst>
            </p:cNvPr>
            <p:cNvSpPr txBox="1"/>
            <p:nvPr/>
          </p:nvSpPr>
          <p:spPr>
            <a:xfrm>
              <a:off x="9697256" y="2228362"/>
              <a:ext cx="17781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cranium</a:t>
              </a:r>
              <a:endParaRPr lang="hr-HR" sz="2000" dirty="0"/>
            </a:p>
          </p:txBody>
        </p:sp>
        <p:sp>
          <p:nvSpPr>
            <p:cNvPr id="64" name="TekstniOkvir 63">
              <a:extLst>
                <a:ext uri="{FF2B5EF4-FFF2-40B4-BE49-F238E27FC236}">
                  <a16:creationId xmlns:a16="http://schemas.microsoft.com/office/drawing/2014/main" id="{17E63B0D-4350-4285-82E6-0205A1FAEF67}"/>
                </a:ext>
              </a:extLst>
            </p:cNvPr>
            <p:cNvSpPr txBox="1"/>
            <p:nvPr/>
          </p:nvSpPr>
          <p:spPr>
            <a:xfrm>
              <a:off x="9589003" y="1316203"/>
              <a:ext cx="15503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cerebrum</a:t>
              </a:r>
              <a:endParaRPr lang="hr-HR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214194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B56C601-83F6-432D-8C6A-79486544E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520116"/>
            <a:ext cx="10241280" cy="637396"/>
          </a:xfrm>
        </p:spPr>
        <p:txBody>
          <a:bodyPr/>
          <a:lstStyle/>
          <a:p>
            <a:r>
              <a:rPr lang="hr-HR" dirty="0"/>
              <a:t>OCULUS</a:t>
            </a:r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31564805-1EA2-42BB-BE69-240013EDB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520" y="1971338"/>
            <a:ext cx="2766990" cy="2915324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340CCE93-DD20-4938-AC49-B27219423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593" y="831094"/>
            <a:ext cx="4302484" cy="5195812"/>
          </a:xfrm>
          <a:prstGeom prst="rect">
            <a:avLst/>
          </a:prstGeom>
        </p:spPr>
      </p:pic>
      <p:grpSp>
        <p:nvGrpSpPr>
          <p:cNvPr id="35" name="Grupa 34">
            <a:extLst>
              <a:ext uri="{FF2B5EF4-FFF2-40B4-BE49-F238E27FC236}">
                <a16:creationId xmlns:a16="http://schemas.microsoft.com/office/drawing/2014/main" id="{D02A6BD0-2F8B-4E82-87A1-B7E29838AD5C}"/>
              </a:ext>
            </a:extLst>
          </p:cNvPr>
          <p:cNvGrpSpPr/>
          <p:nvPr/>
        </p:nvGrpSpPr>
        <p:grpSpPr>
          <a:xfrm>
            <a:off x="687897" y="981038"/>
            <a:ext cx="11065079" cy="3510580"/>
            <a:chOff x="687897" y="981038"/>
            <a:chExt cx="11065079" cy="3510580"/>
          </a:xfrm>
        </p:grpSpPr>
        <p:cxnSp>
          <p:nvCxnSpPr>
            <p:cNvPr id="8" name="Ravni poveznik 7">
              <a:extLst>
                <a:ext uri="{FF2B5EF4-FFF2-40B4-BE49-F238E27FC236}">
                  <a16:creationId xmlns:a16="http://schemas.microsoft.com/office/drawing/2014/main" id="{328B7CB3-1139-4094-92D3-0C136A856D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1007" y="2114025"/>
              <a:ext cx="607981" cy="66273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Ravni poveznik 9">
              <a:extLst>
                <a:ext uri="{FF2B5EF4-FFF2-40B4-BE49-F238E27FC236}">
                  <a16:creationId xmlns:a16="http://schemas.microsoft.com/office/drawing/2014/main" id="{A520EC52-AFEC-474E-BEAC-BF01A23E39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897" y="2114025"/>
              <a:ext cx="188311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kstniOkvir 13">
              <a:extLst>
                <a:ext uri="{FF2B5EF4-FFF2-40B4-BE49-F238E27FC236}">
                  <a16:creationId xmlns:a16="http://schemas.microsoft.com/office/drawing/2014/main" id="{6F0BEF12-275E-4086-BFBA-DFA5436B2A7D}"/>
                </a:ext>
              </a:extLst>
            </p:cNvPr>
            <p:cNvSpPr txBox="1"/>
            <p:nvPr/>
          </p:nvSpPr>
          <p:spPr>
            <a:xfrm>
              <a:off x="893208" y="1691309"/>
              <a:ext cx="20804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bulbus</a:t>
              </a:r>
              <a:r>
                <a:rPr lang="hr-HR" sz="2000" dirty="0"/>
                <a:t> </a:t>
              </a:r>
              <a:r>
                <a:rPr lang="hr-HR" sz="2000" dirty="0" err="1"/>
                <a:t>oculi</a:t>
              </a:r>
              <a:endParaRPr lang="hr-HR" sz="2000" dirty="0"/>
            </a:p>
          </p:txBody>
        </p:sp>
        <p:cxnSp>
          <p:nvCxnSpPr>
            <p:cNvPr id="15" name="Ravni poveznik 14">
              <a:extLst>
                <a:ext uri="{FF2B5EF4-FFF2-40B4-BE49-F238E27FC236}">
                  <a16:creationId xmlns:a16="http://schemas.microsoft.com/office/drawing/2014/main" id="{8B970252-B8CC-46F0-B229-BAD10D5F98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3829" y="2114025"/>
              <a:ext cx="595617" cy="82256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Ravni poveznik 16">
              <a:extLst>
                <a:ext uri="{FF2B5EF4-FFF2-40B4-BE49-F238E27FC236}">
                  <a16:creationId xmlns:a16="http://schemas.microsoft.com/office/drawing/2014/main" id="{311CDDDF-1860-4313-A517-7559EC9905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83231" y="2114025"/>
              <a:ext cx="153269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kstniOkvir 18">
              <a:extLst>
                <a:ext uri="{FF2B5EF4-FFF2-40B4-BE49-F238E27FC236}">
                  <a16:creationId xmlns:a16="http://schemas.microsoft.com/office/drawing/2014/main" id="{B8D83F5E-9057-421F-B2EF-42CFFA64ADD9}"/>
                </a:ext>
              </a:extLst>
            </p:cNvPr>
            <p:cNvSpPr txBox="1"/>
            <p:nvPr/>
          </p:nvSpPr>
          <p:spPr>
            <a:xfrm>
              <a:off x="4988181" y="1667997"/>
              <a:ext cx="15771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cornea</a:t>
              </a:r>
              <a:endParaRPr lang="hr-HR" sz="2000" dirty="0"/>
            </a:p>
          </p:txBody>
        </p:sp>
        <p:cxnSp>
          <p:nvCxnSpPr>
            <p:cNvPr id="20" name="Ravni poveznik 19">
              <a:extLst>
                <a:ext uri="{FF2B5EF4-FFF2-40B4-BE49-F238E27FC236}">
                  <a16:creationId xmlns:a16="http://schemas.microsoft.com/office/drawing/2014/main" id="{C4D8E1AB-3509-4129-BF50-B79BF3786B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39613" y="1412612"/>
              <a:ext cx="221945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kstniOkvir 21">
              <a:extLst>
                <a:ext uri="{FF2B5EF4-FFF2-40B4-BE49-F238E27FC236}">
                  <a16:creationId xmlns:a16="http://schemas.microsoft.com/office/drawing/2014/main" id="{3EE5B634-B66B-4384-9D3A-F1FF63989E5F}"/>
                </a:ext>
              </a:extLst>
            </p:cNvPr>
            <p:cNvSpPr txBox="1"/>
            <p:nvPr/>
          </p:nvSpPr>
          <p:spPr>
            <a:xfrm>
              <a:off x="8484218" y="981038"/>
              <a:ext cx="14680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supercilium</a:t>
              </a:r>
              <a:endParaRPr lang="hr-HR" sz="2000" dirty="0"/>
            </a:p>
          </p:txBody>
        </p:sp>
        <p:cxnSp>
          <p:nvCxnSpPr>
            <p:cNvPr id="23" name="Ravni poveznik 22">
              <a:extLst>
                <a:ext uri="{FF2B5EF4-FFF2-40B4-BE49-F238E27FC236}">
                  <a16:creationId xmlns:a16="http://schemas.microsoft.com/office/drawing/2014/main" id="{8C63B27E-FE30-4356-AB26-9060A5476E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73408" y="3032403"/>
              <a:ext cx="196624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kstniOkvir 24">
              <a:extLst>
                <a:ext uri="{FF2B5EF4-FFF2-40B4-BE49-F238E27FC236}">
                  <a16:creationId xmlns:a16="http://schemas.microsoft.com/office/drawing/2014/main" id="{AD7B1EDD-A62E-4F85-90AF-B02AFA569707}"/>
                </a:ext>
              </a:extLst>
            </p:cNvPr>
            <p:cNvSpPr txBox="1"/>
            <p:nvPr/>
          </p:nvSpPr>
          <p:spPr>
            <a:xfrm>
              <a:off x="6118052" y="2624510"/>
              <a:ext cx="14093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cilium</a:t>
              </a:r>
              <a:endParaRPr lang="hr-HR" sz="2000" dirty="0"/>
            </a:p>
          </p:txBody>
        </p:sp>
        <p:cxnSp>
          <p:nvCxnSpPr>
            <p:cNvPr id="26" name="Ravni poveznik 25">
              <a:extLst>
                <a:ext uri="{FF2B5EF4-FFF2-40B4-BE49-F238E27FC236}">
                  <a16:creationId xmlns:a16="http://schemas.microsoft.com/office/drawing/2014/main" id="{8D86CD3E-48C7-4D57-BDF7-3AAA6A2A52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30695" y="4491618"/>
              <a:ext cx="23045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kstniOkvir 27">
              <a:extLst>
                <a:ext uri="{FF2B5EF4-FFF2-40B4-BE49-F238E27FC236}">
                  <a16:creationId xmlns:a16="http://schemas.microsoft.com/office/drawing/2014/main" id="{0B8C1096-DD9F-4BAE-9ED8-E1067B10B956}"/>
                </a:ext>
              </a:extLst>
            </p:cNvPr>
            <p:cNvSpPr txBox="1"/>
            <p:nvPr/>
          </p:nvSpPr>
          <p:spPr>
            <a:xfrm>
              <a:off x="6096000" y="4001549"/>
              <a:ext cx="11945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pupilla</a:t>
              </a:r>
              <a:endParaRPr lang="hr-HR" sz="2000" dirty="0"/>
            </a:p>
          </p:txBody>
        </p:sp>
        <p:cxnSp>
          <p:nvCxnSpPr>
            <p:cNvPr id="29" name="Ravni poveznik 28">
              <a:extLst>
                <a:ext uri="{FF2B5EF4-FFF2-40B4-BE49-F238E27FC236}">
                  <a16:creationId xmlns:a16="http://schemas.microsoft.com/office/drawing/2014/main" id="{D1B1D3B7-0F8F-40C8-AD6D-BA5EC1D8B5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5692" y="3695834"/>
              <a:ext cx="927788" cy="70582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Ravni poveznik 31">
              <a:extLst>
                <a:ext uri="{FF2B5EF4-FFF2-40B4-BE49-F238E27FC236}">
                  <a16:creationId xmlns:a16="http://schemas.microsoft.com/office/drawing/2014/main" id="{87EFA7C6-956E-49FD-91BC-971C6EA2DA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53740" y="4401659"/>
              <a:ext cx="139923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kstniOkvir 33">
              <a:extLst>
                <a:ext uri="{FF2B5EF4-FFF2-40B4-BE49-F238E27FC236}">
                  <a16:creationId xmlns:a16="http://schemas.microsoft.com/office/drawing/2014/main" id="{3822981E-26DF-46BD-B24B-F31E269F3570}"/>
                </a:ext>
              </a:extLst>
            </p:cNvPr>
            <p:cNvSpPr txBox="1"/>
            <p:nvPr/>
          </p:nvSpPr>
          <p:spPr>
            <a:xfrm>
              <a:off x="10480338" y="3926048"/>
              <a:ext cx="11781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palpebra</a:t>
              </a:r>
              <a:endParaRPr lang="hr-HR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417961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C55C396-F590-4BB6-B284-28CC2C7A3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394282"/>
            <a:ext cx="10241280" cy="595451"/>
          </a:xfrm>
        </p:spPr>
        <p:txBody>
          <a:bodyPr/>
          <a:lstStyle/>
          <a:p>
            <a:r>
              <a:rPr lang="hr-HR" dirty="0"/>
              <a:t>CAPUT : OS</a:t>
            </a:r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35A82123-996E-41EC-A276-0AEFB89A8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029" y="1119311"/>
            <a:ext cx="3297941" cy="4619377"/>
          </a:xfrm>
          <a:prstGeom prst="rect">
            <a:avLst/>
          </a:prstGeom>
        </p:spPr>
      </p:pic>
      <p:grpSp>
        <p:nvGrpSpPr>
          <p:cNvPr id="34" name="Grupa 33">
            <a:extLst>
              <a:ext uri="{FF2B5EF4-FFF2-40B4-BE49-F238E27FC236}">
                <a16:creationId xmlns:a16="http://schemas.microsoft.com/office/drawing/2014/main" id="{1702E46E-049A-46EC-976E-4E19F9D12CD5}"/>
              </a:ext>
            </a:extLst>
          </p:cNvPr>
          <p:cNvGrpSpPr/>
          <p:nvPr/>
        </p:nvGrpSpPr>
        <p:grpSpPr>
          <a:xfrm>
            <a:off x="2608976" y="1051826"/>
            <a:ext cx="6974047" cy="4117897"/>
            <a:chOff x="2608976" y="1051826"/>
            <a:chExt cx="6974047" cy="4117897"/>
          </a:xfrm>
        </p:grpSpPr>
        <p:cxnSp>
          <p:nvCxnSpPr>
            <p:cNvPr id="6" name="Ravni poveznik 5">
              <a:extLst>
                <a:ext uri="{FF2B5EF4-FFF2-40B4-BE49-F238E27FC236}">
                  <a16:creationId xmlns:a16="http://schemas.microsoft.com/office/drawing/2014/main" id="{C9B20FA8-CDE8-4550-A8B5-67C0BB057A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2195" y="2164360"/>
              <a:ext cx="1006678" cy="19294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Ravni poveznik 7">
              <a:extLst>
                <a:ext uri="{FF2B5EF4-FFF2-40B4-BE49-F238E27FC236}">
                  <a16:creationId xmlns:a16="http://schemas.microsoft.com/office/drawing/2014/main" id="{2362A67B-8A9D-48A9-A6E5-AD802BB76E94}"/>
                </a:ext>
              </a:extLst>
            </p:cNvPr>
            <p:cNvCxnSpPr>
              <a:cxnSpLocks/>
            </p:cNvCxnSpPr>
            <p:nvPr/>
          </p:nvCxnSpPr>
          <p:spPr>
            <a:xfrm>
              <a:off x="7868873" y="2164360"/>
              <a:ext cx="109056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Ravni poveznik 9">
              <a:extLst>
                <a:ext uri="{FF2B5EF4-FFF2-40B4-BE49-F238E27FC236}">
                  <a16:creationId xmlns:a16="http://schemas.microsoft.com/office/drawing/2014/main" id="{59B492D7-4E80-45C0-B0D8-74D6249F22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8033" y="1514128"/>
              <a:ext cx="837501" cy="44190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Ravni poveznik 11">
              <a:extLst>
                <a:ext uri="{FF2B5EF4-FFF2-40B4-BE49-F238E27FC236}">
                  <a16:creationId xmlns:a16="http://schemas.microsoft.com/office/drawing/2014/main" id="{2E151663-65C9-40E5-9CC5-4919D5BCFD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5534" y="1514127"/>
              <a:ext cx="1786855" cy="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Ravni poveznik 13">
              <a:extLst>
                <a:ext uri="{FF2B5EF4-FFF2-40B4-BE49-F238E27FC236}">
                  <a16:creationId xmlns:a16="http://schemas.microsoft.com/office/drawing/2014/main" id="{448A4D20-B4C5-4F9D-AD3B-6CF52DDED26C}"/>
                </a:ext>
              </a:extLst>
            </p:cNvPr>
            <p:cNvCxnSpPr>
              <a:cxnSpLocks/>
            </p:cNvCxnSpPr>
            <p:nvPr/>
          </p:nvCxnSpPr>
          <p:spPr>
            <a:xfrm>
              <a:off x="6404130" y="4425192"/>
              <a:ext cx="1340840" cy="40127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Ravni poveznik 15">
              <a:extLst>
                <a:ext uri="{FF2B5EF4-FFF2-40B4-BE49-F238E27FC236}">
                  <a16:creationId xmlns:a16="http://schemas.microsoft.com/office/drawing/2014/main" id="{21BDA780-1552-4AA8-A196-1FD80F13CEF3}"/>
                </a:ext>
              </a:extLst>
            </p:cNvPr>
            <p:cNvCxnSpPr>
              <a:cxnSpLocks/>
            </p:cNvCxnSpPr>
            <p:nvPr/>
          </p:nvCxnSpPr>
          <p:spPr>
            <a:xfrm>
              <a:off x="7744970" y="4818776"/>
              <a:ext cx="146614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Ravni poveznik 17">
              <a:extLst>
                <a:ext uri="{FF2B5EF4-FFF2-40B4-BE49-F238E27FC236}">
                  <a16:creationId xmlns:a16="http://schemas.microsoft.com/office/drawing/2014/main" id="{8A9BDA64-6C25-4975-B382-E92395EA0FFC}"/>
                </a:ext>
              </a:extLst>
            </p:cNvPr>
            <p:cNvCxnSpPr>
              <a:cxnSpLocks/>
            </p:cNvCxnSpPr>
            <p:nvPr/>
          </p:nvCxnSpPr>
          <p:spPr>
            <a:xfrm>
              <a:off x="2793534" y="2417428"/>
              <a:ext cx="33024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Ravni poveznik 19">
              <a:extLst>
                <a:ext uri="{FF2B5EF4-FFF2-40B4-BE49-F238E27FC236}">
                  <a16:creationId xmlns:a16="http://schemas.microsoft.com/office/drawing/2014/main" id="{9DC24489-1A2F-433B-9DAA-B32366B698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47029" y="2711306"/>
              <a:ext cx="1384717" cy="50167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Ravni poveznik 21">
              <a:extLst>
                <a:ext uri="{FF2B5EF4-FFF2-40B4-BE49-F238E27FC236}">
                  <a16:creationId xmlns:a16="http://schemas.microsoft.com/office/drawing/2014/main" id="{437AC6FD-ACBC-4423-B8F3-FA03346A1E86}"/>
                </a:ext>
              </a:extLst>
            </p:cNvPr>
            <p:cNvCxnSpPr>
              <a:cxnSpLocks/>
            </p:cNvCxnSpPr>
            <p:nvPr/>
          </p:nvCxnSpPr>
          <p:spPr>
            <a:xfrm>
              <a:off x="2608976" y="3212983"/>
              <a:ext cx="183805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kstniOkvir 23">
              <a:extLst>
                <a:ext uri="{FF2B5EF4-FFF2-40B4-BE49-F238E27FC236}">
                  <a16:creationId xmlns:a16="http://schemas.microsoft.com/office/drawing/2014/main" id="{5DE96845-1BA3-4938-A857-D5D7A71A799A}"/>
                </a:ext>
              </a:extLst>
            </p:cNvPr>
            <p:cNvSpPr txBox="1"/>
            <p:nvPr/>
          </p:nvSpPr>
          <p:spPr>
            <a:xfrm>
              <a:off x="8061820" y="1755980"/>
              <a:ext cx="10905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dens</a:t>
              </a:r>
              <a:endParaRPr lang="hr-HR" sz="2000" dirty="0"/>
            </a:p>
          </p:txBody>
        </p:sp>
        <p:sp>
          <p:nvSpPr>
            <p:cNvPr id="25" name="TekstniOkvir 24">
              <a:extLst>
                <a:ext uri="{FF2B5EF4-FFF2-40B4-BE49-F238E27FC236}">
                  <a16:creationId xmlns:a16="http://schemas.microsoft.com/office/drawing/2014/main" id="{59B9A36E-2C4B-4081-9746-0A052AE78433}"/>
                </a:ext>
              </a:extLst>
            </p:cNvPr>
            <p:cNvSpPr txBox="1"/>
            <p:nvPr/>
          </p:nvSpPr>
          <p:spPr>
            <a:xfrm>
              <a:off x="7989115" y="1051826"/>
              <a:ext cx="15939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gingiva</a:t>
              </a:r>
              <a:endParaRPr lang="hr-HR" sz="2000" dirty="0"/>
            </a:p>
          </p:txBody>
        </p:sp>
        <p:sp>
          <p:nvSpPr>
            <p:cNvPr id="26" name="TekstniOkvir 25">
              <a:extLst>
                <a:ext uri="{FF2B5EF4-FFF2-40B4-BE49-F238E27FC236}">
                  <a16:creationId xmlns:a16="http://schemas.microsoft.com/office/drawing/2014/main" id="{149A30EB-809D-4CCE-8A6D-B1E5D1035B82}"/>
                </a:ext>
              </a:extLst>
            </p:cNvPr>
            <p:cNvSpPr txBox="1"/>
            <p:nvPr/>
          </p:nvSpPr>
          <p:spPr>
            <a:xfrm>
              <a:off x="8068479" y="4424468"/>
              <a:ext cx="14661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dirty="0" err="1"/>
                <a:t>lingua</a:t>
              </a:r>
              <a:endParaRPr lang="hr-HR" dirty="0"/>
            </a:p>
          </p:txBody>
        </p:sp>
        <p:sp>
          <p:nvSpPr>
            <p:cNvPr id="27" name="TekstniOkvir 26">
              <a:extLst>
                <a:ext uri="{FF2B5EF4-FFF2-40B4-BE49-F238E27FC236}">
                  <a16:creationId xmlns:a16="http://schemas.microsoft.com/office/drawing/2014/main" id="{61A7493F-CFAD-43F6-A06D-5293D557C6E4}"/>
                </a:ext>
              </a:extLst>
            </p:cNvPr>
            <p:cNvSpPr txBox="1"/>
            <p:nvPr/>
          </p:nvSpPr>
          <p:spPr>
            <a:xfrm>
              <a:off x="2909747" y="1970046"/>
              <a:ext cx="20222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palatum</a:t>
              </a:r>
              <a:r>
                <a:rPr lang="hr-HR" sz="2000" dirty="0"/>
                <a:t> durum</a:t>
              </a:r>
            </a:p>
          </p:txBody>
        </p:sp>
        <p:sp>
          <p:nvSpPr>
            <p:cNvPr id="29" name="TekstniOkvir 28">
              <a:extLst>
                <a:ext uri="{FF2B5EF4-FFF2-40B4-BE49-F238E27FC236}">
                  <a16:creationId xmlns:a16="http://schemas.microsoft.com/office/drawing/2014/main" id="{2F2E96F0-698F-4054-8790-34A81D5A1137}"/>
                </a:ext>
              </a:extLst>
            </p:cNvPr>
            <p:cNvSpPr txBox="1"/>
            <p:nvPr/>
          </p:nvSpPr>
          <p:spPr>
            <a:xfrm>
              <a:off x="2739006" y="2748084"/>
              <a:ext cx="176255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palatum</a:t>
              </a:r>
              <a:r>
                <a:rPr lang="hr-HR" sz="2000" dirty="0"/>
                <a:t> </a:t>
              </a:r>
              <a:r>
                <a:rPr lang="hr-HR" sz="2000" dirty="0" err="1"/>
                <a:t>molle</a:t>
              </a:r>
              <a:endParaRPr lang="hr-HR" sz="2000" dirty="0"/>
            </a:p>
          </p:txBody>
        </p:sp>
        <p:cxnSp>
          <p:nvCxnSpPr>
            <p:cNvPr id="30" name="Ravni poveznik 29">
              <a:extLst>
                <a:ext uri="{FF2B5EF4-FFF2-40B4-BE49-F238E27FC236}">
                  <a16:creationId xmlns:a16="http://schemas.microsoft.com/office/drawing/2014/main" id="{08ED7D51-6F1F-4D72-B8C9-143B4A9534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8689" y="4971334"/>
              <a:ext cx="1006678" cy="19294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Ravni poveznik 30">
              <a:extLst>
                <a:ext uri="{FF2B5EF4-FFF2-40B4-BE49-F238E27FC236}">
                  <a16:creationId xmlns:a16="http://schemas.microsoft.com/office/drawing/2014/main" id="{B7CEC560-D466-4B74-9211-88CA6D0FCEE9}"/>
                </a:ext>
              </a:extLst>
            </p:cNvPr>
            <p:cNvCxnSpPr>
              <a:cxnSpLocks/>
            </p:cNvCxnSpPr>
            <p:nvPr/>
          </p:nvCxnSpPr>
          <p:spPr>
            <a:xfrm>
              <a:off x="3116943" y="5169723"/>
              <a:ext cx="132091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kstniOkvir 32">
              <a:extLst>
                <a:ext uri="{FF2B5EF4-FFF2-40B4-BE49-F238E27FC236}">
                  <a16:creationId xmlns:a16="http://schemas.microsoft.com/office/drawing/2014/main" id="{FF72C3EF-C668-49B6-BA09-0E2FAC360E55}"/>
                </a:ext>
              </a:extLst>
            </p:cNvPr>
            <p:cNvSpPr txBox="1"/>
            <p:nvPr/>
          </p:nvSpPr>
          <p:spPr>
            <a:xfrm>
              <a:off x="3357860" y="4745427"/>
              <a:ext cx="11436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2000" dirty="0" err="1"/>
                <a:t>labium</a:t>
              </a:r>
              <a:endParaRPr lang="hr-HR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038090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26153-C564-7CF8-7FEB-37AEFEA36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676" y="560716"/>
            <a:ext cx="10241280" cy="468587"/>
          </a:xfrm>
        </p:spPr>
        <p:txBody>
          <a:bodyPr>
            <a:normAutofit/>
          </a:bodyPr>
          <a:lstStyle/>
          <a:p>
            <a:r>
              <a:rPr lang="hr-HR" sz="2400" dirty="0"/>
              <a:t>Prevedi na hrvatski zadane sintagme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D5EFD5-862C-3C9D-750B-50E9E27FF7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6379" b="52014"/>
          <a:stretch/>
        </p:blipFill>
        <p:spPr>
          <a:xfrm>
            <a:off x="793885" y="1706518"/>
            <a:ext cx="4905243" cy="4207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6E7106-0DD8-44CB-6CE4-6746C683D5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8072" r="57833" b="3940"/>
          <a:stretch/>
        </p:blipFill>
        <p:spPr>
          <a:xfrm>
            <a:off x="6837138" y="1783425"/>
            <a:ext cx="4655083" cy="413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4184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92</Words>
  <Application>Microsoft Office PowerPoint</Application>
  <PresentationFormat>Widescreen</PresentationFormat>
  <Paragraphs>64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Gill Sans Nova</vt:lpstr>
      <vt:lpstr>GradientRiseVTI</vt:lpstr>
      <vt:lpstr>Corpus humanuM</vt:lpstr>
      <vt:lpstr>PARTES CORPORIS</vt:lpstr>
      <vt:lpstr>TRUNCUS</vt:lpstr>
      <vt:lpstr>TRUNCUS</vt:lpstr>
      <vt:lpstr>TRUNCUS</vt:lpstr>
      <vt:lpstr>TRUNCUS</vt:lpstr>
      <vt:lpstr>TRUNCUS</vt:lpstr>
      <vt:lpstr>CAPUT</vt:lpstr>
      <vt:lpstr>OCULUS</vt:lpstr>
      <vt:lpstr>CAPUT : OS</vt:lpstr>
      <vt:lpstr>Prevedi na hrvatski zadane sintagme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Corpus humanuM</dc:title>
  <dc:creator>Ana Kadović</dc:creator>
  <cp:lastModifiedBy>Ana Kadović</cp:lastModifiedBy>
  <cp:revision>1</cp:revision>
  <dcterms:created xsi:type="dcterms:W3CDTF">2021-05-14T19:24:12Z</dcterms:created>
  <dcterms:modified xsi:type="dcterms:W3CDTF">2023-04-19T20:42:47Z</dcterms:modified>
</cp:coreProperties>
</file>