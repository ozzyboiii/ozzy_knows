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2" r:id="rId2"/>
    <p:sldMasterId id="2147483674" r:id="rId3"/>
    <p:sldMasterId id="2147483689" r:id="rId4"/>
  </p:sldMasterIdLst>
  <p:notesMasterIdLst>
    <p:notesMasterId r:id="rId19"/>
  </p:notesMasterIdLst>
  <p:sldIdLst>
    <p:sldId id="257" r:id="rId5"/>
    <p:sldId id="258" r:id="rId6"/>
    <p:sldId id="259" r:id="rId7"/>
    <p:sldId id="260" r:id="rId8"/>
    <p:sldId id="266" r:id="rId9"/>
    <p:sldId id="261" r:id="rId10"/>
    <p:sldId id="263" r:id="rId11"/>
    <p:sldId id="262" r:id="rId12"/>
    <p:sldId id="264" r:id="rId13"/>
    <p:sldId id="270" r:id="rId14"/>
    <p:sldId id="269" r:id="rId15"/>
    <p:sldId id="267" r:id="rId16"/>
    <p:sldId id="265" r:id="rId17"/>
    <p:sldId id="268"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4C7DADF-2027-4C91-A302-815D24E23E40}" v="1" dt="2022-05-30T12:43:03.15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58" d="100"/>
          <a:sy n="58" d="100"/>
        </p:scale>
        <p:origin x="2165"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slideMaster" Target="slideMasters/slideMaster2.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slideMaster" Target="slideMasters/slideMaster1.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3.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 Kadović" userId="fd64513e-ec8c-4902-b57e-efd6018758d7" providerId="ADAL" clId="{4B93549D-AFA0-461D-8F40-20EF897224B2}"/>
    <pc:docChg chg="modSld sldOrd">
      <pc:chgData name="Ana Kadović" userId="fd64513e-ec8c-4902-b57e-efd6018758d7" providerId="ADAL" clId="{4B93549D-AFA0-461D-8F40-20EF897224B2}" dt="2022-03-16T10:06:42.373" v="3"/>
      <pc:docMkLst>
        <pc:docMk/>
      </pc:docMkLst>
      <pc:sldChg chg="ord">
        <pc:chgData name="Ana Kadović" userId="fd64513e-ec8c-4902-b57e-efd6018758d7" providerId="ADAL" clId="{4B93549D-AFA0-461D-8F40-20EF897224B2}" dt="2022-03-16T10:06:39.835" v="1"/>
        <pc:sldMkLst>
          <pc:docMk/>
          <pc:sldMk cId="458114179" sldId="267"/>
        </pc:sldMkLst>
      </pc:sldChg>
      <pc:sldChg chg="ord">
        <pc:chgData name="Ana Kadović" userId="fd64513e-ec8c-4902-b57e-efd6018758d7" providerId="ADAL" clId="{4B93549D-AFA0-461D-8F40-20EF897224B2}" dt="2022-03-16T10:06:42.373" v="3"/>
        <pc:sldMkLst>
          <pc:docMk/>
          <pc:sldMk cId="3920868404" sldId="269"/>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E5465B-8019-49B9-8FDA-9684DD863398}" type="datetimeFigureOut">
              <a:rPr lang="en-US" smtClean="0"/>
              <a:pPr/>
              <a:t>5/30/2022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42DC925-E67B-4E21-BF17-32794CBE6594}" type="slidenum">
              <a:rPr lang="en-US" smtClean="0"/>
              <a:pPr/>
              <a:t>‹#›</a:t>
            </a:fld>
            <a:endParaRPr lang="en-US"/>
          </a:p>
        </p:txBody>
      </p:sp>
    </p:spTree>
    <p:extLst>
      <p:ext uri="{BB962C8B-B14F-4D97-AF65-F5344CB8AC3E}">
        <p14:creationId xmlns:p14="http://schemas.microsoft.com/office/powerpoint/2010/main" val="838962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81331B57-0BE5-4F82-AA58-76F53EFF3ADA}" type="datetime8">
              <a:rPr lang="en-US" smtClean="0"/>
              <a:pPr/>
              <a:t>5/30/2022 2:42 PM</a:t>
            </a:fld>
            <a:endParaRPr lang="en-US" dirty="0"/>
          </a:p>
        </p:txBody>
      </p:sp>
      <p:sp>
        <p:nvSpPr>
          <p:cNvPr id="6" name="Footer Placeholder 5"/>
          <p:cNvSpPr>
            <a:spLocks noGrp="1"/>
          </p:cNvSpPr>
          <p:nvPr>
            <p:ph type="ftr" sz="quarter" idx="12"/>
          </p:nvPr>
        </p:nvSpPr>
        <p:spPr>
          <a:xfrm>
            <a:off x="0" y="8685213"/>
            <a:ext cx="6172200" cy="457200"/>
          </a:xfrm>
        </p:spPr>
        <p:txBody>
          <a:bodyPr/>
          <a:lstStyle/>
          <a:p>
            <a:r>
              <a:rPr lang="en-US" sz="500" dirty="0">
                <a:solidFill>
                  <a:srgbClr val="000000"/>
                </a:solidFill>
              </a:rPr>
              <a:t>© 2007 Microsoft Corporation. All rights reserved. Microsoft, Windows, Windows Vista and other product names are or may be registered trademarks and/or trademarks in the U.S. and/or other countries.</a:t>
            </a:r>
          </a:p>
          <a:p>
            <a:r>
              <a:rPr lang="en-US" sz="500" dirty="0">
                <a:solidFill>
                  <a:srgbClr val="000000"/>
                </a:solidFill>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br>
              <a:rPr lang="en-US" sz="500" dirty="0">
                <a:solidFill>
                  <a:srgbClr val="000000"/>
                </a:solidFill>
              </a:rPr>
            </a:br>
            <a:r>
              <a:rPr lang="en-US" sz="500" dirty="0">
                <a:solidFill>
                  <a:srgbClr val="000000"/>
                </a:solidFill>
              </a:rPr>
              <a:t>MICROSOFT MAKES NO WARRANTIES, EXPRESS, IMPLIED OR STATUTORY, AS TO THE INFORMATION IN THIS PRESENTATION.</a:t>
            </a:r>
          </a:p>
          <a:p>
            <a:endParaRPr lang="en-US" sz="500" dirty="0"/>
          </a:p>
        </p:txBody>
      </p:sp>
      <p:sp>
        <p:nvSpPr>
          <p:cNvPr id="7" name="Slide Number Placeholder 6"/>
          <p:cNvSpPr>
            <a:spLocks noGrp="1"/>
          </p:cNvSpPr>
          <p:nvPr>
            <p:ph type="sldNum" sz="quarter" idx="13"/>
          </p:nvPr>
        </p:nvSpPr>
        <p:spPr>
          <a:xfrm>
            <a:off x="6172199" y="8685213"/>
            <a:ext cx="684213" cy="457200"/>
          </a:xfrm>
        </p:spPr>
        <p:txBody>
          <a:bodyPr/>
          <a:lstStyle/>
          <a:p>
            <a:fld id="{EC87E0CF-87F6-4B58-B8B8-DCAB2DAAF3CA}" type="slidenum">
              <a:rPr lang="en-US" smtClean="0"/>
              <a:pPr/>
              <a:t>1</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a:t>John Ray je bio engleski prirodoslovac &lt;3</a:t>
            </a:r>
            <a:br>
              <a:rPr lang="hr-HR" dirty="0"/>
            </a:br>
            <a:r>
              <a:rPr lang="hr-HR" dirty="0"/>
              <a:t>Historia Plantarum -</a:t>
            </a:r>
            <a:r>
              <a:rPr lang="hr-HR" baseline="0" dirty="0"/>
              <a:t> povijest biljaka :*</a:t>
            </a:r>
            <a:endParaRPr lang="hr-HR" dirty="0"/>
          </a:p>
        </p:txBody>
      </p:sp>
      <p:sp>
        <p:nvSpPr>
          <p:cNvPr id="4" name="Slide Number Placeholder 3"/>
          <p:cNvSpPr>
            <a:spLocks noGrp="1"/>
          </p:cNvSpPr>
          <p:nvPr>
            <p:ph type="sldNum" sz="quarter" idx="10"/>
          </p:nvPr>
        </p:nvSpPr>
        <p:spPr/>
        <p:txBody>
          <a:bodyPr/>
          <a:lstStyle/>
          <a:p>
            <a:fld id="{142DC925-E67B-4E21-BF17-32794CBE6594}" type="slidenum">
              <a:rPr lang="en-US" smtClean="0"/>
              <a:pPr/>
              <a:t>3</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sz="1200" i="0" dirty="0"/>
              <a:t>Systema Naturae – sustav prirode ;)</a:t>
            </a:r>
            <a:endParaRPr lang="hr-HR" i="0" dirty="0"/>
          </a:p>
        </p:txBody>
      </p:sp>
      <p:sp>
        <p:nvSpPr>
          <p:cNvPr id="4" name="Slide Number Placeholder 3"/>
          <p:cNvSpPr>
            <a:spLocks noGrp="1"/>
          </p:cNvSpPr>
          <p:nvPr>
            <p:ph type="sldNum" sz="quarter" idx="10"/>
          </p:nvPr>
        </p:nvSpPr>
        <p:spPr/>
        <p:txBody>
          <a:bodyPr/>
          <a:lstStyle/>
          <a:p>
            <a:fld id="{142DC925-E67B-4E21-BF17-32794CBE6594}" type="slidenum">
              <a:rPr lang="en-US" smtClean="0"/>
              <a:pPr/>
              <a:t>4</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hr-HR" dirty="0"/>
              <a:t>U slučaju životinja, standardni sufiksi za taksone postoje samo do stupnja natporodice </a:t>
            </a:r>
          </a:p>
        </p:txBody>
      </p:sp>
      <p:sp>
        <p:nvSpPr>
          <p:cNvPr id="4" name="Slide Number Placeholder 3"/>
          <p:cNvSpPr>
            <a:spLocks noGrp="1"/>
          </p:cNvSpPr>
          <p:nvPr>
            <p:ph type="sldNum" sz="quarter" idx="10"/>
          </p:nvPr>
        </p:nvSpPr>
        <p:spPr/>
        <p:txBody>
          <a:bodyPr/>
          <a:lstStyle/>
          <a:p>
            <a:fld id="{142DC925-E67B-4E21-BF17-32794CBE6594}" type="slidenum">
              <a:rPr lang="en-US" smtClean="0"/>
              <a:pPr/>
              <a:t>8</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30250" y="1905000"/>
            <a:ext cx="7681913" cy="1523495"/>
          </a:xfrm>
        </p:spPr>
        <p:txBody>
          <a:bodyPr>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730249" y="4344988"/>
            <a:ext cx="7681913"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381000" y="1411552"/>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381000" y="1412875"/>
            <a:ext cx="8382000" cy="221086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381000" y="1411553"/>
            <a:ext cx="4114800" cy="2129814"/>
          </a:xfrm>
        </p:spPr>
        <p:txBody>
          <a:bodyPr/>
          <a:lstStyle>
            <a:lvl1pPr marL="339976" indent="-339976">
              <a:lnSpc>
                <a:spcPct val="90000"/>
              </a:lnSpc>
              <a:defRPr sz="2800"/>
            </a:lvl1pPr>
            <a:lvl2pPr marL="673338" indent="-325424">
              <a:lnSpc>
                <a:spcPct val="90000"/>
              </a:lnSpc>
              <a:defRPr sz="2400"/>
            </a:lvl2pPr>
            <a:lvl3pPr marL="953785" indent="-288384">
              <a:lnSpc>
                <a:spcPct val="90000"/>
              </a:lnSpc>
              <a:defRPr sz="2000"/>
            </a:lvl3pPr>
            <a:lvl4pPr marL="1227618" indent="-273833">
              <a:lnSpc>
                <a:spcPct val="90000"/>
              </a:lnSpc>
              <a:defRPr sz="1800"/>
            </a:lvl4pPr>
            <a:lvl5pPr marL="1516002" indent="-280447">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8200" y="1411553"/>
            <a:ext cx="4114800" cy="2129814"/>
          </a:xfrm>
        </p:spPr>
        <p:txBody>
          <a:bodyPr/>
          <a:lstStyle>
            <a:lvl1pPr marL="347914" indent="-347914">
              <a:lnSpc>
                <a:spcPct val="90000"/>
              </a:lnSpc>
              <a:defRPr sz="2800"/>
            </a:lvl1pPr>
            <a:lvl2pPr marL="673338" indent="-339976">
              <a:lnSpc>
                <a:spcPct val="90000"/>
              </a:lnSpc>
              <a:defRPr sz="2400"/>
            </a:lvl2pPr>
            <a:lvl3pPr marL="961722" indent="-302936">
              <a:lnSpc>
                <a:spcPct val="90000"/>
              </a:lnSpc>
              <a:defRPr sz="2000"/>
            </a:lvl3pPr>
            <a:lvl4pPr marL="1227618" indent="-265896">
              <a:lnSpc>
                <a:spcPct val="90000"/>
              </a:lnSpc>
              <a:defRPr sz="1800"/>
            </a:lvl4pPr>
            <a:lvl5pPr marL="1516002" indent="-273833">
              <a:lnSpc>
                <a:spcPct val="90000"/>
              </a:lnSpc>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381000" y="1411553"/>
            <a:ext cx="4114800"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4" name="Content Placeholder 3"/>
          <p:cNvSpPr>
            <a:spLocks noGrp="1"/>
          </p:cNvSpPr>
          <p:nvPr>
            <p:ph sz="half" idx="2"/>
          </p:nvPr>
        </p:nvSpPr>
        <p:spPr>
          <a:xfrm>
            <a:off x="380999" y="2174875"/>
            <a:ext cx="4114800" cy="1537344"/>
          </a:xfrm>
        </p:spPr>
        <p:txBody>
          <a:bodyPr/>
          <a:lstStyle>
            <a:lvl1pPr marL="281770" indent="-281770">
              <a:defRPr sz="2300"/>
            </a:lvl1pPr>
            <a:lvl2pPr marL="562218" indent="-265896">
              <a:defRPr sz="2000"/>
            </a:lvl2pPr>
            <a:lvl3pPr marL="813562" indent="-243407">
              <a:defRPr sz="1800"/>
            </a:lvl3pPr>
            <a:lvl4pPr marL="1050354" indent="-228856">
              <a:defRPr sz="1700"/>
            </a:lvl4pPr>
            <a:lvl5pPr marL="1279210" indent="-206367">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45981" y="1411553"/>
            <a:ext cx="4117019" cy="692498"/>
          </a:xfrm>
        </p:spPr>
        <p:txBody>
          <a:bodyPr anchor="b"/>
          <a:lstStyle>
            <a:lvl1pPr marL="0" indent="0">
              <a:lnSpc>
                <a:spcPct val="90000"/>
              </a:lnSpc>
              <a:spcBef>
                <a:spcPts val="0"/>
              </a:spcBef>
              <a:buNone/>
              <a:defRPr sz="2500" b="1"/>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2174875"/>
            <a:ext cx="4117974" cy="1537344"/>
          </a:xfrm>
        </p:spPr>
        <p:txBody>
          <a:bodyPr/>
          <a:lstStyle>
            <a:lvl1pPr marL="296321" indent="-296321">
              <a:defRPr sz="2300"/>
            </a:lvl1pPr>
            <a:lvl2pPr marL="570155" indent="-273833">
              <a:defRPr sz="2000"/>
            </a:lvl2pPr>
            <a:lvl3pPr marL="821499" indent="-244730">
              <a:defRPr sz="1800"/>
            </a:lvl3pPr>
            <a:lvl4pPr marL="1050354" indent="-236793">
              <a:defRPr sz="1700"/>
            </a:lvl4pPr>
            <a:lvl5pPr marL="1279210" indent="-220919">
              <a:defRPr sz="17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WALKIN - Prints in GRAYSCALE">
    <p:spTree>
      <p:nvGrpSpPr>
        <p:cNvPr id="1" name=""/>
        <p:cNvGrpSpPr/>
        <p:nvPr/>
      </p:nvGrpSpPr>
      <p:grpSpPr>
        <a:xfrm>
          <a:off x="0" y="0"/>
          <a:ext cx="0" cy="0"/>
          <a:chOff x="0" y="0"/>
          <a:chExt cx="0" cy="0"/>
        </a:xfrm>
      </p:grpSpPr>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2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3_Title and Content">
    <p:bg bwMode="black">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p>
            <a:r>
              <a:rPr lang="en-US"/>
              <a:t>Click to edit Master title style</a:t>
            </a:r>
            <a:endParaRPr lang="en-US" dirty="0"/>
          </a:p>
        </p:txBody>
      </p:sp>
      <p:sp>
        <p:nvSpPr>
          <p:cNvPr id="6" name="Text Placeholder 5"/>
          <p:cNvSpPr>
            <a:spLocks noGrp="1"/>
          </p:cNvSpPr>
          <p:nvPr>
            <p:ph type="body" sz="quarter" idx="10"/>
          </p:nvPr>
        </p:nvSpPr>
        <p:spPr bwMode="white">
          <a:xfrm>
            <a:off x="381000" y="1411553"/>
            <a:ext cx="8382000" cy="2200602"/>
          </a:xfrm>
        </p:spPr>
        <p:txBody>
          <a:bodyPr/>
          <a:lstStyle>
            <a:lvl1pPr>
              <a:buClr>
                <a:schemeClr val="tx1"/>
              </a:buClr>
              <a:buSzPct val="70000"/>
              <a:buFont typeface="Wingdings" pitchFamily="2" charset="2"/>
              <a:buChar char="l"/>
              <a:defRPr/>
            </a:lvl1pPr>
            <a:lvl2pPr>
              <a:buClr>
                <a:schemeClr val="tx1"/>
              </a:buClr>
              <a:buSzPct val="70000"/>
              <a:buFont typeface="Wingdings" pitchFamily="2" charset="2"/>
              <a:buChar char="l"/>
              <a:defRPr/>
            </a:lvl2pPr>
            <a:lvl3pPr>
              <a:buClr>
                <a:schemeClr val="tx1"/>
              </a:buClr>
              <a:buSzPct val="70000"/>
              <a:buFont typeface="Wingdings" pitchFamily="2" charset="2"/>
              <a:buChar char="l"/>
              <a:defRPr/>
            </a:lvl3pPr>
            <a:lvl4pPr>
              <a:buClr>
                <a:schemeClr val="tx1"/>
              </a:buClr>
              <a:buSzPct val="70000"/>
              <a:buFont typeface="Wingdings" pitchFamily="2" charset="2"/>
              <a:buChar char="l"/>
              <a:defRPr/>
            </a:lvl4pPr>
            <a:lvl5pPr>
              <a:buClr>
                <a:schemeClr val="tx1"/>
              </a:buClr>
              <a:buSzPct val="70000"/>
              <a:buFont typeface="Wingdings" pitchFamily="2" charset="2"/>
              <a:buChar char="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6"/>
          <p:cNvSpPr>
            <a:spLocks noGrp="1"/>
          </p:cNvSpPr>
          <p:nvPr>
            <p:ph type="body" sz="quarter" idx="11"/>
          </p:nvPr>
        </p:nvSpPr>
        <p:spPr>
          <a:xfrm>
            <a:off x="0" y="6238875"/>
            <a:ext cx="9144001" cy="619125"/>
          </a:xfrm>
          <a:solidFill>
            <a:srgbClr val="FFFF99"/>
          </a:solidFill>
        </p:spPr>
        <p:txBody>
          <a:bodyPr wrap="square" lIns="152394" tIns="76197" rIns="152394" bIns="76197" anchor="b" anchorCtr="0">
            <a:noAutofit/>
          </a:bodyPr>
          <a:lstStyle>
            <a:lvl1pPr algn="r">
              <a:buFont typeface="Arial" pitchFamily="34" charset="0"/>
              <a:buNone/>
              <a:defRPr>
                <a:solidFill>
                  <a:srgbClr val="000000"/>
                </a:solidFill>
                <a:effectLst/>
                <a:latin typeface="+mj-lt"/>
              </a:defRPr>
            </a:lvl1pPr>
          </a:lstStyle>
          <a:p>
            <a:pPr lvl="0"/>
            <a:r>
              <a:rPr lang="en-US"/>
              <a:t>Click to edit Master text styles</a:t>
            </a:r>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2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Use for slides with Software Cod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Text Placeholder 5"/>
          <p:cNvSpPr>
            <a:spLocks noGrp="1"/>
          </p:cNvSpPr>
          <p:nvPr>
            <p:ph type="body" sz="quarter" idx="10"/>
          </p:nvPr>
        </p:nvSpPr>
        <p:spPr>
          <a:xfrm>
            <a:off x="722313" y="1905000"/>
            <a:ext cx="8040688" cy="1938992"/>
          </a:xfr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itle" preserve="1">
  <p:cSld name="Naslovni slajd">
    <p:spTree>
      <p:nvGrpSpPr>
        <p:cNvPr id="1" name=""/>
        <p:cNvGrpSpPr/>
        <p:nvPr/>
      </p:nvGrpSpPr>
      <p:grpSpPr>
        <a:xfrm>
          <a:off x="0" y="0"/>
          <a:ext cx="0" cy="0"/>
          <a:chOff x="0" y="0"/>
          <a:chExt cx="0" cy="0"/>
        </a:xfrm>
      </p:grpSpPr>
      <p:sp>
        <p:nvSpPr>
          <p:cNvPr id="8" name="Naslov 7"/>
          <p:cNvSpPr>
            <a:spLocks noGrp="1"/>
          </p:cNvSpPr>
          <p:nvPr>
            <p:ph type="ctrTitle"/>
          </p:nvPr>
        </p:nvSpPr>
        <p:spPr>
          <a:xfrm>
            <a:off x="1219200" y="3886200"/>
            <a:ext cx="6858000" cy="990600"/>
          </a:xfrm>
        </p:spPr>
        <p:txBody>
          <a:bodyPr anchor="t" anchorCtr="0"/>
          <a:lstStyle>
            <a:lvl1pPr algn="r">
              <a:defRPr sz="3200">
                <a:solidFill>
                  <a:schemeClr val="tx1"/>
                </a:solidFill>
              </a:defRPr>
            </a:lvl1pPr>
          </a:lstStyle>
          <a:p>
            <a:r>
              <a:rPr kumimoji="0" lang="hr-HR"/>
              <a:t>Kliknite da biste uredili stil naslova matrice</a:t>
            </a:r>
            <a:endParaRPr kumimoji="0" lang="en-US"/>
          </a:p>
        </p:txBody>
      </p:sp>
      <p:sp>
        <p:nvSpPr>
          <p:cNvPr id="9" name="Podnaslov 8"/>
          <p:cNvSpPr>
            <a:spLocks noGrp="1"/>
          </p:cNvSpPr>
          <p:nvPr>
            <p:ph type="subTitle" idx="1"/>
          </p:nvPr>
        </p:nvSpPr>
        <p:spPr>
          <a:xfrm>
            <a:off x="1219200" y="5124450"/>
            <a:ext cx="6858000" cy="533400"/>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hr-HR"/>
              <a:t>Kliknite da biste uredili stil podnaslova matrice</a:t>
            </a:r>
            <a:endParaRPr kumimoji="0" lang="en-US"/>
          </a:p>
        </p:txBody>
      </p:sp>
      <p:sp>
        <p:nvSpPr>
          <p:cNvPr id="28" name="Rezervirano mjesto datuma 27"/>
          <p:cNvSpPr>
            <a:spLocks noGrp="1"/>
          </p:cNvSpPr>
          <p:nvPr>
            <p:ph type="dt" sz="half" idx="10"/>
          </p:nvPr>
        </p:nvSpPr>
        <p:spPr>
          <a:xfrm>
            <a:off x="6400800" y="6355080"/>
            <a:ext cx="2286000" cy="365760"/>
          </a:xfrm>
        </p:spPr>
        <p:txBody>
          <a:bodyPr/>
          <a:lstStyle>
            <a:lvl1pPr>
              <a:defRPr sz="1400"/>
            </a:lvl1pPr>
          </a:lstStyle>
          <a:p>
            <a:fld id="{7D0065BE-0657-4A47-90AD-C21C55E16B19}" type="datetime4">
              <a:rPr lang="en-US" smtClean="0"/>
              <a:pPr/>
              <a:t>May 30, 2022</a:t>
            </a:fld>
            <a:endParaRPr lang="en-US"/>
          </a:p>
        </p:txBody>
      </p:sp>
      <p:sp>
        <p:nvSpPr>
          <p:cNvPr id="17" name="Rezervirano mjesto podnožja 16"/>
          <p:cNvSpPr>
            <a:spLocks noGrp="1"/>
          </p:cNvSpPr>
          <p:nvPr>
            <p:ph type="ftr" sz="quarter" idx="11"/>
          </p:nvPr>
        </p:nvSpPr>
        <p:spPr>
          <a:xfrm>
            <a:off x="2898648" y="6355080"/>
            <a:ext cx="3474720" cy="365760"/>
          </a:xfrm>
        </p:spPr>
        <p:txBody>
          <a:bodyPr/>
          <a:lstStyle/>
          <a:p>
            <a:endParaRPr lang="en-US"/>
          </a:p>
        </p:txBody>
      </p:sp>
      <p:sp>
        <p:nvSpPr>
          <p:cNvPr id="29" name="Rezervirano mjesto broja slajda 28"/>
          <p:cNvSpPr>
            <a:spLocks noGrp="1"/>
          </p:cNvSpPr>
          <p:nvPr>
            <p:ph type="sldNum" sz="quarter" idx="12"/>
          </p:nvPr>
        </p:nvSpPr>
        <p:spPr>
          <a:xfrm>
            <a:off x="1216152" y="6355080"/>
            <a:ext cx="1219200" cy="365760"/>
          </a:xfrm>
        </p:spPr>
        <p:txBody>
          <a:bodyPr/>
          <a:lstStyle/>
          <a:p>
            <a:fld id="{2754ED01-E2A0-4C1E-8E21-014B99041579}" type="slidenum">
              <a:rPr lang="en-US" smtClean="0"/>
              <a:pPr/>
              <a:t>‹#›</a:t>
            </a:fld>
            <a:endParaRPr lang="en-US"/>
          </a:p>
        </p:txBody>
      </p:sp>
      <p:sp>
        <p:nvSpPr>
          <p:cNvPr id="21" name="Pravokutnik 20"/>
          <p:cNvSpPr/>
          <p:nvPr/>
        </p:nvSpPr>
        <p:spPr>
          <a:xfrm>
            <a:off x="904875" y="3648075"/>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Pravokutnik 32"/>
          <p:cNvSpPr/>
          <p:nvPr/>
        </p:nvSpPr>
        <p:spPr>
          <a:xfrm>
            <a:off x="914400" y="5048250"/>
            <a:ext cx="7315200" cy="685800"/>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Pravokutnik 21"/>
          <p:cNvSpPr/>
          <p:nvPr/>
        </p:nvSpPr>
        <p:spPr>
          <a:xfrm>
            <a:off x="904875" y="3648075"/>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Pravokutnik 31"/>
          <p:cNvSpPr/>
          <p:nvPr/>
        </p:nvSpPr>
        <p:spPr>
          <a:xfrm>
            <a:off x="914400" y="5048250"/>
            <a:ext cx="228600" cy="68580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Naslov i sadržaj">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kumimoji="0" lang="hr-HR"/>
              <a:t>Kliknite da biste uredili stil naslova matrice</a:t>
            </a:r>
            <a:endParaRPr kumimoji="0" lang="en-US"/>
          </a:p>
        </p:txBody>
      </p:sp>
      <p:sp>
        <p:nvSpPr>
          <p:cNvPr id="4" name="Rezervirano mjesto datuma 3"/>
          <p:cNvSpPr>
            <a:spLocks noGrp="1"/>
          </p:cNvSpPr>
          <p:nvPr>
            <p:ph type="dt" sz="half" idx="10"/>
          </p:nvPr>
        </p:nvSpPr>
        <p:spPr/>
        <p:txBody>
          <a:bodyPr/>
          <a:lstStyle/>
          <a:p>
            <a:fld id="{D47BB8AF-C16A-4836-A92D-61834B5F0BA5}" type="datetime4">
              <a:rPr lang="en-US" smtClean="0"/>
              <a:pPr/>
              <a:t>May 30, 2022</a:t>
            </a:fld>
            <a:endParaRPr lang="en-US"/>
          </a:p>
        </p:txBody>
      </p:sp>
      <p:sp>
        <p:nvSpPr>
          <p:cNvPr id="5" name="Rezervirano mjesto podnožja 4"/>
          <p:cNvSpPr>
            <a:spLocks noGrp="1"/>
          </p:cNvSpPr>
          <p:nvPr>
            <p:ph type="ftr" sz="quarter" idx="11"/>
          </p:nvPr>
        </p:nvSpPr>
        <p:spPr/>
        <p:txBody>
          <a:bodyPr/>
          <a:lstStyle/>
          <a:p>
            <a:endParaRPr lang="en-US"/>
          </a:p>
        </p:txBody>
      </p:sp>
      <p:sp>
        <p:nvSpPr>
          <p:cNvPr id="6" name="Rezervirano mjesto broja slajda 5"/>
          <p:cNvSpPr>
            <a:spLocks noGrp="1"/>
          </p:cNvSpPr>
          <p:nvPr>
            <p:ph type="sldNum" sz="quarter" idx="12"/>
          </p:nvPr>
        </p:nvSpPr>
        <p:spPr/>
        <p:txBody>
          <a:bodyPr/>
          <a:lstStyle/>
          <a:p>
            <a:fld id="{2754ED01-E2A0-4C1E-8E21-014B99041579}" type="slidenum">
              <a:rPr lang="en-US" smtClean="0"/>
              <a:pPr/>
              <a:t>‹#›</a:t>
            </a:fld>
            <a:endParaRPr lang="en-US"/>
          </a:p>
        </p:txBody>
      </p:sp>
      <p:sp>
        <p:nvSpPr>
          <p:cNvPr id="8" name="Rezervirano mjesto sadržaja 7"/>
          <p:cNvSpPr>
            <a:spLocks noGrp="1"/>
          </p:cNvSpPr>
          <p:nvPr>
            <p:ph sz="quarter" idx="1"/>
          </p:nvPr>
        </p:nvSpPr>
        <p:spPr>
          <a:xfrm>
            <a:off x="457200" y="1219200"/>
            <a:ext cx="8229600" cy="493776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Zaglavlje odjeljka">
    <p:bg>
      <p:bgRef idx="1001">
        <a:schemeClr val="bg2"/>
      </p:bgRef>
    </p:bg>
    <p:spTree>
      <p:nvGrpSpPr>
        <p:cNvPr id="1" name=""/>
        <p:cNvGrpSpPr/>
        <p:nvPr/>
      </p:nvGrpSpPr>
      <p:grpSpPr>
        <a:xfrm>
          <a:off x="0" y="0"/>
          <a:ext cx="0" cy="0"/>
          <a:chOff x="0" y="0"/>
          <a:chExt cx="0" cy="0"/>
        </a:xfrm>
      </p:grpSpPr>
      <p:sp>
        <p:nvSpPr>
          <p:cNvPr id="2" name="Naslov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hr-HR"/>
              <a:t>Kliknite da biste uredili stil naslova matrice</a:t>
            </a:r>
            <a:endParaRPr kumimoji="0" lang="en-US"/>
          </a:p>
        </p:txBody>
      </p:sp>
      <p:sp>
        <p:nvSpPr>
          <p:cNvPr id="3" name="Rezervirano mjesto teksta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hr-HR"/>
              <a:t>Kliknite da biste uredili stilove teksta matrice</a:t>
            </a:r>
          </a:p>
        </p:txBody>
      </p:sp>
      <p:sp>
        <p:nvSpPr>
          <p:cNvPr id="4" name="Rezervirano mjesto datuma 3"/>
          <p:cNvSpPr>
            <a:spLocks noGrp="1"/>
          </p:cNvSpPr>
          <p:nvPr>
            <p:ph type="dt" sz="half" idx="10"/>
          </p:nvPr>
        </p:nvSpPr>
        <p:spPr>
          <a:xfrm>
            <a:off x="6400800" y="6355080"/>
            <a:ext cx="2286000" cy="365760"/>
          </a:xfrm>
        </p:spPr>
        <p:txBody>
          <a:bodyPr/>
          <a:lstStyle/>
          <a:p>
            <a:fld id="{647D2193-4505-4A75-99BB-880C6989A757}" type="datetime4">
              <a:rPr lang="en-US" smtClean="0"/>
              <a:pPr/>
              <a:t>May 30, 2022</a:t>
            </a:fld>
            <a:endParaRPr lang="en-US"/>
          </a:p>
        </p:txBody>
      </p:sp>
      <p:sp>
        <p:nvSpPr>
          <p:cNvPr id="5" name="Rezervirano mjesto podnožja 4"/>
          <p:cNvSpPr>
            <a:spLocks noGrp="1"/>
          </p:cNvSpPr>
          <p:nvPr>
            <p:ph type="ftr" sz="quarter" idx="11"/>
          </p:nvPr>
        </p:nvSpPr>
        <p:spPr>
          <a:xfrm>
            <a:off x="2898648" y="6355080"/>
            <a:ext cx="3474720" cy="365760"/>
          </a:xfrm>
        </p:spPr>
        <p:txBody>
          <a:bodyPr/>
          <a:lstStyle/>
          <a:p>
            <a:endParaRPr lang="en-US"/>
          </a:p>
        </p:txBody>
      </p:sp>
      <p:sp>
        <p:nvSpPr>
          <p:cNvPr id="6" name="Rezervirano mjesto broja slajda 5"/>
          <p:cNvSpPr>
            <a:spLocks noGrp="1"/>
          </p:cNvSpPr>
          <p:nvPr>
            <p:ph type="sldNum" sz="quarter" idx="12"/>
          </p:nvPr>
        </p:nvSpPr>
        <p:spPr>
          <a:xfrm>
            <a:off x="1069848" y="6355080"/>
            <a:ext cx="1520952" cy="365760"/>
          </a:xfrm>
        </p:spPr>
        <p:txBody>
          <a:bodyPr/>
          <a:lstStyle/>
          <a:p>
            <a:fld id="{2754ED01-E2A0-4C1E-8E21-014B99041579}" type="slidenum">
              <a:rPr lang="en-US" smtClean="0"/>
              <a:pPr/>
              <a:t>‹#›</a:t>
            </a:fld>
            <a:endParaRPr lang="en-US"/>
          </a:p>
        </p:txBody>
      </p:sp>
      <p:sp>
        <p:nvSpPr>
          <p:cNvPr id="7" name="Pravokutnik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Pravokutnik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Dva sadržaja">
    <p:spTree>
      <p:nvGrpSpPr>
        <p:cNvPr id="1" name=""/>
        <p:cNvGrpSpPr/>
        <p:nvPr/>
      </p:nvGrpSpPr>
      <p:grpSpPr>
        <a:xfrm>
          <a:off x="0" y="0"/>
          <a:ext cx="0" cy="0"/>
          <a:chOff x="0" y="0"/>
          <a:chExt cx="0" cy="0"/>
        </a:xfrm>
      </p:grpSpPr>
      <p:sp>
        <p:nvSpPr>
          <p:cNvPr id="2" name="Naslov 1"/>
          <p:cNvSpPr>
            <a:spLocks noGrp="1"/>
          </p:cNvSpPr>
          <p:nvPr>
            <p:ph type="title"/>
          </p:nvPr>
        </p:nvSpPr>
        <p:spPr>
          <a:xfrm>
            <a:off x="457200" y="228600"/>
            <a:ext cx="8229600" cy="914400"/>
          </a:xfrm>
        </p:spPr>
        <p:txBody>
          <a:bodyPr/>
          <a:lstStyle/>
          <a:p>
            <a:r>
              <a:rPr kumimoji="0" lang="hr-HR"/>
              <a:t>Kliknite da biste uredili stil naslova matrice</a:t>
            </a:r>
            <a:endParaRPr kumimoji="0" lang="en-US"/>
          </a:p>
        </p:txBody>
      </p:sp>
      <p:sp>
        <p:nvSpPr>
          <p:cNvPr id="5" name="Rezervirano mjesto datuma 4"/>
          <p:cNvSpPr>
            <a:spLocks noGrp="1"/>
          </p:cNvSpPr>
          <p:nvPr>
            <p:ph type="dt" sz="half" idx="10"/>
          </p:nvPr>
        </p:nvSpPr>
        <p:spPr/>
        <p:txBody>
          <a:bodyPr/>
          <a:lstStyle/>
          <a:p>
            <a:fld id="{113A18F4-33C3-445B-924C-31108C51719C}" type="datetime4">
              <a:rPr lang="en-US" smtClean="0"/>
              <a:pPr/>
              <a:t>May 30, 2022</a:t>
            </a:fld>
            <a:endParaRPr lang="en-US"/>
          </a:p>
        </p:txBody>
      </p:sp>
      <p:sp>
        <p:nvSpPr>
          <p:cNvPr id="6" name="Rezervirano mjesto podnožja 5"/>
          <p:cNvSpPr>
            <a:spLocks noGrp="1"/>
          </p:cNvSpPr>
          <p:nvPr>
            <p:ph type="ftr" sz="quarter" idx="11"/>
          </p:nvPr>
        </p:nvSpPr>
        <p:spPr/>
        <p:txBody>
          <a:bodyPr/>
          <a:lstStyle/>
          <a:p>
            <a:endParaRPr lang="en-US"/>
          </a:p>
        </p:txBody>
      </p:sp>
      <p:sp>
        <p:nvSpPr>
          <p:cNvPr id="7" name="Rezervirano mjesto broja slajda 6"/>
          <p:cNvSpPr>
            <a:spLocks noGrp="1"/>
          </p:cNvSpPr>
          <p:nvPr>
            <p:ph type="sldNum" sz="quarter" idx="12"/>
          </p:nvPr>
        </p:nvSpPr>
        <p:spPr/>
        <p:txBody>
          <a:bodyPr/>
          <a:lstStyle/>
          <a:p>
            <a:fld id="{2754ED01-E2A0-4C1E-8E21-014B99041579}" type="slidenum">
              <a:rPr lang="en-US" smtClean="0"/>
              <a:pPr/>
              <a:t>‹#›</a:t>
            </a:fld>
            <a:endParaRPr lang="en-US"/>
          </a:p>
        </p:txBody>
      </p:sp>
      <p:sp>
        <p:nvSpPr>
          <p:cNvPr id="9" name="Rezervirano mjesto sadržaja 8"/>
          <p:cNvSpPr>
            <a:spLocks noGrp="1"/>
          </p:cNvSpPr>
          <p:nvPr>
            <p:ph sz="quarter" idx="1"/>
          </p:nvPr>
        </p:nvSpPr>
        <p:spPr>
          <a:xfrm>
            <a:off x="457200" y="1219200"/>
            <a:ext cx="4041648" cy="493776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11" name="Rezervirano mjesto sadržaja 10"/>
          <p:cNvSpPr>
            <a:spLocks noGrp="1"/>
          </p:cNvSpPr>
          <p:nvPr>
            <p:ph sz="quarter" idx="2"/>
          </p:nvPr>
        </p:nvSpPr>
        <p:spPr>
          <a:xfrm>
            <a:off x="4632198" y="1216152"/>
            <a:ext cx="4041648" cy="493776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Usporedba">
    <p:spTree>
      <p:nvGrpSpPr>
        <p:cNvPr id="1" name=""/>
        <p:cNvGrpSpPr/>
        <p:nvPr/>
      </p:nvGrpSpPr>
      <p:grpSpPr>
        <a:xfrm>
          <a:off x="0" y="0"/>
          <a:ext cx="0" cy="0"/>
          <a:chOff x="0" y="0"/>
          <a:chExt cx="0" cy="0"/>
        </a:xfrm>
      </p:grpSpPr>
      <p:sp>
        <p:nvSpPr>
          <p:cNvPr id="2" name="Naslov 1"/>
          <p:cNvSpPr>
            <a:spLocks noGrp="1"/>
          </p:cNvSpPr>
          <p:nvPr>
            <p:ph type="title"/>
          </p:nvPr>
        </p:nvSpPr>
        <p:spPr>
          <a:xfrm>
            <a:off x="457200" y="228600"/>
            <a:ext cx="8229600" cy="914400"/>
          </a:xfrm>
        </p:spPr>
        <p:txBody>
          <a:bodyPr anchor="ctr"/>
          <a:lstStyle>
            <a:lvl1pPr>
              <a:defRPr/>
            </a:lvl1pPr>
          </a:lstStyle>
          <a:p>
            <a:r>
              <a:rPr kumimoji="0" lang="hr-HR"/>
              <a:t>Kliknite da biste uredili stil naslova matrice</a:t>
            </a:r>
            <a:endParaRPr kumimoji="0" lang="en-US"/>
          </a:p>
        </p:txBody>
      </p:sp>
      <p:sp>
        <p:nvSpPr>
          <p:cNvPr id="3" name="Rezervirano mjesto teksta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r-HR"/>
              <a:t>Kliknite da biste uredili stilove teksta matrice</a:t>
            </a:r>
          </a:p>
        </p:txBody>
      </p:sp>
      <p:sp>
        <p:nvSpPr>
          <p:cNvPr id="4" name="Rezervirano mjesto teksta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hr-HR"/>
              <a:t>Kliknite da biste uredili stilove teksta matrice</a:t>
            </a:r>
          </a:p>
        </p:txBody>
      </p:sp>
      <p:sp>
        <p:nvSpPr>
          <p:cNvPr id="7" name="Rezervirano mjesto datuma 6"/>
          <p:cNvSpPr>
            <a:spLocks noGrp="1"/>
          </p:cNvSpPr>
          <p:nvPr>
            <p:ph type="dt" sz="half" idx="10"/>
          </p:nvPr>
        </p:nvSpPr>
        <p:spPr/>
        <p:txBody>
          <a:bodyPr/>
          <a:lstStyle/>
          <a:p>
            <a:fld id="{3AF7543A-E259-478F-9E0D-57BA40E442B7}" type="datetime4">
              <a:rPr lang="en-US" smtClean="0"/>
              <a:pPr/>
              <a:t>May 30, 2022</a:t>
            </a:fld>
            <a:endParaRPr lang="en-US"/>
          </a:p>
        </p:txBody>
      </p:sp>
      <p:sp>
        <p:nvSpPr>
          <p:cNvPr id="8" name="Rezervirano mjesto podnožja 7"/>
          <p:cNvSpPr>
            <a:spLocks noGrp="1"/>
          </p:cNvSpPr>
          <p:nvPr>
            <p:ph type="ftr" sz="quarter" idx="11"/>
          </p:nvPr>
        </p:nvSpPr>
        <p:spPr/>
        <p:txBody>
          <a:bodyPr/>
          <a:lstStyle/>
          <a:p>
            <a:endParaRPr lang="en-US"/>
          </a:p>
        </p:txBody>
      </p:sp>
      <p:sp>
        <p:nvSpPr>
          <p:cNvPr id="9" name="Rezervirano mjesto broja slajda 8"/>
          <p:cNvSpPr>
            <a:spLocks noGrp="1"/>
          </p:cNvSpPr>
          <p:nvPr>
            <p:ph type="sldNum" sz="quarter" idx="12"/>
          </p:nvPr>
        </p:nvSpPr>
        <p:spPr/>
        <p:txBody>
          <a:bodyPr/>
          <a:lstStyle/>
          <a:p>
            <a:fld id="{2754ED01-E2A0-4C1E-8E21-014B99041579}" type="slidenum">
              <a:rPr lang="en-US" smtClean="0"/>
              <a:pPr/>
              <a:t>‹#›</a:t>
            </a:fld>
            <a:endParaRPr lang="en-US"/>
          </a:p>
        </p:txBody>
      </p:sp>
      <p:sp>
        <p:nvSpPr>
          <p:cNvPr id="11" name="Rezervirano mjesto sadržaja 10"/>
          <p:cNvSpPr>
            <a:spLocks noGrp="1"/>
          </p:cNvSpPr>
          <p:nvPr>
            <p:ph sz="quarter" idx="2"/>
          </p:nvPr>
        </p:nvSpPr>
        <p:spPr>
          <a:xfrm>
            <a:off x="457200" y="2133600"/>
            <a:ext cx="4038600" cy="403860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13" name="Rezervirano mjesto sadržaja 12"/>
          <p:cNvSpPr>
            <a:spLocks noGrp="1"/>
          </p:cNvSpPr>
          <p:nvPr>
            <p:ph sz="quarter" idx="4"/>
          </p:nvPr>
        </p:nvSpPr>
        <p:spPr>
          <a:xfrm>
            <a:off x="4648200" y="2133600"/>
            <a:ext cx="4038600" cy="403860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Samo naslov">
    <p:spTree>
      <p:nvGrpSpPr>
        <p:cNvPr id="1" name=""/>
        <p:cNvGrpSpPr/>
        <p:nvPr/>
      </p:nvGrpSpPr>
      <p:grpSpPr>
        <a:xfrm>
          <a:off x="0" y="0"/>
          <a:ext cx="0" cy="0"/>
          <a:chOff x="0" y="0"/>
          <a:chExt cx="0" cy="0"/>
        </a:xfrm>
      </p:grpSpPr>
      <p:sp>
        <p:nvSpPr>
          <p:cNvPr id="2" name="Naslov 1"/>
          <p:cNvSpPr>
            <a:spLocks noGrp="1"/>
          </p:cNvSpPr>
          <p:nvPr>
            <p:ph type="title"/>
          </p:nvPr>
        </p:nvSpPr>
        <p:spPr>
          <a:xfrm>
            <a:off x="457200" y="228600"/>
            <a:ext cx="8229600" cy="914400"/>
          </a:xfrm>
        </p:spPr>
        <p:txBody>
          <a:bodyPr/>
          <a:lstStyle/>
          <a:p>
            <a:r>
              <a:rPr kumimoji="0" lang="hr-HR"/>
              <a:t>Kliknite da biste uredili stil naslova matrice</a:t>
            </a:r>
            <a:endParaRPr kumimoji="0" lang="en-US"/>
          </a:p>
        </p:txBody>
      </p:sp>
      <p:sp>
        <p:nvSpPr>
          <p:cNvPr id="3" name="Rezervirano mjesto datuma 2"/>
          <p:cNvSpPr>
            <a:spLocks noGrp="1"/>
          </p:cNvSpPr>
          <p:nvPr>
            <p:ph type="dt" sz="half" idx="10"/>
          </p:nvPr>
        </p:nvSpPr>
        <p:spPr/>
        <p:txBody>
          <a:bodyPr/>
          <a:lstStyle/>
          <a:p>
            <a:fld id="{1EFB012D-77A1-44B0-BB26-329BA1EE55C9}" type="datetime4">
              <a:rPr lang="en-US" smtClean="0"/>
              <a:pPr/>
              <a:t>May 30, 2022</a:t>
            </a:fld>
            <a:endParaRPr lang="en-US"/>
          </a:p>
        </p:txBody>
      </p:sp>
      <p:sp>
        <p:nvSpPr>
          <p:cNvPr id="4" name="Rezervirano mjesto podnožja 3"/>
          <p:cNvSpPr>
            <a:spLocks noGrp="1"/>
          </p:cNvSpPr>
          <p:nvPr>
            <p:ph type="ftr" sz="quarter" idx="11"/>
          </p:nvPr>
        </p:nvSpPr>
        <p:spPr/>
        <p:txBody>
          <a:bodyPr/>
          <a:lstStyle/>
          <a:p>
            <a:endParaRPr lang="en-US"/>
          </a:p>
        </p:txBody>
      </p:sp>
      <p:sp>
        <p:nvSpPr>
          <p:cNvPr id="5" name="Rezervirano mjesto broja slajda 4"/>
          <p:cNvSpPr>
            <a:spLocks noGrp="1"/>
          </p:cNvSpPr>
          <p:nvPr>
            <p:ph type="sldNum" sz="quarter" idx="12"/>
          </p:nvPr>
        </p:nvSpPr>
        <p:spPr/>
        <p:txBody>
          <a:bodyPr/>
          <a:lstStyle/>
          <a:p>
            <a:fld id="{2754ED01-E2A0-4C1E-8E21-014B99041579}" type="slidenum">
              <a:rPr lang="en-US" smtClean="0"/>
              <a:pPr/>
              <a:t>‹#›</a:t>
            </a:fld>
            <a:endParaRPr lang="en-US"/>
          </a:p>
        </p:txBody>
      </p:sp>
      <p:sp>
        <p:nvSpPr>
          <p:cNvPr id="6" name="Jednakokračni trokut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Prazno">
    <p:spTree>
      <p:nvGrpSpPr>
        <p:cNvPr id="1" name=""/>
        <p:cNvGrpSpPr/>
        <p:nvPr/>
      </p:nvGrpSpPr>
      <p:grpSpPr>
        <a:xfrm>
          <a:off x="0" y="0"/>
          <a:ext cx="0" cy="0"/>
          <a:chOff x="0" y="0"/>
          <a:chExt cx="0" cy="0"/>
        </a:xfrm>
      </p:grpSpPr>
      <p:sp>
        <p:nvSpPr>
          <p:cNvPr id="2" name="Rezervirano mjesto datuma 1"/>
          <p:cNvSpPr>
            <a:spLocks noGrp="1"/>
          </p:cNvSpPr>
          <p:nvPr>
            <p:ph type="dt" sz="half" idx="10"/>
          </p:nvPr>
        </p:nvSpPr>
        <p:spPr/>
        <p:txBody>
          <a:bodyPr/>
          <a:lstStyle/>
          <a:p>
            <a:fld id="{94B7499E-3031-413E-B01E-B94970708CAA}" type="datetime4">
              <a:rPr lang="en-US" smtClean="0"/>
              <a:pPr/>
              <a:t>May 30, 2022</a:t>
            </a:fld>
            <a:endParaRPr lang="en-US"/>
          </a:p>
        </p:txBody>
      </p:sp>
      <p:sp>
        <p:nvSpPr>
          <p:cNvPr id="3" name="Rezervirano mjesto podnožja 2"/>
          <p:cNvSpPr>
            <a:spLocks noGrp="1"/>
          </p:cNvSpPr>
          <p:nvPr>
            <p:ph type="ftr" sz="quarter" idx="11"/>
          </p:nvPr>
        </p:nvSpPr>
        <p:spPr/>
        <p:txBody>
          <a:bodyPr/>
          <a:lstStyle/>
          <a:p>
            <a:endParaRPr lang="en-US"/>
          </a:p>
        </p:txBody>
      </p:sp>
      <p:sp>
        <p:nvSpPr>
          <p:cNvPr id="4" name="Rezervirano mjesto broja slajda 3"/>
          <p:cNvSpPr>
            <a:spLocks noGrp="1"/>
          </p:cNvSpPr>
          <p:nvPr>
            <p:ph type="sldNum" sz="quarter" idx="12"/>
          </p:nvPr>
        </p:nvSpPr>
        <p:spPr/>
        <p:txBody>
          <a:bodyPr/>
          <a:lstStyle/>
          <a:p>
            <a:fld id="{2754ED01-E2A0-4C1E-8E21-014B99041579}" type="slidenum">
              <a:rPr lang="en-US" smtClean="0"/>
              <a:pPr/>
              <a:t>‹#›</a:t>
            </a:fld>
            <a:endParaRPr lang="en-US"/>
          </a:p>
        </p:txBody>
      </p:sp>
      <p:sp>
        <p:nvSpPr>
          <p:cNvPr id="5" name="Ravni poveznik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Jednakokračni trokut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objTx" preserve="1">
  <p:cSld name="Sadržaj s opisom">
    <p:spTree>
      <p:nvGrpSpPr>
        <p:cNvPr id="1" name=""/>
        <p:cNvGrpSpPr/>
        <p:nvPr/>
      </p:nvGrpSpPr>
      <p:grpSpPr>
        <a:xfrm>
          <a:off x="0" y="0"/>
          <a:ext cx="0" cy="0"/>
          <a:chOff x="0" y="0"/>
          <a:chExt cx="0" cy="0"/>
        </a:xfrm>
      </p:grpSpPr>
      <p:sp>
        <p:nvSpPr>
          <p:cNvPr id="2" name="Naslov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hr-HR"/>
              <a:t>Kliknite da biste uredili stil naslova matrice</a:t>
            </a:r>
            <a:endParaRPr kumimoji="0" lang="en-US"/>
          </a:p>
        </p:txBody>
      </p:sp>
      <p:sp>
        <p:nvSpPr>
          <p:cNvPr id="3" name="Rezervirano mjesto teksta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hr-HR"/>
              <a:t>Kliknite da biste uredili stilove teksta matrice</a:t>
            </a:r>
          </a:p>
        </p:txBody>
      </p:sp>
      <p:sp>
        <p:nvSpPr>
          <p:cNvPr id="5" name="Rezervirano mjesto datuma 4"/>
          <p:cNvSpPr>
            <a:spLocks noGrp="1"/>
          </p:cNvSpPr>
          <p:nvPr>
            <p:ph type="dt" sz="half" idx="10"/>
          </p:nvPr>
        </p:nvSpPr>
        <p:spPr/>
        <p:txBody>
          <a:bodyPr/>
          <a:lstStyle/>
          <a:p>
            <a:fld id="{DC7EAB0C-2220-4D0E-A0DD-DB7FA0F742F4}" type="datetime4">
              <a:rPr lang="en-US" smtClean="0"/>
              <a:pPr/>
              <a:t>May 30, 2022</a:t>
            </a:fld>
            <a:endParaRPr lang="en-US"/>
          </a:p>
        </p:txBody>
      </p:sp>
      <p:sp>
        <p:nvSpPr>
          <p:cNvPr id="6" name="Rezervirano mjesto podnožja 5"/>
          <p:cNvSpPr>
            <a:spLocks noGrp="1"/>
          </p:cNvSpPr>
          <p:nvPr>
            <p:ph type="ftr" sz="quarter" idx="11"/>
          </p:nvPr>
        </p:nvSpPr>
        <p:spPr/>
        <p:txBody>
          <a:bodyPr/>
          <a:lstStyle/>
          <a:p>
            <a:endParaRPr lang="en-US" dirty="0"/>
          </a:p>
        </p:txBody>
      </p:sp>
      <p:sp>
        <p:nvSpPr>
          <p:cNvPr id="7" name="Rezervirano mjesto broja slajda 6"/>
          <p:cNvSpPr>
            <a:spLocks noGrp="1"/>
          </p:cNvSpPr>
          <p:nvPr>
            <p:ph type="sldNum" sz="quarter" idx="12"/>
          </p:nvPr>
        </p:nvSpPr>
        <p:spPr/>
        <p:txBody>
          <a:bodyPr/>
          <a:lstStyle/>
          <a:p>
            <a:fld id="{2754ED01-E2A0-4C1E-8E21-014B99041579}" type="slidenum">
              <a:rPr lang="en-US" smtClean="0"/>
              <a:pPr/>
              <a:t>‹#›</a:t>
            </a:fld>
            <a:endParaRPr lang="en-US" dirty="0"/>
          </a:p>
        </p:txBody>
      </p:sp>
      <p:sp>
        <p:nvSpPr>
          <p:cNvPr id="8" name="Ravni poveznik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Ravni poveznik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Jednakokračni trokut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Rezervirano mjesto sadržaja 11"/>
          <p:cNvSpPr>
            <a:spLocks noGrp="1"/>
          </p:cNvSpPr>
          <p:nvPr>
            <p:ph sz="quarter" idx="1"/>
          </p:nvPr>
        </p:nvSpPr>
        <p:spPr>
          <a:xfrm>
            <a:off x="304800" y="304800"/>
            <a:ext cx="5715000" cy="5715000"/>
          </a:xfrm>
        </p:spPr>
        <p:txBody>
          <a:bodyPr/>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picTx" preserve="1">
  <p:cSld name="Slika s opisom">
    <p:bg>
      <p:bgRef idx="1001">
        <a:schemeClr val="bg2"/>
      </p:bgRef>
    </p:bg>
    <p:spTree>
      <p:nvGrpSpPr>
        <p:cNvPr id="1" name=""/>
        <p:cNvGrpSpPr/>
        <p:nvPr/>
      </p:nvGrpSpPr>
      <p:grpSpPr>
        <a:xfrm>
          <a:off x="0" y="0"/>
          <a:ext cx="0" cy="0"/>
          <a:chOff x="0" y="0"/>
          <a:chExt cx="0" cy="0"/>
        </a:xfrm>
      </p:grpSpPr>
      <p:sp>
        <p:nvSpPr>
          <p:cNvPr id="2" name="Naslov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hr-HR"/>
              <a:t>Kliknite da biste uredili stil naslova matrice</a:t>
            </a:r>
            <a:endParaRPr kumimoji="0" lang="en-US"/>
          </a:p>
        </p:txBody>
      </p:sp>
      <p:sp>
        <p:nvSpPr>
          <p:cNvPr id="3" name="Rezervirano mjesto slike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hr-HR"/>
              <a:t>Pritisnite ikonu za dodavanje slike</a:t>
            </a:r>
            <a:endParaRPr kumimoji="0" lang="en-US" dirty="0"/>
          </a:p>
        </p:txBody>
      </p:sp>
      <p:sp>
        <p:nvSpPr>
          <p:cNvPr id="4" name="Rezervirano mjesto teksta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hr-HR"/>
              <a:t>Kliknite da biste uredili stilove teksta matrice</a:t>
            </a:r>
          </a:p>
        </p:txBody>
      </p:sp>
      <p:sp>
        <p:nvSpPr>
          <p:cNvPr id="5" name="Rezervirano mjesto datuma 4"/>
          <p:cNvSpPr>
            <a:spLocks noGrp="1"/>
          </p:cNvSpPr>
          <p:nvPr>
            <p:ph type="dt" sz="half" idx="10"/>
          </p:nvPr>
        </p:nvSpPr>
        <p:spPr/>
        <p:txBody>
          <a:bodyPr/>
          <a:lstStyle/>
          <a:p>
            <a:fld id="{E3416D63-31BF-4B94-B6C5-E20B2C63F515}" type="datetime4">
              <a:rPr lang="en-US" smtClean="0"/>
              <a:pPr/>
              <a:t>May 30, 2022</a:t>
            </a:fld>
            <a:endParaRPr lang="en-US"/>
          </a:p>
        </p:txBody>
      </p:sp>
      <p:sp>
        <p:nvSpPr>
          <p:cNvPr id="6" name="Rezervirano mjesto podnožja 5"/>
          <p:cNvSpPr>
            <a:spLocks noGrp="1"/>
          </p:cNvSpPr>
          <p:nvPr>
            <p:ph type="ftr" sz="quarter" idx="11"/>
          </p:nvPr>
        </p:nvSpPr>
        <p:spPr/>
        <p:txBody>
          <a:bodyPr/>
          <a:lstStyle/>
          <a:p>
            <a:endParaRPr lang="en-US"/>
          </a:p>
        </p:txBody>
      </p:sp>
      <p:sp>
        <p:nvSpPr>
          <p:cNvPr id="7" name="Rezervirano mjesto broja slajda 6"/>
          <p:cNvSpPr>
            <a:spLocks noGrp="1"/>
          </p:cNvSpPr>
          <p:nvPr>
            <p:ph type="sldNum" sz="quarter" idx="12"/>
          </p:nvPr>
        </p:nvSpPr>
        <p:spPr/>
        <p:txBody>
          <a:bodyPr/>
          <a:lstStyle/>
          <a:p>
            <a:fld id="{2754ED01-E2A0-4C1E-8E21-014B99041579}" type="slidenum">
              <a:rPr lang="en-US" smtClean="0"/>
              <a:pPr/>
              <a:t>‹#›</a:t>
            </a:fld>
            <a:endParaRPr lang="en-US"/>
          </a:p>
        </p:txBody>
      </p:sp>
      <p:sp>
        <p:nvSpPr>
          <p:cNvPr id="8" name="Ravni poveznik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Jednakokračni trokut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Pravokutnik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Naslov i okomiti tekst">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r>
              <a:rPr kumimoji="0" lang="hr-HR"/>
              <a:t>Kliknite da biste uredili stil naslova matrice</a:t>
            </a:r>
            <a:endParaRPr kumimoji="0" lang="en-US"/>
          </a:p>
        </p:txBody>
      </p:sp>
      <p:sp>
        <p:nvSpPr>
          <p:cNvPr id="3" name="Rezervirano mjesto okomitog teksta 2"/>
          <p:cNvSpPr>
            <a:spLocks noGrp="1"/>
          </p:cNvSpPr>
          <p:nvPr>
            <p:ph type="body" orient="vert" idx="1"/>
          </p:nvPr>
        </p:nvSpPr>
        <p:spPr/>
        <p:txBody>
          <a:bodyPr vert="eaVert"/>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datuma 3"/>
          <p:cNvSpPr>
            <a:spLocks noGrp="1"/>
          </p:cNvSpPr>
          <p:nvPr>
            <p:ph type="dt" sz="half" idx="10"/>
          </p:nvPr>
        </p:nvSpPr>
        <p:spPr/>
        <p:txBody>
          <a:bodyPr/>
          <a:lstStyle/>
          <a:p>
            <a:fld id="{A16C3AA4-67BE-44F7-809A-3582401494AF}" type="datetime4">
              <a:rPr lang="en-US" smtClean="0"/>
              <a:pPr/>
              <a:t>May 30, 2022</a:t>
            </a:fld>
            <a:endParaRPr lang="en-US"/>
          </a:p>
        </p:txBody>
      </p:sp>
      <p:sp>
        <p:nvSpPr>
          <p:cNvPr id="5" name="Rezervirano mjesto podnožja 4"/>
          <p:cNvSpPr>
            <a:spLocks noGrp="1"/>
          </p:cNvSpPr>
          <p:nvPr>
            <p:ph type="ftr" sz="quarter" idx="11"/>
          </p:nvPr>
        </p:nvSpPr>
        <p:spPr/>
        <p:txBody>
          <a:bodyPr/>
          <a:lstStyle/>
          <a:p>
            <a:endParaRPr lang="en-US"/>
          </a:p>
        </p:txBody>
      </p:sp>
      <p:sp>
        <p:nvSpPr>
          <p:cNvPr id="6" name="Rezervirano mjesto broja slajda 5"/>
          <p:cNvSpPr>
            <a:spLocks noGrp="1"/>
          </p:cNvSpPr>
          <p:nvPr>
            <p:ph type="sldNum" sz="quarter" idx="12"/>
          </p:nvPr>
        </p:nvSpPr>
        <p:spPr/>
        <p:txBody>
          <a:bodyPr/>
          <a:lstStyle/>
          <a:p>
            <a:fld id="{2754ED01-E2A0-4C1E-8E21-014B99041579}" type="slidenum">
              <a:rPr lang="en-US" smtClean="0"/>
              <a:pPr/>
              <a:t>‹#›</a:t>
            </a:fld>
            <a:endParaRPr lang="en-US"/>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Okomiti naslov i tekst">
    <p:spTree>
      <p:nvGrpSpPr>
        <p:cNvPr id="1" name=""/>
        <p:cNvGrpSpPr/>
        <p:nvPr/>
      </p:nvGrpSpPr>
      <p:grpSpPr>
        <a:xfrm>
          <a:off x="0" y="0"/>
          <a:ext cx="0" cy="0"/>
          <a:chOff x="0" y="0"/>
          <a:chExt cx="0" cy="0"/>
        </a:xfrm>
      </p:grpSpPr>
      <p:sp>
        <p:nvSpPr>
          <p:cNvPr id="2" name="Okomiti naslov 1"/>
          <p:cNvSpPr>
            <a:spLocks noGrp="1"/>
          </p:cNvSpPr>
          <p:nvPr>
            <p:ph type="title" orient="vert"/>
          </p:nvPr>
        </p:nvSpPr>
        <p:spPr>
          <a:xfrm>
            <a:off x="6629400" y="274638"/>
            <a:ext cx="2057400" cy="5851525"/>
          </a:xfrm>
        </p:spPr>
        <p:txBody>
          <a:bodyPr vert="eaVert"/>
          <a:lstStyle/>
          <a:p>
            <a:r>
              <a:rPr kumimoji="0" lang="hr-HR"/>
              <a:t>Kliknite da biste uredili stil naslova matrice</a:t>
            </a:r>
            <a:endParaRPr kumimoji="0" lang="en-US"/>
          </a:p>
        </p:txBody>
      </p:sp>
      <p:sp>
        <p:nvSpPr>
          <p:cNvPr id="3" name="Rezervirano mjesto okomitog teksta 2"/>
          <p:cNvSpPr>
            <a:spLocks noGrp="1"/>
          </p:cNvSpPr>
          <p:nvPr>
            <p:ph type="body" orient="vert" idx="1"/>
          </p:nvPr>
        </p:nvSpPr>
        <p:spPr>
          <a:xfrm>
            <a:off x="457200" y="274638"/>
            <a:ext cx="6019800" cy="5851525"/>
          </a:xfrm>
        </p:spPr>
        <p:txBody>
          <a:bodyPr vert="eaVert"/>
          <a:lstStyle/>
          <a:p>
            <a:pPr lvl="0" eaLnBrk="1" latinLnBrk="0" hangingPunct="1"/>
            <a:r>
              <a:rPr lang="hr-HR"/>
              <a:t>Kliknite da biste uredili stilove teksta matrice</a:t>
            </a:r>
          </a:p>
          <a:p>
            <a:pPr lvl="1" eaLnBrk="1" latinLnBrk="0" hangingPunct="1"/>
            <a:r>
              <a:rPr lang="hr-HR"/>
              <a:t>Druga razina</a:t>
            </a:r>
          </a:p>
          <a:p>
            <a:pPr lvl="2" eaLnBrk="1" latinLnBrk="0" hangingPunct="1"/>
            <a:r>
              <a:rPr lang="hr-HR"/>
              <a:t>Treća razina</a:t>
            </a:r>
          </a:p>
          <a:p>
            <a:pPr lvl="3" eaLnBrk="1" latinLnBrk="0" hangingPunct="1"/>
            <a:r>
              <a:rPr lang="hr-HR"/>
              <a:t>Četvrta razina</a:t>
            </a:r>
          </a:p>
          <a:p>
            <a:pPr lvl="4" eaLnBrk="1" latinLnBrk="0" hangingPunct="1"/>
            <a:r>
              <a:rPr lang="hr-HR"/>
              <a:t>Peta razina</a:t>
            </a:r>
            <a:endParaRPr kumimoji="0" lang="en-US"/>
          </a:p>
        </p:txBody>
      </p:sp>
      <p:sp>
        <p:nvSpPr>
          <p:cNvPr id="4" name="Rezervirano mjesto datuma 3"/>
          <p:cNvSpPr>
            <a:spLocks noGrp="1"/>
          </p:cNvSpPr>
          <p:nvPr>
            <p:ph type="dt" sz="half" idx="10"/>
          </p:nvPr>
        </p:nvSpPr>
        <p:spPr/>
        <p:txBody>
          <a:bodyPr/>
          <a:lstStyle/>
          <a:p>
            <a:fld id="{25172EEB-1769-4776-AD69-E7C1260563EB}" type="datetime4">
              <a:rPr lang="en-US" smtClean="0"/>
              <a:pPr/>
              <a:t>May 30, 2022</a:t>
            </a:fld>
            <a:endParaRPr lang="en-US"/>
          </a:p>
        </p:txBody>
      </p:sp>
      <p:sp>
        <p:nvSpPr>
          <p:cNvPr id="5" name="Rezervirano mjesto podnožja 4"/>
          <p:cNvSpPr>
            <a:spLocks noGrp="1"/>
          </p:cNvSpPr>
          <p:nvPr>
            <p:ph type="ftr" sz="quarter" idx="11"/>
          </p:nvPr>
        </p:nvSpPr>
        <p:spPr/>
        <p:txBody>
          <a:bodyPr/>
          <a:lstStyle/>
          <a:p>
            <a:endParaRPr lang="en-US"/>
          </a:p>
        </p:txBody>
      </p:sp>
      <p:sp>
        <p:nvSpPr>
          <p:cNvPr id="6" name="Rezervirano mjesto broja slajda 5"/>
          <p:cNvSpPr>
            <a:spLocks noGrp="1"/>
          </p:cNvSpPr>
          <p:nvPr>
            <p:ph type="sldNum" sz="quarter" idx="12"/>
          </p:nvPr>
        </p:nvSpPr>
        <p:spPr/>
        <p:txBody>
          <a:bodyPr/>
          <a:lstStyle/>
          <a:p>
            <a:fld id="{2754ED01-E2A0-4C1E-8E21-014B99041579}" type="slidenum">
              <a:rPr lang="en-US" smtClean="0"/>
              <a:pPr/>
              <a:t>‹#›</a:t>
            </a:fld>
            <a:endParaRPr lang="en-US"/>
          </a:p>
        </p:txBody>
      </p:sp>
      <p:sp>
        <p:nvSpPr>
          <p:cNvPr id="7" name="Ravni poveznik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Jednakokračni trokut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Ravni poveznik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1369219" y="649805"/>
            <a:ext cx="7043208" cy="1523494"/>
          </a:xfrm>
        </p:spPr>
        <p:txBody>
          <a:bodyPr anchor="ctr" anchorCtr="0">
            <a:noAutofit/>
          </a:bodyPr>
          <a:lstStyle>
            <a:lvl1pPr>
              <a:lnSpc>
                <a:spcPct val="90000"/>
              </a:lnSpc>
              <a:defRPr sz="5400"/>
            </a:lvl1pPr>
          </a:lstStyle>
          <a:p>
            <a:r>
              <a:rPr lang="en-US"/>
              <a:t>Click to edit Master title style</a:t>
            </a:r>
            <a:endParaRPr lang="en-US" dirty="0"/>
          </a:p>
        </p:txBody>
      </p:sp>
      <p:sp>
        <p:nvSpPr>
          <p:cNvPr id="3" name="Subtitle 2"/>
          <p:cNvSpPr>
            <a:spLocks noGrp="1"/>
          </p:cNvSpPr>
          <p:nvPr>
            <p:ph type="subTitle" idx="1"/>
          </p:nvPr>
        </p:nvSpPr>
        <p:spPr>
          <a:xfrm>
            <a:off x="1368955" y="4344988"/>
            <a:ext cx="7043208" cy="461665"/>
          </a:xfrm>
        </p:spPr>
        <p:txBody>
          <a:bodyPr>
            <a:noAutofit/>
          </a:bodyPr>
          <a:lstStyle>
            <a:lvl1pPr marL="0" indent="0" algn="l">
              <a:lnSpc>
                <a:spcPct val="90000"/>
              </a:lnSpc>
              <a:spcBef>
                <a:spcPts val="0"/>
              </a:spcBef>
              <a:buNone/>
              <a:defRPr>
                <a:solidFill>
                  <a:schemeClr val="tx1">
                    <a:tint val="75000"/>
                  </a:schemeClr>
                </a:solidFill>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a:t>Click to edit Master subtitle style</a:t>
            </a:r>
            <a:endParaRPr lang="en-US" dirty="0"/>
          </a:p>
        </p:txBody>
      </p:sp>
      <p:sp>
        <p:nvSpPr>
          <p:cNvPr id="7" name="Text Placeholder 6"/>
          <p:cNvSpPr>
            <a:spLocks noGrp="1"/>
          </p:cNvSpPr>
          <p:nvPr>
            <p:ph type="body" sz="quarter" idx="10" hasCustomPrompt="1"/>
          </p:nvPr>
        </p:nvSpPr>
        <p:spPr>
          <a:xfrm>
            <a:off x="722049" y="2355850"/>
            <a:ext cx="7690114" cy="1384994"/>
          </a:xfrm>
        </p:spPr>
        <p:txBody>
          <a:bodyPr anchor="t" anchorCtr="0">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10000" b="1" i="1" u="none" strike="noStrike" kern="1200" cap="none" spc="-64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dirty="0"/>
              <a:t>click to…</a:t>
            </a:r>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theme" Target="../theme/theme2.xml"/><Relationship Id="rId1" Type="http://schemas.openxmlformats.org/officeDocument/2006/relationships/slideLayout" Target="../slideLayouts/slideLayout13.xml"/><Relationship Id="rId4" Type="http://schemas.openxmlformats.org/officeDocument/2006/relationships/image" Target="../media/image4.png"/></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3.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cstate="print">
            <a:lum/>
          </a:blip>
          <a:srcRect/>
          <a:stretch>
            <a:fillRect l="-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a:t>Click to edit Master title style</a:t>
            </a:r>
            <a:endParaRPr lang="en-US" dirty="0"/>
          </a:p>
        </p:txBody>
      </p:sp>
      <p:sp>
        <p:nvSpPr>
          <p:cNvPr id="3" name="Text Placeholder 2"/>
          <p:cNvSpPr>
            <a:spLocks noGrp="1"/>
          </p:cNvSpPr>
          <p:nvPr>
            <p:ph type="body" idx="1"/>
          </p:nvPr>
        </p:nvSpPr>
        <p:spPr>
          <a:xfrm>
            <a:off x="381000" y="1412875"/>
            <a:ext cx="8382000" cy="2135969"/>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cSld>
  <p:clrMap bg1="dk1" tx1="lt1" bg2="dk2" tx2="lt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61" r:id="rId12"/>
  </p:sldLayoutIdLst>
  <p:transition>
    <p:fade/>
  </p:transition>
  <p:txStyles>
    <p:titleStyle>
      <a:lvl1pPr algn="l" defTabSz="914363" rtl="0" eaLnBrk="1" latinLnBrk="0" hangingPunct="1">
        <a:lnSpc>
          <a:spcPct val="90000"/>
        </a:lnSpc>
        <a:spcBef>
          <a:spcPct val="0"/>
        </a:spcBef>
        <a:buNone/>
        <a:defRPr lang="en-US" sz="4800" b="0" kern="1200" cap="none" spc="-150"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396875" indent="-396875" algn="l" defTabSz="914363" rtl="0" eaLnBrk="1" latinLnBrk="0" hangingPunct="1">
        <a:lnSpc>
          <a:spcPct val="90000"/>
        </a:lnSpc>
        <a:spcBef>
          <a:spcPct val="20000"/>
        </a:spcBef>
        <a:buFontTx/>
        <a:buBlip>
          <a:blip r:embed="rId15"/>
        </a:buBlip>
        <a:defRPr sz="3200" kern="1200">
          <a:solidFill>
            <a:schemeClr val="tx1"/>
          </a:solidFill>
          <a:latin typeface="+mn-lt"/>
          <a:ea typeface="+mn-ea"/>
          <a:cs typeface="+mn-cs"/>
        </a:defRPr>
      </a:lvl1pPr>
      <a:lvl2pPr marL="914400" indent="-396875" algn="l" defTabSz="914363" rtl="0" eaLnBrk="1" latinLnBrk="0" hangingPunct="1">
        <a:lnSpc>
          <a:spcPct val="90000"/>
        </a:lnSpc>
        <a:spcBef>
          <a:spcPct val="20000"/>
        </a:spcBef>
        <a:buFontTx/>
        <a:buBlip>
          <a:blip r:embed="rId16"/>
        </a:buBlip>
        <a:defRPr sz="2800" kern="1200">
          <a:solidFill>
            <a:schemeClr val="tx1"/>
          </a:solidFill>
          <a:latin typeface="+mn-lt"/>
          <a:ea typeface="+mn-ea"/>
          <a:cs typeface="+mn-cs"/>
        </a:defRPr>
      </a:lvl2pPr>
      <a:lvl3pPr marL="1258888" indent="-344488"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3pPr>
      <a:lvl4pPr marL="1604963" indent="-346075"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4pPr>
      <a:lvl5pPr marL="1941513" indent="-336550" algn="l" defTabSz="914363" rtl="0" eaLnBrk="1" latinLnBrk="0" hangingPunct="1">
        <a:lnSpc>
          <a:spcPct val="90000"/>
        </a:lnSpc>
        <a:spcBef>
          <a:spcPct val="20000"/>
        </a:spcBef>
        <a:buFontTx/>
        <a:buBlip>
          <a:blip r:embed="rId16"/>
        </a:buBlip>
        <a:defRPr sz="2400" kern="1200">
          <a:solidFill>
            <a:schemeClr val="tx1"/>
          </a:soli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cstate="print">
            <a:lum/>
          </a:blip>
          <a:srcRect/>
          <a:stretch>
            <a:fillRect l="-1000" r="-1000"/>
          </a:stretch>
        </a:blipFill>
        <a:effectLst/>
      </p:bgPr>
    </p:bg>
    <p:spTree>
      <p:nvGrpSpPr>
        <p:cNvPr id="1" name=""/>
        <p:cNvGrpSpPr/>
        <p:nvPr/>
      </p:nvGrpSpPr>
      <p:grpSpPr>
        <a:xfrm>
          <a:off x="0" y="0"/>
          <a:ext cx="0" cy="0"/>
          <a:chOff x="0" y="0"/>
          <a:chExt cx="0" cy="0"/>
        </a:xfrm>
      </p:grpSpPr>
      <p:pic>
        <p:nvPicPr>
          <p:cNvPr id="4" name="Picture 3" descr="white rectangle.png"/>
          <p:cNvPicPr>
            <a:picLocks noChangeAspect="1"/>
          </p:cNvPicPr>
          <p:nvPr/>
        </p:nvPicPr>
        <p:blipFill>
          <a:blip r:embed="rId4" cstate="print"/>
          <a:srcRect b="10453"/>
          <a:stretch>
            <a:fillRect/>
          </a:stretch>
        </p:blipFill>
        <p:spPr>
          <a:xfrm>
            <a:off x="0" y="1299706"/>
            <a:ext cx="9144000" cy="5558294"/>
          </a:xfrm>
          <a:prstGeom prst="rect">
            <a:avLst/>
          </a:prstGeom>
        </p:spPr>
      </p:pic>
      <p:sp>
        <p:nvSpPr>
          <p:cNvPr id="2" name="Title Placeholder 1"/>
          <p:cNvSpPr>
            <a:spLocks noGrp="1"/>
          </p:cNvSpPr>
          <p:nvPr>
            <p:ph type="title"/>
          </p:nvPr>
        </p:nvSpPr>
        <p:spPr>
          <a:xfrm>
            <a:off x="381000" y="230188"/>
            <a:ext cx="8382000" cy="664797"/>
          </a:xfrm>
          <a:prstGeom prst="rect">
            <a:avLst/>
          </a:prstGeom>
        </p:spPr>
        <p:txBody>
          <a:bodyPr vert="horz" wrap="square" lIns="0" tIns="0" rIns="0" bIns="0" rtlCol="0" anchor="t">
            <a:spAutoFit/>
          </a:bodyPr>
          <a:lstStyle/>
          <a:p>
            <a:r>
              <a:rPr lang="en-US" dirty="0"/>
              <a:t>Click to edit Master title style</a:t>
            </a:r>
          </a:p>
        </p:txBody>
      </p:sp>
      <p:sp>
        <p:nvSpPr>
          <p:cNvPr id="3" name="Text Placeholder 2"/>
          <p:cNvSpPr>
            <a:spLocks noGrp="1"/>
          </p:cNvSpPr>
          <p:nvPr>
            <p:ph type="body" idx="1"/>
          </p:nvPr>
        </p:nvSpPr>
        <p:spPr>
          <a:xfrm>
            <a:off x="722312" y="1905000"/>
            <a:ext cx="8040688" cy="2108269"/>
          </a:xfrm>
          <a:prstGeom prst="rect">
            <a:avLst/>
          </a:prstGeom>
        </p:spPr>
        <p:txBody>
          <a:bodyPr vert="horz" wrap="square"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 bg1="lt1" tx1="dk1" bg2="lt2" tx2="dk2" accent1="accent1" accent2="accent2" accent3="accent3" accent4="accent4" accent5="accent5" accent6="accent6" hlink="hlink" folHlink="folHlink"/>
  <p:sldLayoutIdLst>
    <p:sldLayoutId id="2147483675" r:id="rId1"/>
  </p:sldLayoutIdLst>
  <p:transition>
    <p:fade/>
  </p:transition>
  <p:txStyles>
    <p:titleStyle>
      <a:lvl1pPr algn="l" defTabSz="914363" rtl="0" eaLnBrk="1" latinLnBrk="0" hangingPunct="1">
        <a:lnSpc>
          <a:spcPct val="90000"/>
        </a:lnSpc>
        <a:spcBef>
          <a:spcPct val="0"/>
        </a:spcBef>
        <a:buNone/>
        <a:defRPr lang="en-US" sz="4800" b="0" kern="1200" cap="none" spc="-125" dirty="0" smtClean="0">
          <a:ln w="3175">
            <a:noFill/>
          </a:ln>
          <a:gradFill flip="none" rotWithShape="1">
            <a:gsLst>
              <a:gs pos="0">
                <a:srgbClr val="FFFFB9"/>
              </a:gs>
              <a:gs pos="36000">
                <a:srgbClr val="FFFF99"/>
              </a:gs>
              <a:gs pos="86000">
                <a:srgbClr val="F6AE1E"/>
              </a:gs>
            </a:gsLst>
            <a:lin ang="5400000" scaled="0"/>
            <a:tileRect/>
          </a:gradFill>
          <a:effectLst>
            <a:outerShdw blurRad="50800" dist="38100" dir="2700000" algn="tl" rotWithShape="0">
              <a:prstClr val="black">
                <a:alpha val="40000"/>
              </a:prstClr>
            </a:outerShdw>
          </a:effectLst>
          <a:latin typeface="+mj-lt"/>
          <a:ea typeface="+mn-ea"/>
          <a:cs typeface="Arial" charset="0"/>
        </a:defRPr>
      </a:lvl1pPr>
    </p:titleStyle>
    <p:bodyStyle>
      <a:lvl1pPr marL="0" indent="0" algn="l" defTabSz="914363" rtl="0" eaLnBrk="1" latinLnBrk="0" hangingPunct="1">
        <a:lnSpc>
          <a:spcPct val="90000"/>
        </a:lnSpc>
        <a:spcBef>
          <a:spcPct val="20000"/>
        </a:spcBef>
        <a:buFont typeface="Arial" pitchFamily="34" charset="0"/>
        <a:buNone/>
        <a:defRPr sz="3000" b="1" kern="1200">
          <a:solidFill>
            <a:schemeClr val="tx1"/>
          </a:solidFill>
          <a:latin typeface="Courier New" pitchFamily="49" charset="0"/>
          <a:ea typeface="+mn-ea"/>
          <a:cs typeface="Courier New" pitchFamily="49" charset="0"/>
        </a:defRPr>
      </a:lvl1pPr>
      <a:lvl2pPr marL="384954" indent="-7937" algn="l" defTabSz="914363" rtl="0" eaLnBrk="1" latinLnBrk="0" hangingPunct="1">
        <a:lnSpc>
          <a:spcPct val="90000"/>
        </a:lnSpc>
        <a:spcBef>
          <a:spcPct val="20000"/>
        </a:spcBef>
        <a:buFont typeface="Arial" pitchFamily="34" charset="0"/>
        <a:buNone/>
        <a:defRPr sz="2800" b="1" kern="1200">
          <a:solidFill>
            <a:schemeClr val="tx1"/>
          </a:solidFill>
          <a:latin typeface="Courier New" pitchFamily="49" charset="0"/>
          <a:ea typeface="+mn-ea"/>
          <a:cs typeface="Courier New" pitchFamily="49" charset="0"/>
        </a:defRPr>
      </a:lvl2pPr>
      <a:lvl3pPr marL="761970"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3pPr>
      <a:lvl4pPr marL="1094009" indent="7937"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4pPr>
      <a:lvl5pPr marL="1426047" indent="0" algn="l" defTabSz="914363" rtl="0" eaLnBrk="1" latinLnBrk="0" hangingPunct="1">
        <a:lnSpc>
          <a:spcPct val="90000"/>
        </a:lnSpc>
        <a:spcBef>
          <a:spcPct val="20000"/>
        </a:spcBef>
        <a:buFont typeface="Arial" pitchFamily="34" charset="0"/>
        <a:buNone/>
        <a:defRPr sz="2400" b="1" kern="1200">
          <a:solidFill>
            <a:schemeClr val="tx1"/>
          </a:solidFill>
          <a:latin typeface="Courier New" pitchFamily="49" charset="0"/>
          <a:ea typeface="+mn-ea"/>
          <a:cs typeface="Courier New" pitchFamily="49" charset="0"/>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Rezervirano mjesto naslova 21"/>
          <p:cNvSpPr>
            <a:spLocks noGrp="1"/>
          </p:cNvSpPr>
          <p:nvPr>
            <p:ph type="title"/>
          </p:nvPr>
        </p:nvSpPr>
        <p:spPr>
          <a:xfrm>
            <a:off x="457200" y="152400"/>
            <a:ext cx="8229600" cy="990600"/>
          </a:xfrm>
          <a:prstGeom prst="rect">
            <a:avLst/>
          </a:prstGeom>
        </p:spPr>
        <p:txBody>
          <a:bodyPr vert="horz" anchor="b" anchorCtr="0">
            <a:normAutofit/>
          </a:bodyPr>
          <a:lstStyle/>
          <a:p>
            <a:r>
              <a:rPr kumimoji="0" lang="hr-HR"/>
              <a:t>Kliknite da biste uredili stil naslova matrice</a:t>
            </a:r>
            <a:endParaRPr kumimoji="0" lang="en-US"/>
          </a:p>
        </p:txBody>
      </p:sp>
      <p:sp>
        <p:nvSpPr>
          <p:cNvPr id="13" name="Rezervirano mjesto teksta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hr-HR"/>
              <a:t>Kliknite da biste uredili stilove teksta matrice</a:t>
            </a:r>
          </a:p>
          <a:p>
            <a:pPr lvl="1" eaLnBrk="1" latinLnBrk="0" hangingPunct="1"/>
            <a:r>
              <a:rPr kumimoji="0" lang="hr-HR"/>
              <a:t>Druga razina</a:t>
            </a:r>
          </a:p>
          <a:p>
            <a:pPr lvl="2" eaLnBrk="1" latinLnBrk="0" hangingPunct="1"/>
            <a:r>
              <a:rPr kumimoji="0" lang="hr-HR"/>
              <a:t>Treća razina</a:t>
            </a:r>
          </a:p>
          <a:p>
            <a:pPr lvl="3" eaLnBrk="1" latinLnBrk="0" hangingPunct="1"/>
            <a:r>
              <a:rPr kumimoji="0" lang="hr-HR"/>
              <a:t>Četvrta razina</a:t>
            </a:r>
          </a:p>
          <a:p>
            <a:pPr lvl="4" eaLnBrk="1" latinLnBrk="0" hangingPunct="1"/>
            <a:r>
              <a:rPr kumimoji="0" lang="hr-HR"/>
              <a:t>Peta razina</a:t>
            </a:r>
            <a:endParaRPr kumimoji="0" lang="en-US"/>
          </a:p>
        </p:txBody>
      </p:sp>
      <p:sp>
        <p:nvSpPr>
          <p:cNvPr id="14" name="Rezervirano mjesto datuma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fld id="{ACDF6120-F1F0-4C60-9FE9-39AC71A9C79D}" type="datetimeFigureOut">
              <a:rPr lang="en-US" smtClean="0"/>
              <a:pPr/>
              <a:t>5/30/2022</a:t>
            </a:fld>
            <a:endParaRPr lang="en-US" sz="1400" dirty="0">
              <a:solidFill>
                <a:schemeClr val="tx2"/>
              </a:solidFill>
            </a:endParaRPr>
          </a:p>
        </p:txBody>
      </p:sp>
      <p:sp>
        <p:nvSpPr>
          <p:cNvPr id="3" name="Rezervirano mjesto podnožja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pPr algn="r" eaLnBrk="1" latinLnBrk="0" hangingPunct="1"/>
            <a:endParaRPr kumimoji="0" lang="en-US" sz="1400" dirty="0">
              <a:solidFill>
                <a:schemeClr val="tx2"/>
              </a:solidFill>
            </a:endParaRPr>
          </a:p>
        </p:txBody>
      </p:sp>
      <p:sp>
        <p:nvSpPr>
          <p:cNvPr id="23" name="Rezervirano mjesto broja slajda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pPr algn="l" eaLnBrk="1" latinLnBrk="0" hangingPunct="1"/>
            <a:fld id="{EA7C8D44-3667-46F6-9772-CC52308E2A7F}" type="slidenum">
              <a:rPr kumimoji="0" lang="en-US" smtClean="0"/>
              <a:pPr algn="l" eaLnBrk="1" latinLnBrk="0" hangingPunct="1"/>
              <a:t>‹#›</a:t>
            </a:fld>
            <a:endParaRPr kumimoji="0" lang="en-US" sz="1600" dirty="0">
              <a:solidFill>
                <a:schemeClr val="tx2"/>
              </a:solidFill>
            </a:endParaRPr>
          </a:p>
        </p:txBody>
      </p:sp>
      <p:sp>
        <p:nvSpPr>
          <p:cNvPr id="28" name="Ravni poveznik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Ravni poveznik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Jednakokračni trokut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 id="2147483701" r:id="rId12"/>
  </p:sldLayoutIdLst>
  <p:transition>
    <p:fade/>
  </p:transition>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hyperlink" Target="http://www.google.hr/url?sa=i&amp;rct=j&amp;q=carl+linne&amp;source=images&amp;cd=&amp;cad=rja&amp;docid=nK6VURor1JPGRM&amp;tbnid=C-bzR0apEnOteM:&amp;ved=0CAUQjRw&amp;url=http://de.academic.ru/dic.nsf/dewiki/236227&amp;ei=2tkxUZ7xNubB0QXp6YH4BA&amp;psig=AFQjCNG3LZ5hKGeS7f3gdi-FvXnBAkfbNA&amp;ust=1362307929728981" TargetMode="Externa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4.xml.rels><?xml version="1.0" encoding="UTF-8" standalone="yes"?>
<Relationships xmlns="http://schemas.openxmlformats.org/package/2006/relationships"><Relationship Id="rId3" Type="http://schemas.openxmlformats.org/officeDocument/2006/relationships/hyperlink" Target="http://www.google.hr/url?sa=i&amp;rct=j&amp;q=Systema+Naturae&amp;source=images&amp;cd=&amp;cad=rja&amp;docid=VqaUig6S7Vsg5M&amp;tbnid=WG_xR0dQ_S8SVM:&amp;ved=0CAUQjRw&amp;url=http://commons.wikimedia.org/wiki/File:Systema_Naturae_cover.jpg&amp;ei=hN8xUdfIMLKq0AX484HYBQ&amp;psig=AFQjCNFsTgffl5KO6BdB_Wn0-dIrSq3hgQ&amp;ust=1362309353655523" TargetMode="External"/><Relationship Id="rId2" Type="http://schemas.openxmlformats.org/officeDocument/2006/relationships/notesSlide" Target="../notesSlides/notesSlide3.xml"/><Relationship Id="rId1" Type="http://schemas.openxmlformats.org/officeDocument/2006/relationships/slideLayout" Target="../slideLayouts/slideLayout17.xml"/><Relationship Id="rId4" Type="http://schemas.openxmlformats.org/officeDocument/2006/relationships/image" Target="../media/image7.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8.wmf"/><Relationship Id="rId1" Type="http://schemas.openxmlformats.org/officeDocument/2006/relationships/slideLayout" Target="../slideLayouts/slideLayout25.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5.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5.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5.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730249" y="4077072"/>
            <a:ext cx="7514159" cy="2066572"/>
          </a:xfrm>
        </p:spPr>
        <p:txBody>
          <a:bodyPr>
            <a:noAutofit/>
          </a:bodyPr>
          <a:lstStyle/>
          <a:p>
            <a:pPr algn="ctr"/>
            <a:r>
              <a:rPr lang="hr-HR" sz="6000" b="1" dirty="0"/>
              <a:t>SISTEMATIKA</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p:cNvSpPr>
            <a:spLocks noGrp="1"/>
          </p:cNvSpPr>
          <p:nvPr>
            <p:ph type="title"/>
          </p:nvPr>
        </p:nvSpPr>
        <p:spPr/>
        <p:txBody>
          <a:bodyPr/>
          <a:lstStyle/>
          <a:p>
            <a:pPr algn="ctr"/>
            <a:r>
              <a:rPr lang="hr-HR" sz="4800" dirty="0"/>
              <a:t>SISTEMATIKA?</a:t>
            </a:r>
          </a:p>
        </p:txBody>
      </p:sp>
      <p:sp>
        <p:nvSpPr>
          <p:cNvPr id="3" name="Subtitle 2"/>
          <p:cNvSpPr>
            <a:spLocks noGrp="1"/>
          </p:cNvSpPr>
          <p:nvPr>
            <p:ph sz="quarter" idx="1"/>
          </p:nvPr>
        </p:nvSpPr>
        <p:spPr>
          <a:xfrm>
            <a:off x="457200" y="1219200"/>
            <a:ext cx="5915000" cy="4937760"/>
          </a:xfrm>
        </p:spPr>
        <p:txBody>
          <a:bodyPr>
            <a:normAutofit/>
          </a:bodyPr>
          <a:lstStyle/>
          <a:p>
            <a:r>
              <a:rPr lang="hr-HR" sz="3600" dirty="0"/>
              <a:t>grana biologije koja svrstava sva živa bića u kategorije na temelju zajedničkih obilježja, sličnosti i srodnosti</a:t>
            </a:r>
          </a:p>
          <a:p>
            <a:r>
              <a:rPr lang="hr-HR" sz="3600" dirty="0"/>
              <a:t>Sastavni je dio taksonomije</a:t>
            </a:r>
          </a:p>
          <a:p>
            <a:r>
              <a:rPr lang="hr-HR" sz="3600" dirty="0"/>
              <a:t>Utemeljitelj tog sustava je </a:t>
            </a:r>
            <a:r>
              <a:rPr lang="hr-HR" sz="3600" b="1" u="sng" dirty="0" err="1">
                <a:solidFill>
                  <a:srgbClr val="FF0000"/>
                </a:solidFill>
              </a:rPr>
              <a:t>Carl</a:t>
            </a:r>
            <a:r>
              <a:rPr lang="hr-HR" sz="3600" b="1" u="sng" dirty="0">
                <a:solidFill>
                  <a:srgbClr val="FF0000"/>
                </a:solidFill>
              </a:rPr>
              <a:t> </a:t>
            </a:r>
            <a:r>
              <a:rPr lang="hr-HR" sz="3600" b="1" u="sng" dirty="0" err="1">
                <a:solidFill>
                  <a:srgbClr val="FF0000"/>
                </a:solidFill>
              </a:rPr>
              <a:t>von</a:t>
            </a:r>
            <a:r>
              <a:rPr lang="hr-HR" sz="3600" b="1" u="sng" dirty="0">
                <a:solidFill>
                  <a:srgbClr val="FF0000"/>
                </a:solidFill>
              </a:rPr>
              <a:t> </a:t>
            </a:r>
            <a:r>
              <a:rPr lang="hr-HR" sz="3600" b="1" u="sng" dirty="0" err="1">
                <a:solidFill>
                  <a:srgbClr val="FF0000"/>
                </a:solidFill>
              </a:rPr>
              <a:t>Linné</a:t>
            </a:r>
            <a:endParaRPr lang="hr-HR" sz="3600" b="1" u="sng" dirty="0">
              <a:solidFill>
                <a:srgbClr val="FF0000"/>
              </a:solidFill>
            </a:endParaRPr>
          </a:p>
          <a:p>
            <a:pPr>
              <a:lnSpc>
                <a:spcPct val="100000"/>
              </a:lnSpc>
            </a:pPr>
            <a:endParaRPr lang="hr-HR" sz="2800" dirty="0"/>
          </a:p>
          <a:p>
            <a:endParaRPr lang="hr-HR" sz="2800" dirty="0"/>
          </a:p>
          <a:p>
            <a:endParaRPr lang="hr-HR" sz="2800" dirty="0"/>
          </a:p>
          <a:p>
            <a:endParaRPr lang="hr-HR" sz="2800" dirty="0"/>
          </a:p>
          <a:p>
            <a:endParaRPr lang="hr-HR" sz="2800" dirty="0"/>
          </a:p>
          <a:p>
            <a:endParaRPr lang="hr-HR" sz="2800" dirty="0"/>
          </a:p>
          <a:p>
            <a:endParaRPr lang="hr-HR" sz="2800" dirty="0"/>
          </a:p>
        </p:txBody>
      </p:sp>
      <p:pic>
        <p:nvPicPr>
          <p:cNvPr id="1026" name="Picture 2" descr="http://de.academic.ru/pictures/dewiki/67/Carl_Linnaeus.jpg">
            <a:hlinkClick r:id="rId2"/>
          </p:cNvPr>
          <p:cNvPicPr>
            <a:picLocks noChangeAspect="1" noChangeArrowheads="1"/>
          </p:cNvPicPr>
          <p:nvPr/>
        </p:nvPicPr>
        <p:blipFill>
          <a:blip r:embed="rId3" cstate="print"/>
          <a:srcRect/>
          <a:stretch>
            <a:fillRect/>
          </a:stretch>
        </p:blipFill>
        <p:spPr bwMode="auto">
          <a:xfrm>
            <a:off x="6417462" y="3013542"/>
            <a:ext cx="2733675" cy="3810000"/>
          </a:xfrm>
          <a:prstGeom prst="rect">
            <a:avLst/>
          </a:prstGeom>
          <a:noFill/>
        </p:spPr>
      </p:pic>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42910" y="1196752"/>
            <a:ext cx="7769253" cy="5232644"/>
          </a:xfrm>
        </p:spPr>
        <p:txBody>
          <a:bodyPr/>
          <a:lstStyle/>
          <a:p>
            <a:pPr marL="514350" indent="-514350">
              <a:buFont typeface="+mj-lt"/>
              <a:buAutoNum type="arabicPeriod"/>
            </a:pPr>
            <a:r>
              <a:rPr lang="hr-HR" sz="2800" b="1" dirty="0">
                <a:solidFill>
                  <a:schemeClr val="tx1"/>
                </a:solidFill>
              </a:rPr>
              <a:t>Sustav: </a:t>
            </a:r>
            <a:r>
              <a:rPr lang="hr-HR" sz="2800" b="0" dirty="0">
                <a:solidFill>
                  <a:schemeClr val="tx1"/>
                </a:solidFill>
              </a:rPr>
              <a:t>potječe od grčkog filozofa </a:t>
            </a:r>
            <a:r>
              <a:rPr lang="hr-HR" sz="2800" b="0" u="sng" dirty="0">
                <a:solidFill>
                  <a:schemeClr val="tx1"/>
                </a:solidFill>
              </a:rPr>
              <a:t>Aristotela, </a:t>
            </a:r>
            <a:r>
              <a:rPr lang="hr-HR" sz="2800" b="0" dirty="0">
                <a:solidFill>
                  <a:schemeClr val="tx1"/>
                </a:solidFill>
              </a:rPr>
              <a:t>koji je životinje podijelio s obzirom na način kretanja (zračni, kopneni i vodeni)</a:t>
            </a:r>
          </a:p>
          <a:p>
            <a:endParaRPr lang="hr-HR" sz="2800" b="0" dirty="0">
              <a:solidFill>
                <a:schemeClr val="tx1"/>
              </a:solidFill>
            </a:endParaRPr>
          </a:p>
          <a:p>
            <a:pPr marL="514350" lvl="1" indent="-514350" algn="l">
              <a:lnSpc>
                <a:spcPct val="90000"/>
              </a:lnSpc>
              <a:spcBef>
                <a:spcPts val="0"/>
              </a:spcBef>
              <a:buClrTx/>
              <a:buFont typeface="+mj-lt"/>
              <a:buAutoNum type="arabicPeriod" startAt="2"/>
            </a:pPr>
            <a:r>
              <a:rPr lang="hr-HR" sz="2800" b="1" dirty="0">
                <a:solidFill>
                  <a:schemeClr val="tx1"/>
                </a:solidFill>
              </a:rPr>
              <a:t>U </a:t>
            </a:r>
            <a:r>
              <a:rPr lang="hr-HR" sz="2800" b="1" u="sng" dirty="0">
                <a:solidFill>
                  <a:schemeClr val="tx1"/>
                </a:solidFill>
              </a:rPr>
              <a:t>16. i početkom 17. </a:t>
            </a:r>
            <a:r>
              <a:rPr lang="hr-HR" sz="2800" dirty="0">
                <a:solidFill>
                  <a:schemeClr val="tx1"/>
                </a:solidFill>
              </a:rPr>
              <a:t>stoljeća započinje pomno proučavanje životinja </a:t>
            </a:r>
            <a:r>
              <a:rPr lang="hr-HR" sz="2800" dirty="0">
                <a:solidFill>
                  <a:schemeClr val="tx1"/>
                </a:solidFill>
                <a:sym typeface="Wingdings" pitchFamily="2" charset="2"/>
              </a:rPr>
              <a:t></a:t>
            </a:r>
            <a:r>
              <a:rPr lang="hr-HR" sz="2800" dirty="0">
                <a:solidFill>
                  <a:schemeClr val="tx1"/>
                </a:solidFill>
              </a:rPr>
              <a:t> poslužiti kao osnova sistematike.</a:t>
            </a:r>
          </a:p>
          <a:p>
            <a:pPr marL="0" lvl="1" algn="l">
              <a:lnSpc>
                <a:spcPct val="90000"/>
              </a:lnSpc>
              <a:spcBef>
                <a:spcPts val="0"/>
              </a:spcBef>
              <a:buClrTx/>
            </a:pPr>
            <a:endParaRPr lang="hr-HR" sz="2800" dirty="0">
              <a:solidFill>
                <a:schemeClr val="tx1"/>
              </a:solidFill>
            </a:endParaRPr>
          </a:p>
          <a:p>
            <a:pPr marL="514350" lvl="1" indent="-514350" algn="l">
              <a:lnSpc>
                <a:spcPct val="90000"/>
              </a:lnSpc>
              <a:spcBef>
                <a:spcPts val="0"/>
              </a:spcBef>
              <a:buClrTx/>
              <a:buFont typeface="+mj-lt"/>
              <a:buAutoNum type="arabicPeriod" startAt="3"/>
            </a:pPr>
            <a:r>
              <a:rPr lang="hr-HR" sz="2800" b="1" u="sng" dirty="0" err="1">
                <a:solidFill>
                  <a:schemeClr val="tx1"/>
                </a:solidFill>
              </a:rPr>
              <a:t>John</a:t>
            </a:r>
            <a:r>
              <a:rPr lang="hr-HR" sz="2800" b="1" u="sng" dirty="0">
                <a:solidFill>
                  <a:schemeClr val="tx1"/>
                </a:solidFill>
              </a:rPr>
              <a:t> </a:t>
            </a:r>
            <a:r>
              <a:rPr lang="hr-HR" sz="2800" b="1" u="sng" dirty="0" err="1">
                <a:solidFill>
                  <a:schemeClr val="tx1"/>
                </a:solidFill>
              </a:rPr>
              <a:t>Ray</a:t>
            </a:r>
            <a:r>
              <a:rPr lang="hr-HR" sz="2800" b="1" u="sng" dirty="0">
                <a:solidFill>
                  <a:schemeClr val="tx1"/>
                </a:solidFill>
              </a:rPr>
              <a:t> </a:t>
            </a:r>
            <a:r>
              <a:rPr lang="hr-HR" sz="2800" b="0" dirty="0">
                <a:solidFill>
                  <a:schemeClr val="tx1"/>
                </a:solidFill>
              </a:rPr>
              <a:t>- iskorak prema suvremenoj taksonomiji u djelu </a:t>
            </a:r>
            <a:r>
              <a:rPr lang="hr-HR" sz="2800" b="0" i="1" dirty="0" err="1">
                <a:solidFill>
                  <a:schemeClr val="tx1"/>
                </a:solidFill>
              </a:rPr>
              <a:t>Historia</a:t>
            </a:r>
            <a:r>
              <a:rPr lang="hr-HR" sz="2800" b="0" i="1" dirty="0">
                <a:solidFill>
                  <a:schemeClr val="tx1"/>
                </a:solidFill>
              </a:rPr>
              <a:t> </a:t>
            </a:r>
            <a:r>
              <a:rPr lang="hr-HR" sz="2800" b="0" i="1" dirty="0" err="1">
                <a:solidFill>
                  <a:schemeClr val="tx1"/>
                </a:solidFill>
              </a:rPr>
              <a:t>Plantarum</a:t>
            </a:r>
            <a:r>
              <a:rPr lang="hr-HR" sz="2800" dirty="0">
                <a:solidFill>
                  <a:schemeClr val="tx1"/>
                </a:solidFill>
              </a:rPr>
              <a:t> (</a:t>
            </a:r>
            <a:r>
              <a:rPr lang="hr-HR" sz="2800" b="0" dirty="0">
                <a:solidFill>
                  <a:schemeClr val="tx1"/>
                </a:solidFill>
              </a:rPr>
              <a:t>pristup prema kojemu se biljke sistematiziraju s obizrom na sličnosti i razlike)</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sz="quarter" idx="1"/>
          </p:nvPr>
        </p:nvSpPr>
        <p:spPr>
          <a:xfrm>
            <a:off x="457200" y="620688"/>
            <a:ext cx="4174998" cy="5904656"/>
          </a:xfrm>
        </p:spPr>
        <p:txBody>
          <a:bodyPr>
            <a:noAutofit/>
          </a:bodyPr>
          <a:lstStyle/>
          <a:p>
            <a:pPr algn="ctr">
              <a:buNone/>
            </a:pPr>
            <a:r>
              <a:rPr lang="hr-HR" sz="2800" b="1" i="1" dirty="0"/>
              <a:t>„</a:t>
            </a:r>
            <a:r>
              <a:rPr lang="hr-HR" sz="2800" b="1" i="1" dirty="0" err="1"/>
              <a:t>Systema</a:t>
            </a:r>
            <a:r>
              <a:rPr lang="hr-HR" sz="2800" b="1" i="1" dirty="0"/>
              <a:t> </a:t>
            </a:r>
            <a:r>
              <a:rPr lang="hr-HR" sz="2800" b="1" i="1" dirty="0" err="1"/>
              <a:t>Naturae</a:t>
            </a:r>
            <a:r>
              <a:rPr lang="hr-HR" sz="2800" b="1" i="1" dirty="0"/>
              <a:t>”</a:t>
            </a:r>
            <a:endParaRPr lang="hr-HR" sz="2800" i="1" dirty="0"/>
          </a:p>
          <a:p>
            <a:pPr marL="342900" indent="-342900">
              <a:buFont typeface="Arial" panose="020B0604020202020204" pitchFamily="34" charset="0"/>
              <a:buChar char="•"/>
            </a:pPr>
            <a:r>
              <a:rPr lang="hr-HR" sz="2800" dirty="0" err="1"/>
              <a:t>Carl</a:t>
            </a:r>
            <a:r>
              <a:rPr lang="hr-HR" sz="2800" dirty="0"/>
              <a:t> </a:t>
            </a:r>
            <a:r>
              <a:rPr lang="hr-HR" sz="2800" dirty="0" err="1"/>
              <a:t>Linne</a:t>
            </a:r>
            <a:r>
              <a:rPr lang="hr-HR" sz="2800" dirty="0"/>
              <a:t> prirodu je podijelio na: </a:t>
            </a:r>
          </a:p>
          <a:p>
            <a:pPr marL="617220" lvl="1" indent="-342900">
              <a:buFont typeface="Arial" panose="020B0604020202020204" pitchFamily="34" charset="0"/>
              <a:buChar char="•"/>
            </a:pPr>
            <a:r>
              <a:rPr lang="hr-HR" sz="2400" dirty="0"/>
              <a:t>tri carstva: </a:t>
            </a:r>
            <a:r>
              <a:rPr lang="hr-HR" sz="2400" b="1" dirty="0"/>
              <a:t>minerale, biljke i životinje. </a:t>
            </a:r>
          </a:p>
          <a:p>
            <a:pPr marL="617220" lvl="1" indent="-342900">
              <a:buFont typeface="Arial" panose="020B0604020202020204" pitchFamily="34" charset="0"/>
              <a:buChar char="•"/>
            </a:pPr>
            <a:r>
              <a:rPr lang="hr-HR" sz="2400" dirty="0"/>
              <a:t>koristio je četiri stupnja: </a:t>
            </a:r>
            <a:r>
              <a:rPr lang="hr-HR" sz="2400" b="1" dirty="0"/>
              <a:t>razred, red, rod i vrstu.</a:t>
            </a:r>
          </a:p>
          <a:p>
            <a:pPr marL="342900" indent="-342900">
              <a:buFont typeface="Arial" panose="020B0604020202020204" pitchFamily="34" charset="0"/>
              <a:buChar char="•"/>
            </a:pPr>
            <a:r>
              <a:rPr lang="hr-HR" sz="2800" i="1" dirty="0"/>
              <a:t>Uveo je upotrebu dva latinska naziva: ime pripadajućeg roda i specifični pridjev </a:t>
            </a:r>
            <a:r>
              <a:rPr lang="hr-HR" sz="2800" i="1" dirty="0">
                <a:sym typeface="Wingdings" pitchFamily="2" charset="2"/>
              </a:rPr>
              <a:t></a:t>
            </a:r>
            <a:r>
              <a:rPr lang="hr-HR" sz="2800" i="1" dirty="0"/>
              <a:t> </a:t>
            </a:r>
            <a:r>
              <a:rPr lang="hr-HR" sz="2800" b="1" i="1" dirty="0"/>
              <a:t>binarna nomenklatura</a:t>
            </a:r>
          </a:p>
        </p:txBody>
      </p:sp>
      <p:sp>
        <p:nvSpPr>
          <p:cNvPr id="6" name="Rezervirano mjesto sadržaja 5"/>
          <p:cNvSpPr>
            <a:spLocks noGrp="1"/>
          </p:cNvSpPr>
          <p:nvPr>
            <p:ph sz="quarter" idx="2"/>
          </p:nvPr>
        </p:nvSpPr>
        <p:spPr/>
        <p:txBody>
          <a:bodyPr/>
          <a:lstStyle/>
          <a:p>
            <a:endParaRPr lang="hr-HR"/>
          </a:p>
        </p:txBody>
      </p:sp>
      <p:pic>
        <p:nvPicPr>
          <p:cNvPr id="21506" name="Picture 2" descr="http://upload.wikimedia.org/wikipedia/commons/a/ac/Systema_Naturae_cover.jpg">
            <a:hlinkClick r:id="rId3"/>
          </p:cNvPr>
          <p:cNvPicPr>
            <a:picLocks noChangeAspect="1" noChangeArrowheads="1"/>
          </p:cNvPicPr>
          <p:nvPr/>
        </p:nvPicPr>
        <p:blipFill>
          <a:blip r:embed="rId4" cstate="print"/>
          <a:srcRect/>
          <a:stretch>
            <a:fillRect/>
          </a:stretch>
        </p:blipFill>
        <p:spPr bwMode="auto">
          <a:xfrm>
            <a:off x="4427984" y="227468"/>
            <a:ext cx="4875438" cy="6403064"/>
          </a:xfrm>
          <a:prstGeom prst="rect">
            <a:avLst/>
          </a:prstGeom>
          <a:noFill/>
        </p:spPr>
      </p:pic>
      <p:sp>
        <p:nvSpPr>
          <p:cNvPr id="2" name="Elipsa 1">
            <a:extLst>
              <a:ext uri="{FF2B5EF4-FFF2-40B4-BE49-F238E27FC236}">
                <a16:creationId xmlns:a16="http://schemas.microsoft.com/office/drawing/2014/main" id="{D3AF595A-3854-4F05-9F61-C84D235C6A4A}"/>
              </a:ext>
            </a:extLst>
          </p:cNvPr>
          <p:cNvSpPr/>
          <p:nvPr/>
        </p:nvSpPr>
        <p:spPr>
          <a:xfrm>
            <a:off x="4427984" y="1916832"/>
            <a:ext cx="4716016" cy="1944216"/>
          </a:xfrm>
          <a:prstGeom prst="ellipse">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slov 4">
            <a:extLst>
              <a:ext uri="{FF2B5EF4-FFF2-40B4-BE49-F238E27FC236}">
                <a16:creationId xmlns:a16="http://schemas.microsoft.com/office/drawing/2014/main" id="{973AD0E0-BA60-4BA5-A075-672E619171D7}"/>
              </a:ext>
            </a:extLst>
          </p:cNvPr>
          <p:cNvSpPr>
            <a:spLocks noGrp="1"/>
          </p:cNvSpPr>
          <p:nvPr>
            <p:ph type="title"/>
          </p:nvPr>
        </p:nvSpPr>
        <p:spPr/>
        <p:txBody>
          <a:bodyPr>
            <a:normAutofit fontScale="90000"/>
          </a:bodyPr>
          <a:lstStyle/>
          <a:p>
            <a:pPr algn="ctr"/>
            <a:r>
              <a:rPr lang="hr-HR" b="1" i="1" dirty="0"/>
              <a:t>NOMEN BOTANICUM</a:t>
            </a:r>
            <a:br>
              <a:rPr lang="hr-HR" b="1" i="1" dirty="0"/>
            </a:br>
            <a:r>
              <a:rPr lang="hr-HR" b="1" i="1" dirty="0"/>
              <a:t>C. </a:t>
            </a:r>
            <a:r>
              <a:rPr lang="hr-HR" b="1" i="1" dirty="0" err="1"/>
              <a:t>Linnaeus</a:t>
            </a:r>
            <a:endParaRPr lang="hr-HR" b="1" i="1" dirty="0"/>
          </a:p>
        </p:txBody>
      </p:sp>
      <p:sp>
        <p:nvSpPr>
          <p:cNvPr id="6" name="Rezervirano mjesto sadržaja 5">
            <a:extLst>
              <a:ext uri="{FF2B5EF4-FFF2-40B4-BE49-F238E27FC236}">
                <a16:creationId xmlns:a16="http://schemas.microsoft.com/office/drawing/2014/main" id="{88A753B2-564D-46F8-975C-2D5A9A8C5B82}"/>
              </a:ext>
            </a:extLst>
          </p:cNvPr>
          <p:cNvSpPr>
            <a:spLocks noGrp="1"/>
          </p:cNvSpPr>
          <p:nvPr>
            <p:ph sz="quarter" idx="1"/>
          </p:nvPr>
        </p:nvSpPr>
        <p:spPr/>
        <p:txBody>
          <a:bodyPr>
            <a:normAutofit/>
          </a:bodyPr>
          <a:lstStyle/>
          <a:p>
            <a:pPr marL="514350" indent="-514350">
              <a:buFont typeface="+mj-lt"/>
              <a:buAutoNum type="arabicPeriod"/>
            </a:pPr>
            <a:r>
              <a:rPr lang="hr-HR" dirty="0" err="1"/>
              <a:t>Nomen</a:t>
            </a:r>
            <a:r>
              <a:rPr lang="hr-HR" dirty="0"/>
              <a:t> </a:t>
            </a:r>
            <a:r>
              <a:rPr lang="hr-HR" dirty="0" err="1"/>
              <a:t>specificum</a:t>
            </a:r>
            <a:r>
              <a:rPr lang="hr-HR" dirty="0"/>
              <a:t> quo </a:t>
            </a:r>
            <a:r>
              <a:rPr lang="hr-HR" dirty="0" err="1"/>
              <a:t>brevius</a:t>
            </a:r>
            <a:r>
              <a:rPr lang="hr-HR" dirty="0"/>
              <a:t>, </a:t>
            </a:r>
            <a:r>
              <a:rPr lang="hr-HR" dirty="0" err="1"/>
              <a:t>eo</a:t>
            </a:r>
            <a:r>
              <a:rPr lang="hr-HR" dirty="0"/>
              <a:t> </a:t>
            </a:r>
            <a:r>
              <a:rPr lang="hr-HR" dirty="0" err="1"/>
              <a:t>etium</a:t>
            </a:r>
            <a:r>
              <a:rPr lang="hr-HR" dirty="0"/>
              <a:t> </a:t>
            </a:r>
            <a:r>
              <a:rPr lang="hr-HR" dirty="0" err="1"/>
              <a:t>melius</a:t>
            </a:r>
            <a:r>
              <a:rPr lang="hr-HR" dirty="0"/>
              <a:t>.</a:t>
            </a:r>
          </a:p>
          <a:p>
            <a:pPr marL="514350" indent="-514350">
              <a:buFont typeface="+mj-lt"/>
              <a:buAutoNum type="arabicPeriod"/>
            </a:pPr>
            <a:r>
              <a:rPr lang="hr-HR" dirty="0" err="1"/>
              <a:t>Pulchritudo</a:t>
            </a:r>
            <a:r>
              <a:rPr lang="hr-HR" dirty="0"/>
              <a:t> </a:t>
            </a:r>
            <a:r>
              <a:rPr lang="hr-HR" dirty="0" err="1"/>
              <a:t>artis</a:t>
            </a:r>
            <a:r>
              <a:rPr lang="hr-HR" dirty="0"/>
              <a:t> </a:t>
            </a:r>
            <a:r>
              <a:rPr lang="hr-HR" dirty="0" err="1"/>
              <a:t>brevitatem</a:t>
            </a:r>
            <a:r>
              <a:rPr lang="hr-HR" dirty="0"/>
              <a:t> </a:t>
            </a:r>
            <a:r>
              <a:rPr lang="hr-HR" dirty="0" err="1"/>
              <a:t>exposcit</a:t>
            </a:r>
            <a:r>
              <a:rPr lang="hr-HR" dirty="0"/>
              <a:t>, nam quo </a:t>
            </a:r>
            <a:r>
              <a:rPr lang="hr-HR" dirty="0" err="1"/>
              <a:t>simplicius</a:t>
            </a:r>
            <a:r>
              <a:rPr lang="hr-HR" dirty="0"/>
              <a:t>, </a:t>
            </a:r>
            <a:r>
              <a:rPr lang="hr-HR" dirty="0" err="1"/>
              <a:t>eo</a:t>
            </a:r>
            <a:r>
              <a:rPr lang="hr-HR" dirty="0"/>
              <a:t> </a:t>
            </a:r>
            <a:r>
              <a:rPr lang="hr-HR" dirty="0" err="1"/>
              <a:t>etiam</a:t>
            </a:r>
            <a:r>
              <a:rPr lang="hr-HR" dirty="0"/>
              <a:t> </a:t>
            </a:r>
            <a:r>
              <a:rPr lang="hr-HR" dirty="0" err="1"/>
              <a:t>melius</a:t>
            </a:r>
            <a:r>
              <a:rPr lang="hr-HR" dirty="0"/>
              <a:t>. </a:t>
            </a:r>
          </a:p>
          <a:p>
            <a:pPr marL="514350" indent="-514350">
              <a:buFont typeface="+mj-lt"/>
              <a:buAutoNum type="arabicPeriod"/>
            </a:pPr>
            <a:r>
              <a:rPr lang="hr-HR" dirty="0"/>
              <a:t>Natura </a:t>
            </a:r>
            <a:r>
              <a:rPr lang="hr-HR" dirty="0" err="1"/>
              <a:t>ipsa</a:t>
            </a:r>
            <a:r>
              <a:rPr lang="hr-HR" dirty="0"/>
              <a:t> </a:t>
            </a:r>
            <a:r>
              <a:rPr lang="hr-HR" dirty="0" err="1"/>
              <a:t>compediosissima</a:t>
            </a:r>
            <a:r>
              <a:rPr lang="hr-HR" dirty="0"/>
              <a:t> </a:t>
            </a:r>
            <a:r>
              <a:rPr lang="hr-HR" dirty="0" err="1"/>
              <a:t>est</a:t>
            </a:r>
            <a:r>
              <a:rPr lang="hr-HR" dirty="0"/>
              <a:t> </a:t>
            </a:r>
            <a:r>
              <a:rPr lang="hr-HR" dirty="0" err="1"/>
              <a:t>in</a:t>
            </a:r>
            <a:r>
              <a:rPr lang="hr-HR" dirty="0"/>
              <a:t> </a:t>
            </a:r>
            <a:r>
              <a:rPr lang="hr-HR" dirty="0" err="1"/>
              <a:t>omni</a:t>
            </a:r>
            <a:r>
              <a:rPr lang="hr-HR" dirty="0"/>
              <a:t> </a:t>
            </a:r>
            <a:r>
              <a:rPr lang="hr-HR" dirty="0" err="1"/>
              <a:t>sua</a:t>
            </a:r>
            <a:r>
              <a:rPr lang="hr-HR" dirty="0"/>
              <a:t> </a:t>
            </a:r>
            <a:r>
              <a:rPr lang="hr-HR" dirty="0" err="1"/>
              <a:t>actione</a:t>
            </a:r>
            <a:r>
              <a:rPr lang="hr-HR" dirty="0"/>
              <a:t>. </a:t>
            </a:r>
            <a:r>
              <a:rPr lang="hr-HR" sz="2400" i="1" dirty="0"/>
              <a:t>(</a:t>
            </a:r>
            <a:r>
              <a:rPr lang="hr-HR" sz="2400" i="1" dirty="0" err="1"/>
              <a:t>compediosus</a:t>
            </a:r>
            <a:r>
              <a:rPr lang="hr-HR" sz="2400" i="1" dirty="0"/>
              <a:t>, 3 = jako kratak, pokraćen)</a:t>
            </a:r>
          </a:p>
          <a:p>
            <a:pPr marL="514350" indent="-514350">
              <a:buFont typeface="+mj-lt"/>
              <a:buAutoNum type="arabicPeriod"/>
            </a:pPr>
            <a:r>
              <a:rPr lang="hr-HR" dirty="0" err="1"/>
              <a:t>Nomina</a:t>
            </a:r>
            <a:r>
              <a:rPr lang="hr-HR" dirty="0"/>
              <a:t> </a:t>
            </a:r>
            <a:r>
              <a:rPr lang="hr-HR" dirty="0" err="1"/>
              <a:t>generica</a:t>
            </a:r>
            <a:r>
              <a:rPr lang="hr-HR" dirty="0"/>
              <a:t> </a:t>
            </a:r>
            <a:r>
              <a:rPr lang="hr-HR" dirty="0" err="1"/>
              <a:t>et</a:t>
            </a:r>
            <a:r>
              <a:rPr lang="hr-HR" dirty="0"/>
              <a:t> </a:t>
            </a:r>
            <a:r>
              <a:rPr lang="hr-HR" dirty="0" err="1"/>
              <a:t>specifica</a:t>
            </a:r>
            <a:r>
              <a:rPr lang="hr-HR" dirty="0"/>
              <a:t> </a:t>
            </a:r>
            <a:r>
              <a:rPr lang="hr-HR" dirty="0" err="1"/>
              <a:t>litteris</a:t>
            </a:r>
            <a:r>
              <a:rPr lang="hr-HR" dirty="0"/>
              <a:t> </a:t>
            </a:r>
            <a:r>
              <a:rPr lang="hr-HR" dirty="0" err="1"/>
              <a:t>diversae</a:t>
            </a:r>
            <a:r>
              <a:rPr lang="hr-HR" dirty="0"/>
              <a:t> </a:t>
            </a:r>
            <a:r>
              <a:rPr lang="hr-HR" dirty="0" err="1"/>
              <a:t>magnitudinis</a:t>
            </a:r>
            <a:r>
              <a:rPr lang="hr-HR" dirty="0"/>
              <a:t> </a:t>
            </a:r>
            <a:r>
              <a:rPr lang="hr-HR" dirty="0" err="1"/>
              <a:t>scribuntur</a:t>
            </a:r>
            <a:r>
              <a:rPr lang="hr-HR" dirty="0"/>
              <a:t>. </a:t>
            </a:r>
          </a:p>
          <a:p>
            <a:pPr marL="514350" indent="-514350">
              <a:buFont typeface="+mj-lt"/>
              <a:buAutoNum type="arabicPeriod"/>
            </a:pPr>
            <a:r>
              <a:rPr lang="hr-HR" dirty="0" err="1"/>
              <a:t>Nomen</a:t>
            </a:r>
            <a:r>
              <a:rPr lang="hr-HR" dirty="0"/>
              <a:t> </a:t>
            </a:r>
            <a:r>
              <a:rPr lang="hr-HR" dirty="0" err="1"/>
              <a:t>genericum</a:t>
            </a:r>
            <a:r>
              <a:rPr lang="hr-HR" dirty="0"/>
              <a:t> </a:t>
            </a:r>
            <a:r>
              <a:rPr lang="hr-HR" dirty="0" err="1"/>
              <a:t>pingitur</a:t>
            </a:r>
            <a:r>
              <a:rPr lang="hr-HR" dirty="0"/>
              <a:t> </a:t>
            </a:r>
            <a:r>
              <a:rPr lang="hr-HR" dirty="0" err="1"/>
              <a:t>maioribus</a:t>
            </a:r>
            <a:r>
              <a:rPr lang="hr-HR" dirty="0"/>
              <a:t> </a:t>
            </a:r>
            <a:r>
              <a:rPr lang="hr-HR" dirty="0" err="1"/>
              <a:t>Romanis</a:t>
            </a:r>
            <a:r>
              <a:rPr lang="hr-HR" dirty="0"/>
              <a:t>.      </a:t>
            </a:r>
            <a:r>
              <a:rPr lang="hr-HR" sz="2400" i="1" dirty="0"/>
              <a:t>(</a:t>
            </a:r>
            <a:r>
              <a:rPr lang="hr-HR" sz="2400" i="1" dirty="0" err="1"/>
              <a:t>pingo</a:t>
            </a:r>
            <a:r>
              <a:rPr lang="hr-HR" sz="2400" i="1" dirty="0"/>
              <a:t>, 3. = slikati, bojiti; </a:t>
            </a:r>
            <a:r>
              <a:rPr lang="hr-HR" sz="2400" i="1" dirty="0" err="1"/>
              <a:t>genericus</a:t>
            </a:r>
            <a:r>
              <a:rPr lang="hr-HR" sz="2400" i="1" dirty="0"/>
              <a:t>, 3= rodoslovan, generički)</a:t>
            </a:r>
          </a:p>
          <a:p>
            <a:pPr marL="514350" indent="-514350">
              <a:buFont typeface="+mj-lt"/>
              <a:buAutoNum type="arabicPeriod"/>
            </a:pPr>
            <a:r>
              <a:rPr lang="hr-HR" dirty="0" err="1"/>
              <a:t>Classificatio</a:t>
            </a:r>
            <a:r>
              <a:rPr lang="hr-HR" dirty="0"/>
              <a:t> </a:t>
            </a:r>
            <a:r>
              <a:rPr lang="hr-HR" dirty="0" err="1"/>
              <a:t>animalium</a:t>
            </a:r>
            <a:r>
              <a:rPr lang="hr-HR" dirty="0"/>
              <a:t> per </a:t>
            </a:r>
            <a:r>
              <a:rPr lang="hr-HR" dirty="0" err="1"/>
              <a:t>hunc</a:t>
            </a:r>
            <a:r>
              <a:rPr lang="hr-HR" dirty="0"/>
              <a:t> </a:t>
            </a:r>
            <a:r>
              <a:rPr lang="hr-HR" dirty="0" err="1"/>
              <a:t>ordinem</a:t>
            </a:r>
            <a:r>
              <a:rPr lang="hr-HR" dirty="0"/>
              <a:t> fit: </a:t>
            </a:r>
            <a:r>
              <a:rPr lang="hr-HR" dirty="0" err="1"/>
              <a:t>species</a:t>
            </a:r>
            <a:r>
              <a:rPr lang="hr-HR" dirty="0"/>
              <a:t>, </a:t>
            </a:r>
            <a:r>
              <a:rPr lang="hr-HR" dirty="0" err="1"/>
              <a:t>genus</a:t>
            </a:r>
            <a:r>
              <a:rPr lang="hr-HR" dirty="0"/>
              <a:t>, </a:t>
            </a:r>
            <a:r>
              <a:rPr lang="hr-HR" dirty="0" err="1"/>
              <a:t>familia</a:t>
            </a:r>
            <a:r>
              <a:rPr lang="hr-HR" dirty="0"/>
              <a:t>, </a:t>
            </a:r>
            <a:r>
              <a:rPr lang="hr-HR" dirty="0" err="1"/>
              <a:t>ordo</a:t>
            </a:r>
            <a:r>
              <a:rPr lang="hr-HR" dirty="0"/>
              <a:t>, </a:t>
            </a:r>
            <a:r>
              <a:rPr lang="hr-HR" dirty="0" err="1"/>
              <a:t>classis</a:t>
            </a:r>
            <a:r>
              <a:rPr lang="hr-HR" dirty="0"/>
              <a:t>, </a:t>
            </a:r>
            <a:r>
              <a:rPr lang="hr-HR" dirty="0" err="1"/>
              <a:t>phylum</a:t>
            </a:r>
            <a:r>
              <a:rPr lang="hr-HR" dirty="0"/>
              <a:t>, </a:t>
            </a:r>
            <a:r>
              <a:rPr lang="hr-HR" dirty="0" err="1"/>
              <a:t>regnum</a:t>
            </a:r>
            <a:r>
              <a:rPr lang="hr-HR" dirty="0"/>
              <a:t>.</a:t>
            </a:r>
          </a:p>
        </p:txBody>
      </p:sp>
    </p:spTree>
    <p:extLst>
      <p:ext uri="{BB962C8B-B14F-4D97-AF65-F5344CB8AC3E}">
        <p14:creationId xmlns:p14="http://schemas.microsoft.com/office/powerpoint/2010/main" val="81363218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11560" y="571480"/>
            <a:ext cx="7800603" cy="5572164"/>
          </a:xfrm>
        </p:spPr>
        <p:txBody>
          <a:bodyPr/>
          <a:lstStyle/>
          <a:p>
            <a:pPr algn="ctr"/>
            <a:r>
              <a:rPr lang="hr-HR" sz="3600" i="1" dirty="0">
                <a:solidFill>
                  <a:schemeClr val="tx1"/>
                </a:solidFill>
              </a:rPr>
              <a:t>SISTEMATSKE KATEGORIJE:</a:t>
            </a:r>
            <a:br>
              <a:rPr lang="hr-HR" sz="3600" i="1" dirty="0">
                <a:solidFill>
                  <a:schemeClr val="tx1"/>
                </a:solidFill>
              </a:rPr>
            </a:br>
            <a:r>
              <a:rPr lang="hr-HR" sz="3600" i="1" dirty="0">
                <a:solidFill>
                  <a:schemeClr val="tx1"/>
                </a:solidFill>
              </a:rPr>
              <a:t> </a:t>
            </a:r>
          </a:p>
          <a:p>
            <a:pPr>
              <a:buBlip>
                <a:blip r:embed="rId2"/>
              </a:buBlip>
            </a:pPr>
            <a:r>
              <a:rPr lang="hr-HR" sz="3600" dirty="0">
                <a:solidFill>
                  <a:schemeClr val="tx1"/>
                </a:solidFill>
              </a:rPr>
              <a:t> Carstvo – regnum </a:t>
            </a:r>
          </a:p>
          <a:p>
            <a:pPr>
              <a:buBlip>
                <a:blip r:embed="rId2"/>
              </a:buBlip>
            </a:pPr>
            <a:r>
              <a:rPr lang="hr-HR" sz="3600" dirty="0">
                <a:solidFill>
                  <a:schemeClr val="tx1"/>
                </a:solidFill>
              </a:rPr>
              <a:t> Koljeno (odjeljak) – </a:t>
            </a:r>
            <a:r>
              <a:rPr lang="hr-HR" sz="3600" dirty="0" err="1">
                <a:solidFill>
                  <a:schemeClr val="tx1"/>
                </a:solidFill>
              </a:rPr>
              <a:t>phylum</a:t>
            </a:r>
            <a:r>
              <a:rPr lang="hr-HR" sz="3600" dirty="0">
                <a:solidFill>
                  <a:schemeClr val="tx1"/>
                </a:solidFill>
              </a:rPr>
              <a:t>/</a:t>
            </a:r>
            <a:r>
              <a:rPr lang="hr-HR" sz="3600" dirty="0" err="1">
                <a:solidFill>
                  <a:schemeClr val="tx1"/>
                </a:solidFill>
              </a:rPr>
              <a:t>divisio</a:t>
            </a:r>
            <a:r>
              <a:rPr lang="hr-HR" sz="3600" dirty="0">
                <a:solidFill>
                  <a:schemeClr val="tx1"/>
                </a:solidFill>
              </a:rPr>
              <a:t> </a:t>
            </a:r>
          </a:p>
          <a:p>
            <a:pPr>
              <a:buBlip>
                <a:blip r:embed="rId2"/>
              </a:buBlip>
            </a:pPr>
            <a:r>
              <a:rPr lang="hr-HR" sz="3600" dirty="0">
                <a:solidFill>
                  <a:schemeClr val="tx1"/>
                </a:solidFill>
              </a:rPr>
              <a:t> Razred – classis </a:t>
            </a:r>
          </a:p>
          <a:p>
            <a:pPr>
              <a:buBlip>
                <a:blip r:embed="rId2"/>
              </a:buBlip>
            </a:pPr>
            <a:r>
              <a:rPr lang="hr-HR" sz="3600" dirty="0">
                <a:solidFill>
                  <a:schemeClr val="tx1"/>
                </a:solidFill>
              </a:rPr>
              <a:t> Red – ordo </a:t>
            </a:r>
          </a:p>
          <a:p>
            <a:pPr>
              <a:buBlip>
                <a:blip r:embed="rId2"/>
              </a:buBlip>
            </a:pPr>
            <a:r>
              <a:rPr lang="hr-HR" sz="3600" dirty="0">
                <a:solidFill>
                  <a:schemeClr val="tx1"/>
                </a:solidFill>
              </a:rPr>
              <a:t> Porodica – familia </a:t>
            </a:r>
          </a:p>
          <a:p>
            <a:pPr>
              <a:buBlip>
                <a:blip r:embed="rId2"/>
              </a:buBlip>
            </a:pPr>
            <a:r>
              <a:rPr lang="hr-HR" sz="3600" dirty="0">
                <a:solidFill>
                  <a:schemeClr val="tx1"/>
                </a:solidFill>
              </a:rPr>
              <a:t> Rod – genus </a:t>
            </a:r>
          </a:p>
          <a:p>
            <a:pPr>
              <a:buBlip>
                <a:blip r:embed="rId2"/>
              </a:buBlip>
            </a:pPr>
            <a:r>
              <a:rPr lang="hr-HR" sz="3600" dirty="0">
                <a:solidFill>
                  <a:schemeClr val="tx1"/>
                </a:solidFill>
              </a:rPr>
              <a:t> Vrsta – species </a:t>
            </a:r>
          </a:p>
          <a:p>
            <a:pPr>
              <a:buBlip>
                <a:blip r:embed="rId2"/>
              </a:buBlip>
            </a:pPr>
            <a:endParaRPr lang="hr-HR" sz="3600" dirty="0">
              <a:solidFill>
                <a:schemeClr val="tx1"/>
              </a:solidFill>
            </a:endParaRPr>
          </a:p>
          <a:p>
            <a:endParaRPr lang="hr-HR" sz="3600" dirty="0">
              <a:solidFill>
                <a:schemeClr val="tx1"/>
              </a:solidFill>
            </a:endParaRPr>
          </a:p>
        </p:txBody>
      </p:sp>
      <p:sp>
        <p:nvSpPr>
          <p:cNvPr id="5" name="TextBox 4"/>
          <p:cNvSpPr txBox="1"/>
          <p:nvPr/>
        </p:nvSpPr>
        <p:spPr>
          <a:xfrm>
            <a:off x="1187624" y="5229200"/>
            <a:ext cx="7072362" cy="1569660"/>
          </a:xfrm>
          <a:prstGeom prst="rect">
            <a:avLst/>
          </a:prstGeom>
          <a:noFill/>
        </p:spPr>
        <p:txBody>
          <a:bodyPr wrap="square" rtlCol="0">
            <a:spAutoFit/>
          </a:bodyPr>
          <a:lstStyle/>
          <a:p>
            <a:pPr algn="ctr"/>
            <a:r>
              <a:rPr lang="hr-HR" sz="2400" dirty="0"/>
              <a:t>Ostale podkategorije: podcarstvo, potkoljeno, podrazred, nadred, podred, </a:t>
            </a:r>
            <a:br>
              <a:rPr lang="hr-HR" sz="2400" dirty="0"/>
            </a:br>
            <a:r>
              <a:rPr lang="hr-HR" sz="2400" dirty="0"/>
              <a:t>potporodica, tribus, sekcija, serija, podvrsta, varijetet, </a:t>
            </a:r>
            <a:br>
              <a:rPr lang="hr-HR" sz="2400" dirty="0"/>
            </a:br>
            <a:r>
              <a:rPr lang="hr-HR" sz="2400" dirty="0"/>
              <a:t>forma. </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0" y="642918"/>
            <a:ext cx="9144000" cy="5429288"/>
          </a:xfrm>
        </p:spPr>
        <p:txBody>
          <a:bodyPr/>
          <a:lstStyle/>
          <a:p>
            <a:pPr algn="ctr"/>
            <a:r>
              <a:rPr lang="hr-HR" sz="4000" i="1" dirty="0">
                <a:solidFill>
                  <a:schemeClr val="tx1"/>
                </a:solidFill>
              </a:rPr>
              <a:t>CARSTVA</a:t>
            </a:r>
          </a:p>
        </p:txBody>
      </p:sp>
      <p:pic>
        <p:nvPicPr>
          <p:cNvPr id="25601" name="Picture 1"/>
          <p:cNvPicPr>
            <a:picLocks noChangeAspect="1" noChangeArrowheads="1"/>
          </p:cNvPicPr>
          <p:nvPr/>
        </p:nvPicPr>
        <p:blipFill>
          <a:blip r:embed="rId2" cstate="print"/>
          <a:srcRect/>
          <a:stretch>
            <a:fillRect/>
          </a:stretch>
        </p:blipFill>
        <p:spPr bwMode="auto">
          <a:xfrm>
            <a:off x="-16233" y="1700808"/>
            <a:ext cx="9409678" cy="3707413"/>
          </a:xfrm>
          <a:prstGeom prst="rect">
            <a:avLst/>
          </a:prstGeom>
          <a:noFill/>
          <a:ln w="9525">
            <a:noFill/>
            <a:miter lim="800000"/>
            <a:headEnd/>
            <a:tailEnd/>
          </a:ln>
          <a:effectLst/>
        </p:spPr>
      </p:pic>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00034" y="571480"/>
            <a:ext cx="4214842" cy="5715040"/>
          </a:xfrm>
        </p:spPr>
        <p:txBody>
          <a:bodyPr/>
          <a:lstStyle/>
          <a:p>
            <a:endParaRPr lang="hr-HR" sz="2400" dirty="0"/>
          </a:p>
        </p:txBody>
      </p:sp>
      <p:pic>
        <p:nvPicPr>
          <p:cNvPr id="24580" name="Picture 4"/>
          <p:cNvPicPr>
            <a:picLocks noChangeAspect="1" noChangeArrowheads="1"/>
          </p:cNvPicPr>
          <p:nvPr/>
        </p:nvPicPr>
        <p:blipFill>
          <a:blip r:embed="rId3" cstate="print"/>
          <a:srcRect/>
          <a:stretch>
            <a:fillRect/>
          </a:stretch>
        </p:blipFill>
        <p:spPr bwMode="auto">
          <a:xfrm>
            <a:off x="467544" y="188640"/>
            <a:ext cx="5328592" cy="6467575"/>
          </a:xfrm>
          <a:prstGeom prst="rect">
            <a:avLst/>
          </a:prstGeom>
          <a:noFill/>
          <a:ln w="9525">
            <a:noFill/>
            <a:miter lim="800000"/>
            <a:headEnd/>
            <a:tailEnd/>
          </a:ln>
          <a:effectLst/>
        </p:spPr>
      </p:pic>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857224" y="714356"/>
            <a:ext cx="7554939" cy="5143536"/>
          </a:xfrm>
        </p:spPr>
        <p:txBody>
          <a:bodyPr/>
          <a:lstStyle/>
          <a:p>
            <a:endParaRPr lang="hr-HR" dirty="0"/>
          </a:p>
          <a:p>
            <a:endParaRPr lang="hr-HR" dirty="0"/>
          </a:p>
        </p:txBody>
      </p:sp>
      <p:pic>
        <p:nvPicPr>
          <p:cNvPr id="28674" name="Picture 2"/>
          <p:cNvPicPr>
            <a:picLocks noChangeAspect="1" noChangeArrowheads="1"/>
          </p:cNvPicPr>
          <p:nvPr/>
        </p:nvPicPr>
        <p:blipFill>
          <a:blip r:embed="rId2" cstate="print"/>
          <a:srcRect/>
          <a:stretch>
            <a:fillRect/>
          </a:stretch>
        </p:blipFill>
        <p:spPr bwMode="auto">
          <a:xfrm>
            <a:off x="-108520" y="836712"/>
            <a:ext cx="9396536" cy="4019448"/>
          </a:xfrm>
          <a:prstGeom prst="rect">
            <a:avLst/>
          </a:prstGeom>
          <a:noFill/>
          <a:ln w="9525">
            <a:noFill/>
            <a:miter lim="800000"/>
            <a:headEnd/>
            <a:tailEnd/>
          </a:ln>
          <a:effectLst/>
        </p:spPr>
      </p:pic>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slov 4">
            <a:extLst>
              <a:ext uri="{FF2B5EF4-FFF2-40B4-BE49-F238E27FC236}">
                <a16:creationId xmlns:a16="http://schemas.microsoft.com/office/drawing/2014/main" id="{577E2240-D0F4-4DD0-9348-9B1BBC227B3E}"/>
              </a:ext>
            </a:extLst>
          </p:cNvPr>
          <p:cNvSpPr>
            <a:spLocks noGrp="1"/>
          </p:cNvSpPr>
          <p:nvPr>
            <p:ph type="title"/>
          </p:nvPr>
        </p:nvSpPr>
        <p:spPr>
          <a:xfrm>
            <a:off x="1295400" y="5462270"/>
            <a:ext cx="6858000" cy="1066800"/>
          </a:xfrm>
        </p:spPr>
        <p:txBody>
          <a:bodyPr>
            <a:normAutofit/>
          </a:bodyPr>
          <a:lstStyle/>
          <a:p>
            <a:pPr algn="ctr"/>
            <a:r>
              <a:rPr lang="hr-HR" sz="4400" dirty="0"/>
              <a:t>BOTANIKA</a:t>
            </a:r>
          </a:p>
        </p:txBody>
      </p:sp>
      <p:pic>
        <p:nvPicPr>
          <p:cNvPr id="7" name="Slika 6">
            <a:extLst>
              <a:ext uri="{FF2B5EF4-FFF2-40B4-BE49-F238E27FC236}">
                <a16:creationId xmlns:a16="http://schemas.microsoft.com/office/drawing/2014/main" id="{6991383E-9177-40B3-A8D2-3A898BD5A530}"/>
              </a:ext>
            </a:extLst>
          </p:cNvPr>
          <p:cNvPicPr>
            <a:picLocks noChangeAspect="1"/>
          </p:cNvPicPr>
          <p:nvPr/>
        </p:nvPicPr>
        <p:blipFill>
          <a:blip r:embed="rId2"/>
          <a:stretch>
            <a:fillRect/>
          </a:stretch>
        </p:blipFill>
        <p:spPr>
          <a:xfrm>
            <a:off x="467544" y="836712"/>
            <a:ext cx="7903455" cy="4441577"/>
          </a:xfrm>
          <a:prstGeom prst="rect">
            <a:avLst/>
          </a:prstGeom>
        </p:spPr>
      </p:pic>
    </p:spTree>
    <p:extLst>
      <p:ext uri="{BB962C8B-B14F-4D97-AF65-F5344CB8AC3E}">
        <p14:creationId xmlns:p14="http://schemas.microsoft.com/office/powerpoint/2010/main" val="2665677723"/>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B259302A-D1CA-43FB-86ED-C5704BFB8273}"/>
              </a:ext>
            </a:extLst>
          </p:cNvPr>
          <p:cNvSpPr>
            <a:spLocks noGrp="1"/>
          </p:cNvSpPr>
          <p:nvPr>
            <p:ph type="title"/>
          </p:nvPr>
        </p:nvSpPr>
        <p:spPr/>
        <p:txBody>
          <a:bodyPr>
            <a:normAutofit/>
          </a:bodyPr>
          <a:lstStyle/>
          <a:p>
            <a:pPr algn="ctr"/>
            <a:r>
              <a:rPr lang="hr-HR" sz="3600" b="1" dirty="0"/>
              <a:t>BOJE</a:t>
            </a:r>
          </a:p>
        </p:txBody>
      </p:sp>
      <p:sp>
        <p:nvSpPr>
          <p:cNvPr id="3" name="Rezervirano mjesto sadržaja 2">
            <a:extLst>
              <a:ext uri="{FF2B5EF4-FFF2-40B4-BE49-F238E27FC236}">
                <a16:creationId xmlns:a16="http://schemas.microsoft.com/office/drawing/2014/main" id="{09832DB4-66DA-4247-8F89-23741B6986D5}"/>
              </a:ext>
            </a:extLst>
          </p:cNvPr>
          <p:cNvSpPr>
            <a:spLocks noGrp="1"/>
          </p:cNvSpPr>
          <p:nvPr>
            <p:ph sz="quarter" idx="1"/>
          </p:nvPr>
        </p:nvSpPr>
        <p:spPr>
          <a:xfrm>
            <a:off x="457200" y="1219200"/>
            <a:ext cx="5122912" cy="4937760"/>
          </a:xfrm>
        </p:spPr>
        <p:txBody>
          <a:bodyPr>
            <a:normAutofit fontScale="92500"/>
          </a:bodyPr>
          <a:lstStyle/>
          <a:p>
            <a:r>
              <a:rPr lang="en-US" sz="2800" i="1" dirty="0"/>
              <a:t>flavus (</a:t>
            </a:r>
            <a:r>
              <a:rPr lang="hr-HR" sz="2800" i="1" dirty="0"/>
              <a:t>svjetla</a:t>
            </a:r>
            <a:r>
              <a:rPr lang="en-US" sz="2800" i="1" dirty="0"/>
              <a:t>), luteus or lutea, </a:t>
            </a:r>
            <a:r>
              <a:rPr lang="en-US" sz="2800" i="1" dirty="0" err="1"/>
              <a:t>citrinus</a:t>
            </a:r>
            <a:endParaRPr lang="en-US" sz="2800" i="1" dirty="0"/>
          </a:p>
          <a:p>
            <a:r>
              <a:rPr lang="hr-HR" sz="2800" i="1" dirty="0"/>
              <a:t>r</a:t>
            </a:r>
            <a:r>
              <a:rPr lang="en-US" sz="2800" i="1" dirty="0" err="1"/>
              <a:t>ubrum</a:t>
            </a:r>
            <a:r>
              <a:rPr lang="hr-HR" sz="2800" i="1" dirty="0"/>
              <a:t>; </a:t>
            </a:r>
            <a:r>
              <a:rPr lang="en-US" sz="2800" i="1" dirty="0"/>
              <a:t>roseus</a:t>
            </a:r>
          </a:p>
          <a:p>
            <a:r>
              <a:rPr lang="hr-HR" sz="2800" i="1" dirty="0"/>
              <a:t>p</a:t>
            </a:r>
            <a:r>
              <a:rPr lang="en-US" sz="2800" i="1" dirty="0" err="1"/>
              <a:t>urpureus</a:t>
            </a:r>
            <a:r>
              <a:rPr lang="hr-HR" sz="2800" i="1" dirty="0"/>
              <a:t> (tamna: </a:t>
            </a:r>
            <a:r>
              <a:rPr lang="en-US" sz="2800" i="1" dirty="0"/>
              <a:t>atropurpureus</a:t>
            </a:r>
            <a:r>
              <a:rPr lang="hr-HR" sz="2800" i="1" dirty="0"/>
              <a:t>)</a:t>
            </a:r>
            <a:endParaRPr lang="en-US" sz="2800" i="1" dirty="0"/>
          </a:p>
          <a:p>
            <a:r>
              <a:rPr lang="en-US" sz="2800" i="1" dirty="0"/>
              <a:t>albus</a:t>
            </a:r>
            <a:endParaRPr lang="hr-HR" sz="2800" i="1" dirty="0"/>
          </a:p>
          <a:p>
            <a:r>
              <a:rPr lang="en-US" sz="2800" i="1" dirty="0"/>
              <a:t>nigrum</a:t>
            </a:r>
          </a:p>
          <a:p>
            <a:r>
              <a:rPr lang="hr-HR" sz="2800" i="1" dirty="0"/>
              <a:t>a</a:t>
            </a:r>
            <a:r>
              <a:rPr lang="en-US" sz="2800" i="1" dirty="0" err="1"/>
              <a:t>rgenteus</a:t>
            </a:r>
            <a:endParaRPr lang="hr-HR" sz="2800" i="1" dirty="0"/>
          </a:p>
          <a:p>
            <a:r>
              <a:rPr lang="en-US" sz="2800" i="1" dirty="0"/>
              <a:t>aureus</a:t>
            </a:r>
          </a:p>
          <a:p>
            <a:r>
              <a:rPr lang="en-US" sz="2800" i="1" dirty="0" err="1"/>
              <a:t>viridis</a:t>
            </a:r>
            <a:r>
              <a:rPr lang="en-US" sz="2800" i="1" dirty="0"/>
              <a:t> (sempervirens)</a:t>
            </a:r>
          </a:p>
          <a:p>
            <a:r>
              <a:rPr lang="hr-HR" sz="2800" i="1" dirty="0"/>
              <a:t>a</a:t>
            </a:r>
            <a:r>
              <a:rPr lang="en-US" sz="2800" i="1" dirty="0" err="1"/>
              <a:t>zureus</a:t>
            </a:r>
            <a:r>
              <a:rPr lang="hr-HR" sz="2800" i="1" dirty="0"/>
              <a:t>; </a:t>
            </a:r>
            <a:r>
              <a:rPr lang="en-US" sz="2800" i="1" dirty="0"/>
              <a:t>caeruleus (</a:t>
            </a:r>
            <a:r>
              <a:rPr lang="hr-HR" sz="2800" i="1" dirty="0"/>
              <a:t>tamnija</a:t>
            </a:r>
            <a:r>
              <a:rPr lang="en-US" sz="2800" i="1" dirty="0"/>
              <a:t>)</a:t>
            </a:r>
          </a:p>
          <a:p>
            <a:r>
              <a:rPr lang="en-US" sz="2800" i="1" dirty="0"/>
              <a:t>variegatus, pictus</a:t>
            </a:r>
            <a:endParaRPr lang="hr-HR" sz="2800" i="1" dirty="0"/>
          </a:p>
        </p:txBody>
      </p:sp>
      <p:sp>
        <p:nvSpPr>
          <p:cNvPr id="4" name="Pravokutnik: zaobljeni kutovi 3">
            <a:extLst>
              <a:ext uri="{FF2B5EF4-FFF2-40B4-BE49-F238E27FC236}">
                <a16:creationId xmlns:a16="http://schemas.microsoft.com/office/drawing/2014/main" id="{0DB49390-1AF8-4469-9F25-1DBDB797EECE}"/>
              </a:ext>
            </a:extLst>
          </p:cNvPr>
          <p:cNvSpPr/>
          <p:nvPr/>
        </p:nvSpPr>
        <p:spPr>
          <a:xfrm>
            <a:off x="5868144" y="1219200"/>
            <a:ext cx="2448272" cy="432048"/>
          </a:xfrm>
          <a:prstGeom prst="roundRect">
            <a:avLst/>
          </a:prstGeom>
          <a:solidFill>
            <a:srgbClr val="FFFF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7" name="Pravokutnik: zaobljeni kutovi 6">
            <a:extLst>
              <a:ext uri="{FF2B5EF4-FFF2-40B4-BE49-F238E27FC236}">
                <a16:creationId xmlns:a16="http://schemas.microsoft.com/office/drawing/2014/main" id="{B1CA5EA3-B5A9-4D9A-B4A3-4601FCDA76C6}"/>
              </a:ext>
            </a:extLst>
          </p:cNvPr>
          <p:cNvSpPr/>
          <p:nvPr/>
        </p:nvSpPr>
        <p:spPr>
          <a:xfrm>
            <a:off x="5866080" y="1696664"/>
            <a:ext cx="2448272" cy="432048"/>
          </a:xfrm>
          <a:prstGeom prst="round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8" name="Pravokutnik: zaobljeni kutovi 7">
            <a:extLst>
              <a:ext uri="{FF2B5EF4-FFF2-40B4-BE49-F238E27FC236}">
                <a16:creationId xmlns:a16="http://schemas.microsoft.com/office/drawing/2014/main" id="{F1C5F631-46A5-424C-9221-B37D5A6DADD6}"/>
              </a:ext>
            </a:extLst>
          </p:cNvPr>
          <p:cNvSpPr/>
          <p:nvPr/>
        </p:nvSpPr>
        <p:spPr>
          <a:xfrm>
            <a:off x="5866080" y="2163568"/>
            <a:ext cx="2448272" cy="432048"/>
          </a:xfrm>
          <a:prstGeom prst="round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9" name="Pravokutnik: zaobljeni kutovi 8">
            <a:extLst>
              <a:ext uri="{FF2B5EF4-FFF2-40B4-BE49-F238E27FC236}">
                <a16:creationId xmlns:a16="http://schemas.microsoft.com/office/drawing/2014/main" id="{30D47633-4250-47CA-9A57-BDB3C7EC4039}"/>
              </a:ext>
            </a:extLst>
          </p:cNvPr>
          <p:cNvSpPr/>
          <p:nvPr/>
        </p:nvSpPr>
        <p:spPr>
          <a:xfrm>
            <a:off x="5866080" y="2630472"/>
            <a:ext cx="2448272" cy="432048"/>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0" name="Pravokutnik: zaobljeni kutovi 9">
            <a:extLst>
              <a:ext uri="{FF2B5EF4-FFF2-40B4-BE49-F238E27FC236}">
                <a16:creationId xmlns:a16="http://schemas.microsoft.com/office/drawing/2014/main" id="{2461C9ED-9A3B-4285-9AF9-3C7E25E0293F}"/>
              </a:ext>
            </a:extLst>
          </p:cNvPr>
          <p:cNvSpPr/>
          <p:nvPr/>
        </p:nvSpPr>
        <p:spPr>
          <a:xfrm>
            <a:off x="5866080" y="3097376"/>
            <a:ext cx="2448272" cy="457905"/>
          </a:xfrm>
          <a:prstGeom prst="roundRect">
            <a:avLst/>
          </a:prstGeom>
          <a:solidFill>
            <a:schemeClr val="tx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11" name="Pravokutnik: zaobljeni kutovi 10">
            <a:extLst>
              <a:ext uri="{FF2B5EF4-FFF2-40B4-BE49-F238E27FC236}">
                <a16:creationId xmlns:a16="http://schemas.microsoft.com/office/drawing/2014/main" id="{68BB4944-914D-4F25-88A6-612C24C3CD61}"/>
              </a:ext>
            </a:extLst>
          </p:cNvPr>
          <p:cNvSpPr/>
          <p:nvPr/>
        </p:nvSpPr>
        <p:spPr>
          <a:xfrm>
            <a:off x="5853856" y="3579457"/>
            <a:ext cx="2448272" cy="432048"/>
          </a:xfrm>
          <a:prstGeom prst="round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2" name="Pravokutnik: zaobljeni kutovi 11">
            <a:extLst>
              <a:ext uri="{FF2B5EF4-FFF2-40B4-BE49-F238E27FC236}">
                <a16:creationId xmlns:a16="http://schemas.microsoft.com/office/drawing/2014/main" id="{66FD1EAF-601D-4770-B7A1-40324D510598}"/>
              </a:ext>
            </a:extLst>
          </p:cNvPr>
          <p:cNvSpPr/>
          <p:nvPr/>
        </p:nvSpPr>
        <p:spPr>
          <a:xfrm>
            <a:off x="5866080" y="4077072"/>
            <a:ext cx="2448272" cy="457905"/>
          </a:xfrm>
          <a:prstGeom prst="roundRect">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dirty="0"/>
          </a:p>
        </p:txBody>
      </p:sp>
      <p:sp>
        <p:nvSpPr>
          <p:cNvPr id="13" name="Pravokutnik: zaobljeni kutovi 12">
            <a:extLst>
              <a:ext uri="{FF2B5EF4-FFF2-40B4-BE49-F238E27FC236}">
                <a16:creationId xmlns:a16="http://schemas.microsoft.com/office/drawing/2014/main" id="{DE407A2B-5AF1-4967-8314-9F344CF3EFAF}"/>
              </a:ext>
            </a:extLst>
          </p:cNvPr>
          <p:cNvSpPr/>
          <p:nvPr/>
        </p:nvSpPr>
        <p:spPr>
          <a:xfrm>
            <a:off x="5853856" y="4615779"/>
            <a:ext cx="2448272" cy="431529"/>
          </a:xfrm>
          <a:prstGeom prst="round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sp>
        <p:nvSpPr>
          <p:cNvPr id="14" name="Pravokutnik: zaobljeni kutovi 13">
            <a:extLst>
              <a:ext uri="{FF2B5EF4-FFF2-40B4-BE49-F238E27FC236}">
                <a16:creationId xmlns:a16="http://schemas.microsoft.com/office/drawing/2014/main" id="{82C9D7BE-E324-434C-B12B-17C612436C2D}"/>
              </a:ext>
            </a:extLst>
          </p:cNvPr>
          <p:cNvSpPr/>
          <p:nvPr/>
        </p:nvSpPr>
        <p:spPr>
          <a:xfrm>
            <a:off x="5866080" y="5097640"/>
            <a:ext cx="2436048" cy="43152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hr-HR"/>
          </a:p>
        </p:txBody>
      </p:sp>
      <p:pic>
        <p:nvPicPr>
          <p:cNvPr id="16" name="Slika 15">
            <a:extLst>
              <a:ext uri="{FF2B5EF4-FFF2-40B4-BE49-F238E27FC236}">
                <a16:creationId xmlns:a16="http://schemas.microsoft.com/office/drawing/2014/main" id="{50C0B58B-6D1C-4219-A3D5-D22667D00688}"/>
              </a:ext>
            </a:extLst>
          </p:cNvPr>
          <p:cNvPicPr>
            <a:picLocks noChangeAspect="1"/>
          </p:cNvPicPr>
          <p:nvPr/>
        </p:nvPicPr>
        <p:blipFill rotWithShape="1">
          <a:blip r:embed="rId2"/>
          <a:srcRect t="6904" r="13757" b="49732"/>
          <a:stretch/>
        </p:blipFill>
        <p:spPr>
          <a:xfrm>
            <a:off x="5853856" y="5597326"/>
            <a:ext cx="2448272" cy="788824"/>
          </a:xfrm>
          <a:prstGeom prst="rect">
            <a:avLst/>
          </a:prstGeom>
        </p:spPr>
      </p:pic>
    </p:spTree>
    <p:extLst>
      <p:ext uri="{BB962C8B-B14F-4D97-AF65-F5344CB8AC3E}">
        <p14:creationId xmlns:p14="http://schemas.microsoft.com/office/powerpoint/2010/main" val="3920868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8" grpId="0" animBg="1"/>
      <p:bldP spid="9" grpId="0" animBg="1"/>
      <p:bldP spid="10" grpId="0" animBg="1"/>
      <p:bldP spid="11" grpId="0" animBg="1"/>
      <p:bldP spid="12" grpId="0" animBg="1"/>
      <p:bldP spid="13" grpId="0" animBg="1"/>
      <p:bldP spid="1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slov 4">
            <a:extLst>
              <a:ext uri="{FF2B5EF4-FFF2-40B4-BE49-F238E27FC236}">
                <a16:creationId xmlns:a16="http://schemas.microsoft.com/office/drawing/2014/main" id="{9072DF59-49D5-474C-9E28-9766909CF538}"/>
              </a:ext>
            </a:extLst>
          </p:cNvPr>
          <p:cNvSpPr>
            <a:spLocks noGrp="1"/>
          </p:cNvSpPr>
          <p:nvPr>
            <p:ph type="title"/>
          </p:nvPr>
        </p:nvSpPr>
        <p:spPr/>
        <p:txBody>
          <a:bodyPr>
            <a:normAutofit/>
          </a:bodyPr>
          <a:lstStyle/>
          <a:p>
            <a:pPr algn="ctr"/>
            <a:r>
              <a:rPr lang="hr-HR" sz="3600" b="1" dirty="0"/>
              <a:t>EXCERPTA A LIBRO VETERE</a:t>
            </a:r>
          </a:p>
        </p:txBody>
      </p:sp>
      <p:sp>
        <p:nvSpPr>
          <p:cNvPr id="6" name="Rezervirano mjesto sadržaja 5">
            <a:extLst>
              <a:ext uri="{FF2B5EF4-FFF2-40B4-BE49-F238E27FC236}">
                <a16:creationId xmlns:a16="http://schemas.microsoft.com/office/drawing/2014/main" id="{3639ACEB-22E6-4F88-AD26-D038708CD3DB}"/>
              </a:ext>
            </a:extLst>
          </p:cNvPr>
          <p:cNvSpPr>
            <a:spLocks noGrp="1"/>
          </p:cNvSpPr>
          <p:nvPr>
            <p:ph sz="quarter" idx="1"/>
          </p:nvPr>
        </p:nvSpPr>
        <p:spPr>
          <a:xfrm>
            <a:off x="457200" y="1219200"/>
            <a:ext cx="8435280" cy="5306144"/>
          </a:xfrm>
        </p:spPr>
        <p:txBody>
          <a:bodyPr>
            <a:normAutofit lnSpcReduction="10000"/>
          </a:bodyPr>
          <a:lstStyle/>
          <a:p>
            <a:pPr marL="514350" indent="-514350">
              <a:buFont typeface="+mj-lt"/>
              <a:buAutoNum type="arabicPeriod"/>
            </a:pPr>
            <a:r>
              <a:rPr lang="hr-HR" sz="2800" b="1" dirty="0"/>
              <a:t>Radices</a:t>
            </a:r>
            <a:r>
              <a:rPr lang="hr-HR" sz="2800" dirty="0"/>
              <a:t> </a:t>
            </a:r>
            <a:r>
              <a:rPr lang="hr-HR" sz="2800" dirty="0" err="1"/>
              <a:t>annuarum</a:t>
            </a:r>
            <a:r>
              <a:rPr lang="hr-HR" sz="2800" dirty="0"/>
              <a:t> </a:t>
            </a:r>
            <a:r>
              <a:rPr lang="hr-HR" sz="2800" b="1" dirty="0" err="1"/>
              <a:t>plantarum</a:t>
            </a:r>
            <a:r>
              <a:rPr lang="hr-HR" sz="2800" dirty="0"/>
              <a:t> </a:t>
            </a:r>
            <a:r>
              <a:rPr lang="hr-HR" sz="2800" dirty="0" err="1"/>
              <a:t>oportet</a:t>
            </a:r>
            <a:r>
              <a:rPr lang="hr-HR" sz="2800" dirty="0"/>
              <a:t> </a:t>
            </a:r>
            <a:r>
              <a:rPr lang="hr-HR" sz="2800" dirty="0" err="1"/>
              <a:t>colligere</a:t>
            </a:r>
            <a:r>
              <a:rPr lang="hr-HR" sz="2800" dirty="0"/>
              <a:t> </a:t>
            </a:r>
            <a:r>
              <a:rPr lang="hr-HR" sz="2800" dirty="0" err="1"/>
              <a:t>primo</a:t>
            </a:r>
            <a:r>
              <a:rPr lang="hr-HR" sz="2800" dirty="0"/>
              <a:t> </a:t>
            </a:r>
            <a:r>
              <a:rPr lang="hr-HR" sz="2800" dirty="0" err="1"/>
              <a:t>tempore</a:t>
            </a:r>
            <a:r>
              <a:rPr lang="hr-HR" sz="2800" dirty="0"/>
              <a:t> </a:t>
            </a:r>
            <a:r>
              <a:rPr lang="hr-HR" sz="2800" dirty="0" err="1"/>
              <a:t>efflorescentiae</a:t>
            </a:r>
            <a:r>
              <a:rPr lang="hr-HR" sz="2800" dirty="0"/>
              <a:t>, </a:t>
            </a:r>
            <a:r>
              <a:rPr lang="hr-HR" sz="2800" dirty="0" err="1"/>
              <a:t>sed</a:t>
            </a:r>
            <a:r>
              <a:rPr lang="hr-HR" sz="2800" dirty="0"/>
              <a:t> </a:t>
            </a:r>
            <a:r>
              <a:rPr lang="hr-HR" sz="2800" dirty="0" err="1"/>
              <a:t>biennes</a:t>
            </a:r>
            <a:r>
              <a:rPr lang="hr-HR" sz="2800" dirty="0"/>
              <a:t> </a:t>
            </a:r>
            <a:r>
              <a:rPr lang="hr-HR" sz="2800" dirty="0" err="1"/>
              <a:t>et</a:t>
            </a:r>
            <a:r>
              <a:rPr lang="hr-HR" sz="2800" dirty="0"/>
              <a:t> </a:t>
            </a:r>
            <a:r>
              <a:rPr lang="hr-HR" sz="2800" dirty="0" err="1"/>
              <a:t>perennes</a:t>
            </a:r>
            <a:r>
              <a:rPr lang="hr-HR" sz="2800" dirty="0"/>
              <a:t>, </a:t>
            </a:r>
            <a:r>
              <a:rPr lang="hr-HR" sz="2800" dirty="0" err="1"/>
              <a:t>altero</a:t>
            </a:r>
            <a:r>
              <a:rPr lang="hr-HR" sz="2800" dirty="0"/>
              <a:t> </a:t>
            </a:r>
            <a:r>
              <a:rPr lang="hr-HR" sz="2800" dirty="0" err="1"/>
              <a:t>anno</a:t>
            </a:r>
            <a:r>
              <a:rPr lang="hr-HR" sz="2800" dirty="0"/>
              <a:t>, </a:t>
            </a:r>
            <a:r>
              <a:rPr lang="hr-HR" sz="2800" dirty="0" err="1"/>
              <a:t>primo</a:t>
            </a:r>
            <a:r>
              <a:rPr lang="hr-HR" sz="2800" dirty="0"/>
              <a:t> </a:t>
            </a:r>
            <a:r>
              <a:rPr lang="hr-HR" sz="2800" b="1" dirty="0"/>
              <a:t>vere</a:t>
            </a:r>
            <a:r>
              <a:rPr lang="hr-HR" sz="2800" dirty="0"/>
              <a:t>, </a:t>
            </a:r>
            <a:r>
              <a:rPr lang="hr-HR" sz="2800" dirty="0" err="1"/>
              <a:t>rarius</a:t>
            </a:r>
            <a:r>
              <a:rPr lang="hr-HR" sz="2800" dirty="0"/>
              <a:t> </a:t>
            </a:r>
            <a:r>
              <a:rPr lang="hr-HR" sz="2800" b="1" dirty="0" err="1"/>
              <a:t>autumno</a:t>
            </a:r>
            <a:r>
              <a:rPr lang="hr-HR" sz="2800" dirty="0"/>
              <a:t>.</a:t>
            </a:r>
          </a:p>
          <a:p>
            <a:pPr marL="514350" indent="-514350">
              <a:buFont typeface="+mj-lt"/>
              <a:buAutoNum type="arabicPeriod"/>
            </a:pPr>
            <a:r>
              <a:rPr lang="hr-HR" sz="2800" dirty="0" err="1"/>
              <a:t>Stipites</a:t>
            </a:r>
            <a:r>
              <a:rPr lang="hr-HR" sz="2800" dirty="0"/>
              <a:t> (</a:t>
            </a:r>
            <a:r>
              <a:rPr lang="hr-HR" sz="2800" b="1" dirty="0" err="1"/>
              <a:t>ramuli</a:t>
            </a:r>
            <a:r>
              <a:rPr lang="hr-HR" sz="2800" b="1" dirty="0"/>
              <a:t> </a:t>
            </a:r>
            <a:r>
              <a:rPr lang="hr-HR" sz="2800" b="1" dirty="0" err="1"/>
              <a:t>arborum</a:t>
            </a:r>
            <a:r>
              <a:rPr lang="hr-HR" sz="2800" dirty="0"/>
              <a:t>) </a:t>
            </a:r>
            <a:r>
              <a:rPr lang="hr-HR" sz="2800" dirty="0" err="1"/>
              <a:t>colligunt</a:t>
            </a:r>
            <a:r>
              <a:rPr lang="hr-HR" sz="2800" dirty="0"/>
              <a:t> </a:t>
            </a:r>
            <a:r>
              <a:rPr lang="hr-HR" sz="2800" dirty="0" err="1"/>
              <a:t>tempore</a:t>
            </a:r>
            <a:r>
              <a:rPr lang="hr-HR" sz="2800" dirty="0"/>
              <a:t> </a:t>
            </a:r>
            <a:r>
              <a:rPr lang="hr-HR" sz="2800" dirty="0" err="1"/>
              <a:t>vernali</a:t>
            </a:r>
            <a:r>
              <a:rPr lang="hr-HR" sz="2800" dirty="0"/>
              <a:t>, dum </a:t>
            </a:r>
            <a:r>
              <a:rPr lang="hr-HR" sz="2800" dirty="0" err="1"/>
              <a:t>folia</a:t>
            </a:r>
            <a:r>
              <a:rPr lang="hr-HR" sz="2800" dirty="0"/>
              <a:t> </a:t>
            </a:r>
            <a:r>
              <a:rPr lang="hr-HR" sz="2800" dirty="0" err="1"/>
              <a:t>incipiunt</a:t>
            </a:r>
            <a:r>
              <a:rPr lang="hr-HR" sz="2800" dirty="0"/>
              <a:t> </a:t>
            </a:r>
            <a:r>
              <a:rPr lang="hr-HR" sz="2800" dirty="0" err="1"/>
              <a:t>erumpere</a:t>
            </a:r>
            <a:r>
              <a:rPr lang="hr-HR" sz="2800" dirty="0"/>
              <a:t>. </a:t>
            </a:r>
            <a:r>
              <a:rPr lang="hr-HR" sz="2400" i="1" dirty="0"/>
              <a:t>(</a:t>
            </a:r>
            <a:r>
              <a:rPr lang="hr-HR" sz="2400" i="1" dirty="0" err="1"/>
              <a:t>stipes</a:t>
            </a:r>
            <a:r>
              <a:rPr lang="hr-HR" sz="2400" i="1" dirty="0"/>
              <a:t>, -</a:t>
            </a:r>
            <a:r>
              <a:rPr lang="hr-HR" sz="2400" i="1" dirty="0" err="1"/>
              <a:t>itis</a:t>
            </a:r>
            <a:r>
              <a:rPr lang="hr-HR" sz="2400" i="1" dirty="0"/>
              <a:t>, m. = deblo, grana)</a:t>
            </a:r>
            <a:endParaRPr lang="hr-HR" sz="2800" i="1" dirty="0"/>
          </a:p>
          <a:p>
            <a:pPr marL="514350" indent="-514350">
              <a:buFont typeface="+mj-lt"/>
              <a:buAutoNum type="arabicPeriod"/>
            </a:pPr>
            <a:r>
              <a:rPr lang="hr-HR" sz="2800" b="1" dirty="0" err="1"/>
              <a:t>Gemmas</a:t>
            </a:r>
            <a:r>
              <a:rPr lang="hr-HR" sz="2800" dirty="0"/>
              <a:t> </a:t>
            </a:r>
            <a:r>
              <a:rPr lang="hr-HR" sz="2800" dirty="0" err="1"/>
              <a:t>primo</a:t>
            </a:r>
            <a:r>
              <a:rPr lang="hr-HR" sz="2800" dirty="0"/>
              <a:t> </a:t>
            </a:r>
            <a:r>
              <a:rPr lang="hr-HR" sz="2800" b="1" dirty="0"/>
              <a:t>vere</a:t>
            </a:r>
            <a:r>
              <a:rPr lang="hr-HR" sz="2800" dirty="0"/>
              <a:t> </a:t>
            </a:r>
            <a:r>
              <a:rPr lang="hr-HR" sz="2800" dirty="0" err="1"/>
              <a:t>oportet</a:t>
            </a:r>
            <a:r>
              <a:rPr lang="hr-HR" sz="2800" dirty="0"/>
              <a:t> </a:t>
            </a:r>
            <a:r>
              <a:rPr lang="hr-HR" sz="2800" dirty="0" err="1"/>
              <a:t>decerpere</a:t>
            </a:r>
            <a:r>
              <a:rPr lang="hr-HR" sz="2800" dirty="0"/>
              <a:t>. </a:t>
            </a:r>
          </a:p>
          <a:p>
            <a:pPr marL="514350" indent="-514350">
              <a:buFont typeface="+mj-lt"/>
              <a:buAutoNum type="arabicPeriod"/>
            </a:pPr>
            <a:r>
              <a:rPr lang="hr-HR" sz="2800" dirty="0" err="1"/>
              <a:t>Cortices</a:t>
            </a:r>
            <a:r>
              <a:rPr lang="hr-HR" sz="2800" dirty="0"/>
              <a:t> </a:t>
            </a:r>
            <a:r>
              <a:rPr lang="hr-HR" sz="2800" dirty="0" err="1"/>
              <a:t>tempore</a:t>
            </a:r>
            <a:r>
              <a:rPr lang="hr-HR" sz="2800" dirty="0"/>
              <a:t> </a:t>
            </a:r>
            <a:r>
              <a:rPr lang="hr-HR" sz="2800" dirty="0" err="1"/>
              <a:t>vernali</a:t>
            </a:r>
            <a:r>
              <a:rPr lang="hr-HR" sz="2800" dirty="0"/>
              <a:t> </a:t>
            </a:r>
            <a:r>
              <a:rPr lang="hr-HR" sz="2800" dirty="0" err="1"/>
              <a:t>desumunt</a:t>
            </a:r>
            <a:r>
              <a:rPr lang="hr-HR" sz="2800" dirty="0"/>
              <a:t> </a:t>
            </a:r>
            <a:r>
              <a:rPr lang="hr-HR" sz="2800" dirty="0" err="1"/>
              <a:t>facillime</a:t>
            </a:r>
            <a:r>
              <a:rPr lang="hr-HR" sz="2800" dirty="0"/>
              <a:t> a </a:t>
            </a:r>
            <a:r>
              <a:rPr lang="hr-HR" sz="2800" dirty="0" err="1"/>
              <a:t>ligno</a:t>
            </a:r>
            <a:r>
              <a:rPr lang="hr-HR" sz="2800" dirty="0"/>
              <a:t> </a:t>
            </a:r>
            <a:r>
              <a:rPr lang="hr-HR" sz="2800" dirty="0" err="1"/>
              <a:t>secedunt</a:t>
            </a:r>
            <a:r>
              <a:rPr lang="hr-HR" sz="2800" dirty="0"/>
              <a:t>, aut </a:t>
            </a:r>
            <a:r>
              <a:rPr lang="hr-HR" sz="2800" dirty="0" err="1"/>
              <a:t>hieme</a:t>
            </a:r>
            <a:r>
              <a:rPr lang="hr-HR" sz="2800" dirty="0"/>
              <a:t>. </a:t>
            </a:r>
            <a:r>
              <a:rPr lang="hr-HR" sz="2400" i="1" dirty="0"/>
              <a:t>(</a:t>
            </a:r>
            <a:r>
              <a:rPr lang="hr-HR" sz="2400" i="1" dirty="0" err="1"/>
              <a:t>cortex</a:t>
            </a:r>
            <a:r>
              <a:rPr lang="hr-HR" sz="2400" i="1" dirty="0"/>
              <a:t>, -</a:t>
            </a:r>
            <a:r>
              <a:rPr lang="hr-HR" sz="2400" i="1" dirty="0" err="1"/>
              <a:t>icis</a:t>
            </a:r>
            <a:r>
              <a:rPr lang="hr-HR" sz="2400" i="1" dirty="0"/>
              <a:t>, m. = kora)</a:t>
            </a:r>
          </a:p>
          <a:p>
            <a:pPr marL="514350" indent="-514350">
              <a:buFont typeface="+mj-lt"/>
              <a:buAutoNum type="arabicPeriod"/>
            </a:pPr>
            <a:r>
              <a:rPr lang="hr-HR" sz="2800" b="1" dirty="0" err="1"/>
              <a:t>Herbas</a:t>
            </a:r>
            <a:r>
              <a:rPr lang="hr-HR" sz="2800" dirty="0"/>
              <a:t> </a:t>
            </a:r>
            <a:r>
              <a:rPr lang="hr-HR" sz="2800" dirty="0" err="1"/>
              <a:t>colligunt</a:t>
            </a:r>
            <a:r>
              <a:rPr lang="hr-HR" sz="2800" dirty="0"/>
              <a:t>, dum </a:t>
            </a:r>
            <a:r>
              <a:rPr lang="hr-HR" sz="2800" dirty="0" err="1"/>
              <a:t>incipiunt</a:t>
            </a:r>
            <a:r>
              <a:rPr lang="hr-HR" sz="2800" dirty="0"/>
              <a:t> </a:t>
            </a:r>
            <a:r>
              <a:rPr lang="hr-HR" sz="2800" dirty="0" err="1"/>
              <a:t>florere</a:t>
            </a:r>
            <a:r>
              <a:rPr lang="hr-HR" sz="2800" dirty="0"/>
              <a:t>. </a:t>
            </a:r>
          </a:p>
          <a:p>
            <a:pPr marL="514350" indent="-514350">
              <a:buFont typeface="+mj-lt"/>
              <a:buAutoNum type="arabicPeriod"/>
            </a:pPr>
            <a:r>
              <a:rPr lang="hr-HR" sz="2800" b="1" dirty="0"/>
              <a:t>Radices</a:t>
            </a:r>
            <a:r>
              <a:rPr lang="hr-HR" sz="2800" dirty="0"/>
              <a:t> </a:t>
            </a:r>
            <a:r>
              <a:rPr lang="hr-HR" sz="2800" dirty="0" err="1"/>
              <a:t>et</a:t>
            </a:r>
            <a:r>
              <a:rPr lang="hr-HR" sz="2800" dirty="0"/>
              <a:t> </a:t>
            </a:r>
            <a:r>
              <a:rPr lang="hr-HR" sz="2800" b="1" dirty="0" err="1"/>
              <a:t>herbae</a:t>
            </a:r>
            <a:r>
              <a:rPr lang="hr-HR" sz="2800" dirty="0"/>
              <a:t>, </a:t>
            </a:r>
            <a:r>
              <a:rPr lang="hr-HR" sz="2800" dirty="0" err="1"/>
              <a:t>tempore</a:t>
            </a:r>
            <a:r>
              <a:rPr lang="hr-HR" sz="2800" dirty="0"/>
              <a:t> </a:t>
            </a:r>
            <a:r>
              <a:rPr lang="hr-HR" sz="2800" dirty="0" err="1"/>
              <a:t>sicco</a:t>
            </a:r>
            <a:r>
              <a:rPr lang="hr-HR" sz="2800" dirty="0"/>
              <a:t> </a:t>
            </a:r>
            <a:r>
              <a:rPr lang="hr-HR" sz="2800" b="1" dirty="0" err="1"/>
              <a:t>aestatis</a:t>
            </a:r>
            <a:r>
              <a:rPr lang="hr-HR" sz="2800" dirty="0"/>
              <a:t> </a:t>
            </a:r>
            <a:r>
              <a:rPr lang="hr-HR" sz="2800" dirty="0" err="1"/>
              <a:t>collectae</a:t>
            </a:r>
            <a:r>
              <a:rPr lang="hr-HR" sz="2800" dirty="0"/>
              <a:t>, </a:t>
            </a:r>
            <a:r>
              <a:rPr lang="hr-HR" sz="2800" dirty="0" err="1"/>
              <a:t>diutius</a:t>
            </a:r>
            <a:r>
              <a:rPr lang="hr-HR" sz="2800" dirty="0"/>
              <a:t> </a:t>
            </a:r>
            <a:r>
              <a:rPr lang="hr-HR" sz="2800" dirty="0" err="1"/>
              <a:t>incorruptae</a:t>
            </a:r>
            <a:r>
              <a:rPr lang="hr-HR" sz="2800" dirty="0"/>
              <a:t> </a:t>
            </a:r>
            <a:r>
              <a:rPr lang="hr-HR" sz="2800" dirty="0" err="1"/>
              <a:t>servantur</a:t>
            </a:r>
            <a:r>
              <a:rPr lang="hr-HR" sz="2800" dirty="0"/>
              <a:t>. </a:t>
            </a:r>
          </a:p>
        </p:txBody>
      </p:sp>
    </p:spTree>
    <p:extLst>
      <p:ext uri="{BB962C8B-B14F-4D97-AF65-F5344CB8AC3E}">
        <p14:creationId xmlns:p14="http://schemas.microsoft.com/office/powerpoint/2010/main" val="45811417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Naslov 4"/>
          <p:cNvSpPr>
            <a:spLocks noGrp="1"/>
          </p:cNvSpPr>
          <p:nvPr>
            <p:ph type="title"/>
          </p:nvPr>
        </p:nvSpPr>
        <p:spPr/>
        <p:txBody>
          <a:bodyPr/>
          <a:lstStyle/>
          <a:p>
            <a:pPr algn="ctr"/>
            <a:r>
              <a:rPr lang="hr-HR" dirty="0"/>
              <a:t>BILJKE</a:t>
            </a:r>
          </a:p>
        </p:txBody>
      </p:sp>
      <p:pic>
        <p:nvPicPr>
          <p:cNvPr id="7" name="Rezervirano mjesto sadržaja 6" descr="IMG_0401.png"/>
          <p:cNvPicPr>
            <a:picLocks noGrp="1" noChangeAspect="1"/>
          </p:cNvPicPr>
          <p:nvPr>
            <p:ph sz="quarter" idx="1"/>
          </p:nvPr>
        </p:nvPicPr>
        <p:blipFill>
          <a:blip r:embed="rId2" cstate="print"/>
          <a:stretch>
            <a:fillRect/>
          </a:stretch>
        </p:blipFill>
        <p:spPr>
          <a:xfrm>
            <a:off x="2284711" y="1143000"/>
            <a:ext cx="4574578" cy="5589240"/>
          </a:xfrm>
        </p:spPr>
      </p:pic>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aslov 1">
            <a:extLst>
              <a:ext uri="{FF2B5EF4-FFF2-40B4-BE49-F238E27FC236}">
                <a16:creationId xmlns:a16="http://schemas.microsoft.com/office/drawing/2014/main" id="{F166268D-1F93-447F-AD46-F3A36BC3E2AC}"/>
              </a:ext>
            </a:extLst>
          </p:cNvPr>
          <p:cNvSpPr>
            <a:spLocks noGrp="1"/>
          </p:cNvSpPr>
          <p:nvPr>
            <p:ph type="title"/>
          </p:nvPr>
        </p:nvSpPr>
        <p:spPr/>
        <p:txBody>
          <a:bodyPr/>
          <a:lstStyle/>
          <a:p>
            <a:pPr algn="ctr"/>
            <a:r>
              <a:rPr lang="hr-HR" dirty="0"/>
              <a:t>DOMAĆA ZADAĆA</a:t>
            </a:r>
          </a:p>
        </p:txBody>
      </p:sp>
      <p:sp>
        <p:nvSpPr>
          <p:cNvPr id="3" name="Rezervirano mjesto sadržaja 2">
            <a:extLst>
              <a:ext uri="{FF2B5EF4-FFF2-40B4-BE49-F238E27FC236}">
                <a16:creationId xmlns:a16="http://schemas.microsoft.com/office/drawing/2014/main" id="{EDC42672-E9CA-470C-BCC0-A7DFA7914A30}"/>
              </a:ext>
            </a:extLst>
          </p:cNvPr>
          <p:cNvSpPr>
            <a:spLocks noGrp="1"/>
          </p:cNvSpPr>
          <p:nvPr>
            <p:ph sz="quarter" idx="1"/>
          </p:nvPr>
        </p:nvSpPr>
        <p:spPr/>
        <p:txBody>
          <a:bodyPr/>
          <a:lstStyle/>
          <a:p>
            <a:endParaRPr lang="hr-HR" dirty="0"/>
          </a:p>
          <a:p>
            <a:r>
              <a:rPr lang="hr-HR" dirty="0"/>
              <a:t>Odabrati i napisati puni naziv (po sistematskim kategorijama) za dvije biljke – od kojih se JEDNA koristi u ljekovite svrhe te opisati koje/kako  </a:t>
            </a:r>
          </a:p>
        </p:txBody>
      </p:sp>
    </p:spTree>
    <p:extLst>
      <p:ext uri="{BB962C8B-B14F-4D97-AF65-F5344CB8AC3E}">
        <p14:creationId xmlns:p14="http://schemas.microsoft.com/office/powerpoint/2010/main" val="827672159"/>
      </p:ext>
    </p:extLst>
  </p:cSld>
  <p:clrMapOvr>
    <a:masterClrMapping/>
  </p:clrMapOvr>
</p:sld>
</file>

<file path=ppt/theme/_rels/theme3.xml.rels><?xml version="1.0" encoding="UTF-8" standalone="yes"?>
<Relationships xmlns="http://schemas.openxmlformats.org/package/2006/relationships"><Relationship Id="rId1" Type="http://schemas.openxmlformats.org/officeDocument/2006/relationships/image" Target="../media/image5.jpeg"/></Relationships>
</file>

<file path=ppt/theme/theme1.xml><?xml version="1.0" encoding="utf-8"?>
<a:theme xmlns:a="http://schemas.openxmlformats.org/drawingml/2006/main" name="1_Brushed metal and curves - Purple-Blue Segoe">
  <a:themeElements>
    <a:clrScheme name="Purple Template-Template">
      <a:dk1>
        <a:srgbClr val="000000"/>
      </a:dk1>
      <a:lt1>
        <a:srgbClr val="FFFFFF"/>
      </a:lt1>
      <a:dk2>
        <a:srgbClr val="663474"/>
      </a:dk2>
      <a:lt2>
        <a:srgbClr val="DBB7FF"/>
      </a:lt2>
      <a:accent1>
        <a:srgbClr val="FFC000"/>
      </a:accent1>
      <a:accent2>
        <a:srgbClr val="3497AE"/>
      </a:accent2>
      <a:accent3>
        <a:srgbClr val="DF8045"/>
      </a:accent3>
      <a:accent4>
        <a:srgbClr val="7DCC2E"/>
      </a:accent4>
      <a:accent5>
        <a:srgbClr val="FF9929"/>
      </a:accent5>
      <a:accent6>
        <a:srgbClr val="2681E6"/>
      </a:accent6>
      <a:hlink>
        <a:srgbClr val="F0ED7B"/>
      </a:hlink>
      <a:folHlink>
        <a:srgbClr val="F3EB4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300" dirty="0" smtClean="0">
            <a:solidFill>
              <a:srgbClr val="FFFFFF"/>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2.xml><?xml version="1.0" encoding="utf-8"?>
<a:theme xmlns:a="http://schemas.openxmlformats.org/drawingml/2006/main" name="White with Courier font for code slides">
  <a:themeElements>
    <a:clrScheme name="Blue Template-Template">
      <a:dk1>
        <a:srgbClr val="000000"/>
      </a:dk1>
      <a:lt1>
        <a:srgbClr val="FFFFFF"/>
      </a:lt1>
      <a:dk2>
        <a:srgbClr val="050595"/>
      </a:dk2>
      <a:lt2>
        <a:srgbClr val="FFFFFF"/>
      </a:lt2>
      <a:accent1>
        <a:srgbClr val="FFC000"/>
      </a:accent1>
      <a:accent2>
        <a:srgbClr val="3497AE"/>
      </a:accent2>
      <a:accent3>
        <a:srgbClr val="DF8045"/>
      </a:accent3>
      <a:accent4>
        <a:srgbClr val="7DCC2E"/>
      </a:accent4>
      <a:accent5>
        <a:srgbClr val="FF9929"/>
      </a:accent5>
      <a:accent6>
        <a:srgbClr val="7D3DA1"/>
      </a:accent6>
      <a:hlink>
        <a:srgbClr val="F3EB4F"/>
      </a:hlink>
      <a:folHlink>
        <a:srgbClr val="7DDDF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Concourse">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9525" cap="flat" cmpd="sng" algn="ctr">
          <a:solidFill>
            <a:schemeClr val="phClr"/>
          </a:solidFill>
          <a:prstDash val="solid"/>
        </a:ln>
        <a:ln w="55000" cap="flat" cmpd="thickThin" algn="ctr">
          <a:solidFill>
            <a:schemeClr val="phClr"/>
          </a:solidFill>
          <a:prstDash val="solid"/>
        </a:ln>
        <a:ln w="63500" cap="flat" cmpd="thickThin"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fov="0">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ln>
          <a:headEnd type="none" w="med" len="med"/>
          <a:tailEnd type="none" w="med" len="med"/>
        </a:ln>
      </a:spPr>
      <a:bodyPr vert="horz" wrap="square" lIns="109728" tIns="54864" rIns="109728" bIns="54864" numCol="1" rtlCol="0" anchor="ctr" anchorCtr="0" compatLnSpc="1">
        <a:prstTxWarp prst="textNoShape">
          <a:avLst/>
        </a:prstTxWarp>
      </a:bodyPr>
      <a:lstStyle>
        <a:defPPr marL="0" marR="0" indent="0" algn="ctr" defTabSz="1096963" rtl="0" eaLnBrk="1" fontAlgn="base" latinLnBrk="0" hangingPunct="1">
          <a:lnSpc>
            <a:spcPct val="100000"/>
          </a:lnSpc>
          <a:spcBef>
            <a:spcPct val="0"/>
          </a:spcBef>
          <a:spcAft>
            <a:spcPct val="0"/>
          </a:spcAft>
          <a:buClrTx/>
          <a:buSzTx/>
          <a:buFontTx/>
          <a:buNone/>
          <a:tabLst/>
          <a:defRPr kumimoji="0" sz="2800" b="0" i="0" u="none" strike="noStrike" cap="none" normalizeH="0" baseline="0" dirty="0" smtClean="0">
            <a:solidFill>
              <a:schemeClr val="tx1"/>
            </a:solidFill>
            <a:effectLst>
              <a:outerShdw blurRad="38100" dist="38100" dir="2700000" algn="tl">
                <a:srgbClr val="000000">
                  <a:alpha val="43137"/>
                </a:srgbClr>
              </a:outerShdw>
            </a:effectLst>
            <a:latin typeface="Segoe" pitchFamily="34" charset="0"/>
          </a:defRPr>
        </a:defPPr>
      </a:lstStyle>
      <a:style>
        <a:lnRef idx="0">
          <a:schemeClr val="accent2"/>
        </a:lnRef>
        <a:fillRef idx="3">
          <a:schemeClr val="accent2"/>
        </a:fillRef>
        <a:effectRef idx="3">
          <a:schemeClr val="accent2"/>
        </a:effectRef>
        <a:fontRef idx="minor">
          <a:schemeClr val="lt1"/>
        </a:fontRef>
      </a:style>
    </a:spDef>
  </a:objectDefaults>
  <a:extraClrSchemeLst/>
</a:theme>
</file>

<file path=ppt/theme/theme3.xml><?xml version="1.0" encoding="utf-8"?>
<a:theme xmlns:a="http://schemas.openxmlformats.org/drawingml/2006/main" name="Izvorni">
  <a:themeElements>
    <a:clrScheme name="Izvorni">
      <a:dk1>
        <a:sysClr val="windowText" lastClr="000000"/>
      </a:dk1>
      <a:lt1>
        <a:sysClr val="window" lastClr="FFFFFF"/>
      </a:lt1>
      <a:dk2>
        <a:srgbClr val="464653"/>
      </a:dk2>
      <a:lt2>
        <a:srgbClr val="DDE9EC"/>
      </a:lt2>
      <a:accent1>
        <a:srgbClr val="727CA3"/>
      </a:accent1>
      <a:accent2>
        <a:srgbClr val="9FB8CD"/>
      </a:accent2>
      <a:accent3>
        <a:srgbClr val="D2DA7A"/>
      </a:accent3>
      <a:accent4>
        <a:srgbClr val="FADA7A"/>
      </a:accent4>
      <a:accent5>
        <a:srgbClr val="B88472"/>
      </a:accent5>
      <a:accent6>
        <a:srgbClr val="8E736A"/>
      </a:accent6>
      <a:hlink>
        <a:srgbClr val="B292CA"/>
      </a:hlink>
      <a:folHlink>
        <a:srgbClr val="6B5680"/>
      </a:folHlink>
    </a:clrScheme>
    <a:fontScheme name="Izvorni">
      <a:majorFont>
        <a:latin typeface="Bookman Old Style"/>
        <a:ea typeface=""/>
        <a:cs typeface=""/>
        <a:font script="Grek" typeface="Cambria"/>
        <a:font script="Cyrl" typeface="Cambria"/>
        <a:font script="Jpan" typeface="HG明朝E"/>
        <a:font script="Hang" typeface="돋움"/>
        <a:font script="Hans" typeface="宋体"/>
        <a:font script="Hant" typeface="標楷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Gill Sans MT"/>
        <a:ea typeface=""/>
        <a:cs typeface=""/>
        <a:font script="Grek" typeface="Calibri"/>
        <a:font script="Cyrl" typeface="Calibri"/>
        <a:font script="Jpan" typeface="ＭＳ Ｐゴシック"/>
        <a:font script="Hang" typeface="맑은 고딕"/>
        <a:font script="Hans" typeface="华文新魏"/>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Izvorni">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item1.xml><?xml version="1.0" encoding="utf-8"?>
<?mso-contentType ?>
<FormTemplates xmlns="http://schemas.microsoft.com/sharepoint/v3/contenttype/forms">
  <Display>DocumentLibraryForm</Display>
  <Edit>AssetEditForm</Edit>
  <New>DocumentLibraryForm</New>
</FormTemplates>
</file>

<file path=customXml/itemProps1.xml><?xml version="1.0" encoding="utf-8"?>
<ds:datastoreItem xmlns:ds="http://schemas.openxmlformats.org/officeDocument/2006/customXml" ds:itemID="{3034FC5E-237A-4A5C-8BD8-ECE9DF7B40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1_Brushed metal and curves - Purple-Blue Segoe</Template>
  <TotalTime>348</TotalTime>
  <Words>655</Words>
  <Application>Microsoft Office PowerPoint</Application>
  <PresentationFormat>Prikaz na zaslonu (4:3)</PresentationFormat>
  <Paragraphs>70</Paragraphs>
  <Slides>14</Slides>
  <Notes>4</Notes>
  <HiddenSlides>0</HiddenSlides>
  <MMClips>0</MMClips>
  <ScaleCrop>false</ScaleCrop>
  <HeadingPairs>
    <vt:vector size="6" baseType="variant">
      <vt:variant>
        <vt:lpstr>Korišteni fontovi</vt:lpstr>
      </vt:variant>
      <vt:variant>
        <vt:i4>7</vt:i4>
      </vt:variant>
      <vt:variant>
        <vt:lpstr>Tema</vt:lpstr>
      </vt:variant>
      <vt:variant>
        <vt:i4>3</vt:i4>
      </vt:variant>
      <vt:variant>
        <vt:lpstr>Naslovi slajdova</vt:lpstr>
      </vt:variant>
      <vt:variant>
        <vt:i4>14</vt:i4>
      </vt:variant>
    </vt:vector>
  </HeadingPairs>
  <TitlesOfParts>
    <vt:vector size="24" baseType="lpstr">
      <vt:lpstr>Arial</vt:lpstr>
      <vt:lpstr>Bookman Old Style</vt:lpstr>
      <vt:lpstr>Calibri</vt:lpstr>
      <vt:lpstr>Courier New</vt:lpstr>
      <vt:lpstr>Gill Sans MT</vt:lpstr>
      <vt:lpstr>Wingdings</vt:lpstr>
      <vt:lpstr>Wingdings 3</vt:lpstr>
      <vt:lpstr>1_Brushed metal and curves - Purple-Blue Segoe</vt:lpstr>
      <vt:lpstr>White with Courier font for code slides</vt:lpstr>
      <vt:lpstr>Izvorni</vt:lpstr>
      <vt:lpstr>PowerPoint prezentacija</vt:lpstr>
      <vt:lpstr>SISTEMATIKA?</vt:lpstr>
      <vt:lpstr>PowerPoint prezentacija</vt:lpstr>
      <vt:lpstr>PowerPoint prezentacija</vt:lpstr>
      <vt:lpstr>NOMEN BOTANICUM C. Linnaeus</vt:lpstr>
      <vt:lpstr>PowerPoint prezentacija</vt:lpstr>
      <vt:lpstr>PowerPoint prezentacija</vt:lpstr>
      <vt:lpstr>PowerPoint prezentacija</vt:lpstr>
      <vt:lpstr>PowerPoint prezentacija</vt:lpstr>
      <vt:lpstr>BOTANIKA</vt:lpstr>
      <vt:lpstr>BOJE</vt:lpstr>
      <vt:lpstr>EXCERPTA A LIBRO VETERE</vt:lpstr>
      <vt:lpstr>BILJKE</vt:lpstr>
      <vt:lpstr>DOMAĆA ZADAĆA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SISTEMATIKA</dc:title>
  <dc:creator>Gordana</dc:creator>
  <cp:lastModifiedBy>Ana Kadović</cp:lastModifiedBy>
  <cp:revision>30</cp:revision>
  <dcterms:created xsi:type="dcterms:W3CDTF">2013-03-02T10:32:50Z</dcterms:created>
  <dcterms:modified xsi:type="dcterms:W3CDTF">2022-05-30T12:43:12Z</dcterms:modified>
  <cp:vers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TemplateID">
    <vt:lpwstr>TC102867269990</vt:lpwstr>
  </property>
</Properties>
</file>