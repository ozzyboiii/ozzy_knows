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6858000" cx="9144000"/>
  <p:notesSz cx="6858000" cy="9144000"/>
  <p:embeddedFontLst>
    <p:embeddedFont>
      <p:font typeface="Century Gothic"/>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0" roundtripDataSignature="AMtx7mgrXKKW8ZNEd5CzaSiiZtUXP7P/6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CenturyGothic-bold.fntdata"/><Relationship Id="rId14" Type="http://schemas.openxmlformats.org/officeDocument/2006/relationships/slide" Target="slides/slide9.xml"/><Relationship Id="rId36" Type="http://schemas.openxmlformats.org/officeDocument/2006/relationships/font" Target="fonts/CenturyGothic-regular.fntdata"/><Relationship Id="rId17" Type="http://schemas.openxmlformats.org/officeDocument/2006/relationships/slide" Target="slides/slide12.xml"/><Relationship Id="rId39" Type="http://schemas.openxmlformats.org/officeDocument/2006/relationships/font" Target="fonts/CenturyGothic-boldItalic.fntdata"/><Relationship Id="rId16" Type="http://schemas.openxmlformats.org/officeDocument/2006/relationships/slide" Target="slides/slide11.xml"/><Relationship Id="rId38" Type="http://schemas.openxmlformats.org/officeDocument/2006/relationships/font" Target="fonts/CenturyGothic-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hr-H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hr-H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 name="Google Shape;298;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 name="Shape 16"/>
        <p:cNvGrpSpPr/>
        <p:nvPr/>
      </p:nvGrpSpPr>
      <p:grpSpPr>
        <a:xfrm>
          <a:off x="0" y="0"/>
          <a:ext cx="0" cy="0"/>
          <a:chOff x="0" y="0"/>
          <a:chExt cx="0" cy="0"/>
        </a:xfrm>
      </p:grpSpPr>
      <p:sp>
        <p:nvSpPr>
          <p:cNvPr id="17" name="Google Shape;17;p32"/>
          <p:cNvSpPr txBox="1"/>
          <p:nvPr>
            <p:ph type="title"/>
          </p:nvPr>
        </p:nvSpPr>
        <p:spPr>
          <a:xfrm>
            <a:off x="731520" y="642594"/>
            <a:ext cx="768096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2"/>
          <p:cNvSpPr txBox="1"/>
          <p:nvPr>
            <p:ph idx="1" type="body"/>
          </p:nvPr>
        </p:nvSpPr>
        <p:spPr>
          <a:xfrm>
            <a:off x="731520" y="2103120"/>
            <a:ext cx="7680960" cy="393192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a:lvl1pPr>
            <a:lvl2pPr indent="-342900" lvl="1" marL="914400" algn="l">
              <a:lnSpc>
                <a:spcPct val="100000"/>
              </a:lnSpc>
              <a:spcBef>
                <a:spcPts val="500"/>
              </a:spcBef>
              <a:spcAft>
                <a:spcPts val="0"/>
              </a:spcAft>
              <a:buSzPts val="1800"/>
              <a:buChar char="◦"/>
              <a:defRPr/>
            </a:lvl2pPr>
            <a:lvl3pPr indent="-342900" lvl="2" marL="1371600" algn="l">
              <a:lnSpc>
                <a:spcPct val="100000"/>
              </a:lnSpc>
              <a:spcBef>
                <a:spcPts val="500"/>
              </a:spcBef>
              <a:spcAft>
                <a:spcPts val="0"/>
              </a:spcAft>
              <a:buSzPts val="1800"/>
              <a:buChar char="◦"/>
              <a:defRPr/>
            </a:lvl3pPr>
            <a:lvl4pPr indent="-342900" lvl="3" marL="1828800" algn="l">
              <a:lnSpc>
                <a:spcPct val="100000"/>
              </a:lnSpc>
              <a:spcBef>
                <a:spcPts val="500"/>
              </a:spcBef>
              <a:spcAft>
                <a:spcPts val="0"/>
              </a:spcAft>
              <a:buSzPts val="1800"/>
              <a:buChar char="◦"/>
              <a:defRPr/>
            </a:lvl4pPr>
            <a:lvl5pPr indent="-342900" lvl="4" marL="2286000" algn="l">
              <a:lnSpc>
                <a:spcPct val="100000"/>
              </a:lnSpc>
              <a:spcBef>
                <a:spcPts val="500"/>
              </a:spcBef>
              <a:spcAft>
                <a:spcPts val="0"/>
              </a:spcAft>
              <a:buSzPts val="1800"/>
              <a:buChar char="◦"/>
              <a:defRPr/>
            </a:lvl5pPr>
            <a:lvl6pPr indent="-342900" lvl="5" marL="2743200" algn="l">
              <a:lnSpc>
                <a:spcPct val="100000"/>
              </a:lnSpc>
              <a:spcBef>
                <a:spcPts val="5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19" name="Google Shape;19;p32"/>
          <p:cNvSpPr txBox="1"/>
          <p:nvPr>
            <p:ph idx="10" type="dt"/>
          </p:nvPr>
        </p:nvSpPr>
        <p:spPr>
          <a:xfrm>
            <a:off x="234768" y="6309360"/>
            <a:ext cx="2057400" cy="2743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2"/>
          <p:cNvSpPr txBox="1"/>
          <p:nvPr>
            <p:ph idx="11" type="ftr"/>
          </p:nvPr>
        </p:nvSpPr>
        <p:spPr>
          <a:xfrm>
            <a:off x="2596896" y="6309360"/>
            <a:ext cx="3950208" cy="27432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2"/>
          <p:cNvSpPr txBox="1"/>
          <p:nvPr>
            <p:ph idx="12" type="sldNum"/>
          </p:nvPr>
        </p:nvSpPr>
        <p:spPr>
          <a:xfrm>
            <a:off x="7823382" y="6309360"/>
            <a:ext cx="1097280" cy="2743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hr-H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gradFill>
          <a:gsLst>
            <a:gs pos="0">
              <a:srgbClr val="E1DBC9"/>
            </a:gs>
            <a:gs pos="77000">
              <a:srgbClr val="C8C1B0"/>
            </a:gs>
            <a:gs pos="100000">
              <a:srgbClr val="C0BAAA"/>
            </a:gs>
          </a:gsLst>
          <a:lin ang="5400000" scaled="0"/>
        </a:gradFill>
      </p:bgPr>
    </p:bg>
    <p:spTree>
      <p:nvGrpSpPr>
        <p:cNvPr id="22" name="Shape 22"/>
        <p:cNvGrpSpPr/>
        <p:nvPr/>
      </p:nvGrpSpPr>
      <p:grpSpPr>
        <a:xfrm>
          <a:off x="0" y="0"/>
          <a:ext cx="0" cy="0"/>
          <a:chOff x="0" y="0"/>
          <a:chExt cx="0" cy="0"/>
        </a:xfrm>
      </p:grpSpPr>
      <p:sp>
        <p:nvSpPr>
          <p:cNvPr id="23" name="Google Shape;23;p33"/>
          <p:cNvSpPr/>
          <p:nvPr/>
        </p:nvSpPr>
        <p:spPr>
          <a:xfrm>
            <a:off x="0" y="0"/>
            <a:ext cx="9144000" cy="6858000"/>
          </a:xfrm>
          <a:prstGeom prst="rect">
            <a:avLst/>
          </a:prstGeom>
          <a:blipFill rotWithShape="1">
            <a:blip r:embed="rId2">
              <a:alphaModFix amt="45000"/>
            </a:blip>
            <a:tile algn="tl" flip="none" tx="-44450" sx="85000" ty="38100" sy="85000"/>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3"/>
          <p:cNvSpPr/>
          <p:nvPr/>
        </p:nvSpPr>
        <p:spPr>
          <a:xfrm>
            <a:off x="980902" y="1275025"/>
            <a:ext cx="7182197" cy="4307950"/>
          </a:xfrm>
          <a:prstGeom prst="rect">
            <a:avLst/>
          </a:prstGeom>
          <a:solidFill>
            <a:schemeClr val="lt1"/>
          </a:solidFill>
          <a:ln>
            <a:noFill/>
          </a:ln>
          <a:effectLst>
            <a:outerShdw blurRad="50800" rotWithShape="0" algn="ctr">
              <a:srgbClr val="000000">
                <a:alpha val="6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3"/>
          <p:cNvSpPr/>
          <p:nvPr/>
        </p:nvSpPr>
        <p:spPr>
          <a:xfrm>
            <a:off x="1088136" y="1385316"/>
            <a:ext cx="6967728" cy="4087368"/>
          </a:xfrm>
          <a:prstGeom prst="rect">
            <a:avLst/>
          </a:prstGeom>
          <a:noFill/>
          <a:ln cap="sq" cmpd="sng" w="9525">
            <a:solidFill>
              <a:srgbClr val="3F3F3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3"/>
          <p:cNvSpPr/>
          <p:nvPr/>
        </p:nvSpPr>
        <p:spPr>
          <a:xfrm>
            <a:off x="3794760" y="1267730"/>
            <a:ext cx="1554480" cy="64008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 name="Google Shape;27;p33"/>
          <p:cNvGrpSpPr/>
          <p:nvPr/>
        </p:nvGrpSpPr>
        <p:grpSpPr>
          <a:xfrm>
            <a:off x="3886200" y="1267731"/>
            <a:ext cx="1371600" cy="548640"/>
            <a:chOff x="5318306" y="1386268"/>
            <a:chExt cx="1567331" cy="645295"/>
          </a:xfrm>
        </p:grpSpPr>
        <p:cxnSp>
          <p:nvCxnSpPr>
            <p:cNvPr id="28" name="Google Shape;28;p33"/>
            <p:cNvCxnSpPr/>
            <p:nvPr/>
          </p:nvCxnSpPr>
          <p:spPr>
            <a:xfrm>
              <a:off x="5318306" y="1386268"/>
              <a:ext cx="0" cy="640080"/>
            </a:xfrm>
            <a:prstGeom prst="straightConnector1">
              <a:avLst/>
            </a:prstGeom>
            <a:solidFill>
              <a:srgbClr val="262626"/>
            </a:solidFill>
            <a:ln cap="flat" cmpd="sng" w="9525">
              <a:solidFill>
                <a:schemeClr val="dk1"/>
              </a:solidFill>
              <a:prstDash val="solid"/>
              <a:miter lim="800000"/>
              <a:headEnd len="sm" w="sm" type="none"/>
              <a:tailEnd len="sm" w="sm" type="none"/>
            </a:ln>
          </p:spPr>
        </p:cxnSp>
        <p:cxnSp>
          <p:nvCxnSpPr>
            <p:cNvPr id="29" name="Google Shape;29;p33"/>
            <p:cNvCxnSpPr/>
            <p:nvPr/>
          </p:nvCxnSpPr>
          <p:spPr>
            <a:xfrm>
              <a:off x="6885637" y="1386268"/>
              <a:ext cx="0" cy="640080"/>
            </a:xfrm>
            <a:prstGeom prst="straightConnector1">
              <a:avLst/>
            </a:prstGeom>
            <a:solidFill>
              <a:srgbClr val="262626"/>
            </a:solidFill>
            <a:ln cap="flat" cmpd="sng" w="9525">
              <a:solidFill>
                <a:schemeClr val="dk1"/>
              </a:solidFill>
              <a:prstDash val="solid"/>
              <a:miter lim="800000"/>
              <a:headEnd len="sm" w="sm" type="none"/>
              <a:tailEnd len="sm" w="sm" type="none"/>
            </a:ln>
          </p:spPr>
        </p:cxnSp>
        <p:cxnSp>
          <p:nvCxnSpPr>
            <p:cNvPr id="30" name="Google Shape;30;p33"/>
            <p:cNvCxnSpPr/>
            <p:nvPr/>
          </p:nvCxnSpPr>
          <p:spPr>
            <a:xfrm>
              <a:off x="5318306" y="2031563"/>
              <a:ext cx="1567331" cy="0"/>
            </a:xfrm>
            <a:prstGeom prst="straightConnector1">
              <a:avLst/>
            </a:prstGeom>
            <a:solidFill>
              <a:srgbClr val="262626"/>
            </a:solidFill>
            <a:ln cap="flat" cmpd="sng" w="9525">
              <a:solidFill>
                <a:schemeClr val="dk1"/>
              </a:solidFill>
              <a:prstDash val="solid"/>
              <a:miter lim="800000"/>
              <a:headEnd len="sm" w="sm" type="none"/>
              <a:tailEnd len="sm" w="sm" type="none"/>
            </a:ln>
          </p:spPr>
        </p:cxnSp>
      </p:grpSp>
      <p:sp>
        <p:nvSpPr>
          <p:cNvPr id="31" name="Google Shape;31;p33"/>
          <p:cNvSpPr txBox="1"/>
          <p:nvPr>
            <p:ph type="ctrTitle"/>
          </p:nvPr>
        </p:nvSpPr>
        <p:spPr>
          <a:xfrm>
            <a:off x="1171281" y="2091263"/>
            <a:ext cx="6801440" cy="2590800"/>
          </a:xfrm>
          <a:prstGeom prst="rect">
            <a:avLst/>
          </a:prstGeom>
          <a:noFill/>
          <a:ln>
            <a:noFill/>
          </a:ln>
        </p:spPr>
        <p:txBody>
          <a:bodyPr anchorCtr="0" anchor="ctr" bIns="45700" lIns="91425" spcFirstLastPara="1" rIns="91425" wrap="square" tIns="45700">
            <a:noAutofit/>
          </a:bodyPr>
          <a:lstStyle>
            <a:lvl1pPr lvl="0" algn="ctr">
              <a:lnSpc>
                <a:spcPct val="83000"/>
              </a:lnSpc>
              <a:spcBef>
                <a:spcPts val="0"/>
              </a:spcBef>
              <a:spcAft>
                <a:spcPts val="0"/>
              </a:spcAft>
              <a:buClr>
                <a:srgbClr val="262626"/>
              </a:buClr>
              <a:buSzPts val="6200"/>
              <a:buFont typeface="Century Gothic"/>
              <a:buNone/>
              <a:defRPr b="0" sz="6200" cap="none">
                <a:solidFill>
                  <a:srgbClr val="262626"/>
                </a:solidFill>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33"/>
          <p:cNvSpPr txBox="1"/>
          <p:nvPr>
            <p:ph idx="1" type="subTitle"/>
          </p:nvPr>
        </p:nvSpPr>
        <p:spPr>
          <a:xfrm>
            <a:off x="1171575" y="4682062"/>
            <a:ext cx="6803136" cy="50292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500"/>
              </a:spcBef>
              <a:spcAft>
                <a:spcPts val="0"/>
              </a:spcAft>
              <a:buSzPts val="1400"/>
              <a:buNone/>
              <a:defRPr sz="1400"/>
            </a:lvl2pPr>
            <a:lvl3pPr lvl="2" algn="ctr">
              <a:lnSpc>
                <a:spcPct val="100000"/>
              </a:lnSpc>
              <a:spcBef>
                <a:spcPts val="500"/>
              </a:spcBef>
              <a:spcAft>
                <a:spcPts val="0"/>
              </a:spcAft>
              <a:buSzPts val="1400"/>
              <a:buNone/>
              <a:defRPr sz="1400"/>
            </a:lvl3pPr>
            <a:lvl4pPr lvl="3" algn="ctr">
              <a:lnSpc>
                <a:spcPct val="100000"/>
              </a:lnSpc>
              <a:spcBef>
                <a:spcPts val="500"/>
              </a:spcBef>
              <a:spcAft>
                <a:spcPts val="0"/>
              </a:spcAft>
              <a:buSzPts val="1400"/>
              <a:buNone/>
              <a:defRPr sz="1400"/>
            </a:lvl4pPr>
            <a:lvl5pPr lvl="4" algn="ctr">
              <a:lnSpc>
                <a:spcPct val="100000"/>
              </a:lnSpc>
              <a:spcBef>
                <a:spcPts val="500"/>
              </a:spcBef>
              <a:spcAft>
                <a:spcPts val="0"/>
              </a:spcAft>
              <a:buSzPts val="1400"/>
              <a:buNone/>
              <a:defRPr sz="1400"/>
            </a:lvl5pPr>
            <a:lvl6pPr lvl="5" algn="ctr">
              <a:lnSpc>
                <a:spcPct val="100000"/>
              </a:lnSpc>
              <a:spcBef>
                <a:spcPts val="500"/>
              </a:spcBef>
              <a:spcAft>
                <a:spcPts val="0"/>
              </a:spcAft>
              <a:buSzPts val="1400"/>
              <a:buNone/>
              <a:defRPr sz="1400"/>
            </a:lvl6pPr>
            <a:lvl7pPr lvl="6" algn="ctr">
              <a:lnSpc>
                <a:spcPct val="100000"/>
              </a:lnSpc>
              <a:spcBef>
                <a:spcPts val="500"/>
              </a:spcBef>
              <a:spcAft>
                <a:spcPts val="0"/>
              </a:spcAft>
              <a:buSzPts val="1400"/>
              <a:buNone/>
              <a:defRPr sz="1400"/>
            </a:lvl7pPr>
            <a:lvl8pPr lvl="7" algn="ctr">
              <a:lnSpc>
                <a:spcPct val="100000"/>
              </a:lnSpc>
              <a:spcBef>
                <a:spcPts val="500"/>
              </a:spcBef>
              <a:spcAft>
                <a:spcPts val="0"/>
              </a:spcAft>
              <a:buSzPts val="1400"/>
              <a:buNone/>
              <a:defRPr sz="1400"/>
            </a:lvl8pPr>
            <a:lvl9pPr lvl="8" algn="ctr">
              <a:lnSpc>
                <a:spcPct val="100000"/>
              </a:lnSpc>
              <a:spcBef>
                <a:spcPts val="500"/>
              </a:spcBef>
              <a:spcAft>
                <a:spcPts val="0"/>
              </a:spcAft>
              <a:buSzPts val="1400"/>
              <a:buNone/>
              <a:defRPr sz="1400"/>
            </a:lvl9pPr>
          </a:lstStyle>
          <a:p/>
        </p:txBody>
      </p:sp>
      <p:sp>
        <p:nvSpPr>
          <p:cNvPr id="33" name="Google Shape;33;p33"/>
          <p:cNvSpPr txBox="1"/>
          <p:nvPr>
            <p:ph idx="10" type="dt"/>
          </p:nvPr>
        </p:nvSpPr>
        <p:spPr>
          <a:xfrm>
            <a:off x="3931920" y="1327188"/>
            <a:ext cx="128016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1100">
                <a:solidFill>
                  <a:schemeClr val="dk1"/>
                </a:solidFill>
                <a:latin typeface="Century Gothic"/>
                <a:ea typeface="Century Gothic"/>
                <a:cs typeface="Century Gothic"/>
                <a:sym typeface="Century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3"/>
          <p:cNvSpPr txBox="1"/>
          <p:nvPr>
            <p:ph idx="11" type="ftr"/>
          </p:nvPr>
        </p:nvSpPr>
        <p:spPr>
          <a:xfrm>
            <a:off x="1104936" y="5211060"/>
            <a:ext cx="4429125" cy="2286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900">
                <a:solidFill>
                  <a:srgbClr val="3F3F3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3"/>
          <p:cNvSpPr txBox="1"/>
          <p:nvPr>
            <p:ph idx="12" type="sldNum"/>
          </p:nvPr>
        </p:nvSpPr>
        <p:spPr>
          <a:xfrm>
            <a:off x="6455190" y="5212080"/>
            <a:ext cx="1583911" cy="2286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900" u="none" cap="none" strike="noStrike">
                <a:solidFill>
                  <a:srgbClr val="3F3F3F"/>
                </a:solidFill>
                <a:latin typeface="Century Gothic"/>
                <a:ea typeface="Century Gothic"/>
                <a:cs typeface="Century Gothic"/>
                <a:sym typeface="Century Gothic"/>
              </a:defRPr>
            </a:lvl1pPr>
            <a:lvl2pPr indent="0" lvl="1" marL="0" algn="r">
              <a:spcBef>
                <a:spcPts val="0"/>
              </a:spcBef>
              <a:buNone/>
              <a:defRPr b="0" i="0" sz="900" u="none" cap="none" strike="noStrike">
                <a:solidFill>
                  <a:srgbClr val="3F3F3F"/>
                </a:solidFill>
                <a:latin typeface="Century Gothic"/>
                <a:ea typeface="Century Gothic"/>
                <a:cs typeface="Century Gothic"/>
                <a:sym typeface="Century Gothic"/>
              </a:defRPr>
            </a:lvl2pPr>
            <a:lvl3pPr indent="0" lvl="2" marL="0" algn="r">
              <a:spcBef>
                <a:spcPts val="0"/>
              </a:spcBef>
              <a:buNone/>
              <a:defRPr b="0" i="0" sz="900" u="none" cap="none" strike="noStrike">
                <a:solidFill>
                  <a:srgbClr val="3F3F3F"/>
                </a:solidFill>
                <a:latin typeface="Century Gothic"/>
                <a:ea typeface="Century Gothic"/>
                <a:cs typeface="Century Gothic"/>
                <a:sym typeface="Century Gothic"/>
              </a:defRPr>
            </a:lvl3pPr>
            <a:lvl4pPr indent="0" lvl="3" marL="0" algn="r">
              <a:spcBef>
                <a:spcPts val="0"/>
              </a:spcBef>
              <a:buNone/>
              <a:defRPr b="0" i="0" sz="900" u="none" cap="none" strike="noStrike">
                <a:solidFill>
                  <a:srgbClr val="3F3F3F"/>
                </a:solidFill>
                <a:latin typeface="Century Gothic"/>
                <a:ea typeface="Century Gothic"/>
                <a:cs typeface="Century Gothic"/>
                <a:sym typeface="Century Gothic"/>
              </a:defRPr>
            </a:lvl4pPr>
            <a:lvl5pPr indent="0" lvl="4" marL="0" algn="r">
              <a:spcBef>
                <a:spcPts val="0"/>
              </a:spcBef>
              <a:buNone/>
              <a:defRPr b="0" i="0" sz="900" u="none" cap="none" strike="noStrike">
                <a:solidFill>
                  <a:srgbClr val="3F3F3F"/>
                </a:solidFill>
                <a:latin typeface="Century Gothic"/>
                <a:ea typeface="Century Gothic"/>
                <a:cs typeface="Century Gothic"/>
                <a:sym typeface="Century Gothic"/>
              </a:defRPr>
            </a:lvl5pPr>
            <a:lvl6pPr indent="0" lvl="5" marL="0" algn="r">
              <a:spcBef>
                <a:spcPts val="0"/>
              </a:spcBef>
              <a:buNone/>
              <a:defRPr b="0" i="0" sz="900" u="none" cap="none" strike="noStrike">
                <a:solidFill>
                  <a:srgbClr val="3F3F3F"/>
                </a:solidFill>
                <a:latin typeface="Century Gothic"/>
                <a:ea typeface="Century Gothic"/>
                <a:cs typeface="Century Gothic"/>
                <a:sym typeface="Century Gothic"/>
              </a:defRPr>
            </a:lvl6pPr>
            <a:lvl7pPr indent="0" lvl="6" marL="0" algn="r">
              <a:spcBef>
                <a:spcPts val="0"/>
              </a:spcBef>
              <a:buNone/>
              <a:defRPr b="0" i="0" sz="900" u="none" cap="none" strike="noStrike">
                <a:solidFill>
                  <a:srgbClr val="3F3F3F"/>
                </a:solidFill>
                <a:latin typeface="Century Gothic"/>
                <a:ea typeface="Century Gothic"/>
                <a:cs typeface="Century Gothic"/>
                <a:sym typeface="Century Gothic"/>
              </a:defRPr>
            </a:lvl7pPr>
            <a:lvl8pPr indent="0" lvl="7" marL="0" algn="r">
              <a:spcBef>
                <a:spcPts val="0"/>
              </a:spcBef>
              <a:buNone/>
              <a:defRPr b="0" i="0" sz="900" u="none" cap="none" strike="noStrike">
                <a:solidFill>
                  <a:srgbClr val="3F3F3F"/>
                </a:solidFill>
                <a:latin typeface="Century Gothic"/>
                <a:ea typeface="Century Gothic"/>
                <a:cs typeface="Century Gothic"/>
                <a:sym typeface="Century Gothic"/>
              </a:defRPr>
            </a:lvl8pPr>
            <a:lvl9pPr indent="0" lvl="8" marL="0" algn="r">
              <a:spcBef>
                <a:spcPts val="0"/>
              </a:spcBef>
              <a:buNone/>
              <a:defRPr b="0" i="0" sz="900" u="none" cap="none" strike="noStrike">
                <a:solidFill>
                  <a:srgbClr val="3F3F3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hr-H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6" name="Shape 36"/>
        <p:cNvGrpSpPr/>
        <p:nvPr/>
      </p:nvGrpSpPr>
      <p:grpSpPr>
        <a:xfrm>
          <a:off x="0" y="0"/>
          <a:ext cx="0" cy="0"/>
          <a:chOff x="0" y="0"/>
          <a:chExt cx="0" cy="0"/>
        </a:xfrm>
      </p:grpSpPr>
      <p:sp>
        <p:nvSpPr>
          <p:cNvPr id="37" name="Google Shape;37;p34"/>
          <p:cNvSpPr txBox="1"/>
          <p:nvPr>
            <p:ph idx="10" type="dt"/>
          </p:nvPr>
        </p:nvSpPr>
        <p:spPr>
          <a:xfrm>
            <a:off x="234768" y="6309360"/>
            <a:ext cx="2057400" cy="2743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4"/>
          <p:cNvSpPr txBox="1"/>
          <p:nvPr>
            <p:ph idx="11" type="ftr"/>
          </p:nvPr>
        </p:nvSpPr>
        <p:spPr>
          <a:xfrm>
            <a:off x="2596896" y="6309360"/>
            <a:ext cx="3950208" cy="27432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4"/>
          <p:cNvSpPr txBox="1"/>
          <p:nvPr>
            <p:ph idx="12" type="sldNum"/>
          </p:nvPr>
        </p:nvSpPr>
        <p:spPr>
          <a:xfrm>
            <a:off x="7823382" y="6309360"/>
            <a:ext cx="1097280" cy="2743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hr-H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5"/>
          <p:cNvSpPr txBox="1"/>
          <p:nvPr>
            <p:ph type="title"/>
          </p:nvPr>
        </p:nvSpPr>
        <p:spPr>
          <a:xfrm>
            <a:off x="731520" y="642594"/>
            <a:ext cx="768096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5"/>
          <p:cNvSpPr txBox="1"/>
          <p:nvPr>
            <p:ph idx="1" type="body"/>
          </p:nvPr>
        </p:nvSpPr>
        <p:spPr>
          <a:xfrm>
            <a:off x="731520" y="2074334"/>
            <a:ext cx="3657600" cy="64008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0"/>
              </a:spcBef>
              <a:spcAft>
                <a:spcPts val="0"/>
              </a:spcAft>
              <a:buSzPts val="1900"/>
              <a:buNone/>
              <a:defRPr b="0" sz="1900">
                <a:solidFill>
                  <a:schemeClr val="dk2"/>
                </a:solidFill>
                <a:latin typeface="Century Gothic"/>
                <a:ea typeface="Century Gothic"/>
                <a:cs typeface="Century Gothic"/>
                <a:sym typeface="Century Gothic"/>
              </a:defRPr>
            </a:lvl1pPr>
            <a:lvl2pPr indent="-228600" lvl="1" marL="914400" algn="l">
              <a:lnSpc>
                <a:spcPct val="100000"/>
              </a:lnSpc>
              <a:spcBef>
                <a:spcPts val="500"/>
              </a:spcBef>
              <a:spcAft>
                <a:spcPts val="0"/>
              </a:spcAft>
              <a:buSzPts val="1900"/>
              <a:buNone/>
              <a:defRPr b="1" sz="1900"/>
            </a:lvl2pPr>
            <a:lvl3pPr indent="-228600" lvl="2" marL="1371600" algn="l">
              <a:lnSpc>
                <a:spcPct val="100000"/>
              </a:lnSpc>
              <a:spcBef>
                <a:spcPts val="500"/>
              </a:spcBef>
              <a:spcAft>
                <a:spcPts val="0"/>
              </a:spcAft>
              <a:buSzPts val="1800"/>
              <a:buNone/>
              <a:defRPr b="1" sz="1800"/>
            </a:lvl3pPr>
            <a:lvl4pPr indent="-228600" lvl="3" marL="1828800" algn="l">
              <a:lnSpc>
                <a:spcPct val="100000"/>
              </a:lnSpc>
              <a:spcBef>
                <a:spcPts val="500"/>
              </a:spcBef>
              <a:spcAft>
                <a:spcPts val="0"/>
              </a:spcAft>
              <a:buSzPts val="1600"/>
              <a:buNone/>
              <a:defRPr b="1" sz="1600"/>
            </a:lvl4pPr>
            <a:lvl5pPr indent="-228600" lvl="4" marL="2286000" algn="l">
              <a:lnSpc>
                <a:spcPct val="100000"/>
              </a:lnSpc>
              <a:spcBef>
                <a:spcPts val="500"/>
              </a:spcBef>
              <a:spcAft>
                <a:spcPts val="0"/>
              </a:spcAft>
              <a:buSzPts val="1600"/>
              <a:buNone/>
              <a:defRPr b="1" sz="1600"/>
            </a:lvl5pPr>
            <a:lvl6pPr indent="-228600" lvl="5" marL="2743200" algn="l">
              <a:lnSpc>
                <a:spcPct val="100000"/>
              </a:lnSpc>
              <a:spcBef>
                <a:spcPts val="500"/>
              </a:spcBef>
              <a:spcAft>
                <a:spcPts val="0"/>
              </a:spcAft>
              <a:buSzPts val="1600"/>
              <a:buNone/>
              <a:defRPr b="1" sz="1600"/>
            </a:lvl6pPr>
            <a:lvl7pPr indent="-228600" lvl="6" marL="3200400" algn="l">
              <a:lnSpc>
                <a:spcPct val="100000"/>
              </a:lnSpc>
              <a:spcBef>
                <a:spcPts val="500"/>
              </a:spcBef>
              <a:spcAft>
                <a:spcPts val="0"/>
              </a:spcAft>
              <a:buSzPts val="1600"/>
              <a:buNone/>
              <a:defRPr b="1" sz="1600"/>
            </a:lvl7pPr>
            <a:lvl8pPr indent="-228600" lvl="7" marL="3657600" algn="l">
              <a:lnSpc>
                <a:spcPct val="100000"/>
              </a:lnSpc>
              <a:spcBef>
                <a:spcPts val="500"/>
              </a:spcBef>
              <a:spcAft>
                <a:spcPts val="0"/>
              </a:spcAft>
              <a:buSzPts val="1600"/>
              <a:buNone/>
              <a:defRPr b="1" sz="1600"/>
            </a:lvl8pPr>
            <a:lvl9pPr indent="-228600" lvl="8" marL="4114800" algn="l">
              <a:lnSpc>
                <a:spcPct val="100000"/>
              </a:lnSpc>
              <a:spcBef>
                <a:spcPts val="500"/>
              </a:spcBef>
              <a:spcAft>
                <a:spcPts val="0"/>
              </a:spcAft>
              <a:buSzPts val="1600"/>
              <a:buNone/>
              <a:defRPr b="1" sz="1600"/>
            </a:lvl9pPr>
          </a:lstStyle>
          <a:p/>
        </p:txBody>
      </p:sp>
      <p:sp>
        <p:nvSpPr>
          <p:cNvPr id="43" name="Google Shape;43;p35"/>
          <p:cNvSpPr txBox="1"/>
          <p:nvPr>
            <p:ph idx="2" type="body"/>
          </p:nvPr>
        </p:nvSpPr>
        <p:spPr>
          <a:xfrm>
            <a:off x="731520" y="2755898"/>
            <a:ext cx="3657600" cy="32004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44" name="Google Shape;44;p35"/>
          <p:cNvSpPr txBox="1"/>
          <p:nvPr>
            <p:ph idx="3" type="body"/>
          </p:nvPr>
        </p:nvSpPr>
        <p:spPr>
          <a:xfrm>
            <a:off x="4754880" y="2074334"/>
            <a:ext cx="3657600" cy="64008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0"/>
              </a:spcBef>
              <a:spcAft>
                <a:spcPts val="0"/>
              </a:spcAft>
              <a:buSzPts val="1900"/>
              <a:buNone/>
              <a:defRPr b="0" sz="1900">
                <a:solidFill>
                  <a:schemeClr val="dk2"/>
                </a:solidFill>
              </a:defRPr>
            </a:lvl1pPr>
            <a:lvl2pPr indent="-228600" lvl="1" marL="914400" algn="l">
              <a:lnSpc>
                <a:spcPct val="100000"/>
              </a:lnSpc>
              <a:spcBef>
                <a:spcPts val="500"/>
              </a:spcBef>
              <a:spcAft>
                <a:spcPts val="0"/>
              </a:spcAft>
              <a:buSzPts val="1900"/>
              <a:buNone/>
              <a:defRPr b="1" sz="1900"/>
            </a:lvl2pPr>
            <a:lvl3pPr indent="-228600" lvl="2" marL="1371600" algn="l">
              <a:lnSpc>
                <a:spcPct val="100000"/>
              </a:lnSpc>
              <a:spcBef>
                <a:spcPts val="500"/>
              </a:spcBef>
              <a:spcAft>
                <a:spcPts val="0"/>
              </a:spcAft>
              <a:buSzPts val="1800"/>
              <a:buNone/>
              <a:defRPr b="1" sz="1800"/>
            </a:lvl3pPr>
            <a:lvl4pPr indent="-228600" lvl="3" marL="1828800" algn="l">
              <a:lnSpc>
                <a:spcPct val="100000"/>
              </a:lnSpc>
              <a:spcBef>
                <a:spcPts val="500"/>
              </a:spcBef>
              <a:spcAft>
                <a:spcPts val="0"/>
              </a:spcAft>
              <a:buSzPts val="1600"/>
              <a:buNone/>
              <a:defRPr b="1" sz="1600"/>
            </a:lvl4pPr>
            <a:lvl5pPr indent="-228600" lvl="4" marL="2286000" algn="l">
              <a:lnSpc>
                <a:spcPct val="100000"/>
              </a:lnSpc>
              <a:spcBef>
                <a:spcPts val="500"/>
              </a:spcBef>
              <a:spcAft>
                <a:spcPts val="0"/>
              </a:spcAft>
              <a:buSzPts val="1600"/>
              <a:buNone/>
              <a:defRPr b="1" sz="1600"/>
            </a:lvl5pPr>
            <a:lvl6pPr indent="-228600" lvl="5" marL="2743200" algn="l">
              <a:lnSpc>
                <a:spcPct val="100000"/>
              </a:lnSpc>
              <a:spcBef>
                <a:spcPts val="500"/>
              </a:spcBef>
              <a:spcAft>
                <a:spcPts val="0"/>
              </a:spcAft>
              <a:buSzPts val="1600"/>
              <a:buNone/>
              <a:defRPr b="1" sz="1600"/>
            </a:lvl6pPr>
            <a:lvl7pPr indent="-228600" lvl="6" marL="3200400" algn="l">
              <a:lnSpc>
                <a:spcPct val="100000"/>
              </a:lnSpc>
              <a:spcBef>
                <a:spcPts val="500"/>
              </a:spcBef>
              <a:spcAft>
                <a:spcPts val="0"/>
              </a:spcAft>
              <a:buSzPts val="1600"/>
              <a:buNone/>
              <a:defRPr b="1" sz="1600"/>
            </a:lvl7pPr>
            <a:lvl8pPr indent="-228600" lvl="7" marL="3657600" algn="l">
              <a:lnSpc>
                <a:spcPct val="100000"/>
              </a:lnSpc>
              <a:spcBef>
                <a:spcPts val="500"/>
              </a:spcBef>
              <a:spcAft>
                <a:spcPts val="0"/>
              </a:spcAft>
              <a:buSzPts val="1600"/>
              <a:buNone/>
              <a:defRPr b="1" sz="1600"/>
            </a:lvl8pPr>
            <a:lvl9pPr indent="-228600" lvl="8" marL="4114800" algn="l">
              <a:lnSpc>
                <a:spcPct val="100000"/>
              </a:lnSpc>
              <a:spcBef>
                <a:spcPts val="500"/>
              </a:spcBef>
              <a:spcAft>
                <a:spcPts val="0"/>
              </a:spcAft>
              <a:buSzPts val="1600"/>
              <a:buNone/>
              <a:defRPr b="1" sz="1600"/>
            </a:lvl9pPr>
          </a:lstStyle>
          <a:p/>
        </p:txBody>
      </p:sp>
      <p:sp>
        <p:nvSpPr>
          <p:cNvPr id="45" name="Google Shape;45;p35"/>
          <p:cNvSpPr txBox="1"/>
          <p:nvPr>
            <p:ph idx="4" type="body"/>
          </p:nvPr>
        </p:nvSpPr>
        <p:spPr>
          <a:xfrm>
            <a:off x="4754880" y="2756581"/>
            <a:ext cx="3657600" cy="32004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46" name="Google Shape;46;p35"/>
          <p:cNvSpPr txBox="1"/>
          <p:nvPr>
            <p:ph idx="10" type="dt"/>
          </p:nvPr>
        </p:nvSpPr>
        <p:spPr>
          <a:xfrm>
            <a:off x="234768" y="6309360"/>
            <a:ext cx="2057400" cy="2743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5"/>
          <p:cNvSpPr txBox="1"/>
          <p:nvPr>
            <p:ph idx="11" type="ftr"/>
          </p:nvPr>
        </p:nvSpPr>
        <p:spPr>
          <a:xfrm>
            <a:off x="2596896" y="6309360"/>
            <a:ext cx="3950208" cy="27432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5"/>
          <p:cNvSpPr txBox="1"/>
          <p:nvPr>
            <p:ph idx="12" type="sldNum"/>
          </p:nvPr>
        </p:nvSpPr>
        <p:spPr>
          <a:xfrm>
            <a:off x="7823382" y="6309360"/>
            <a:ext cx="1097280" cy="2743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hr-H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gradFill>
          <a:gsLst>
            <a:gs pos="0">
              <a:srgbClr val="E1DBC9"/>
            </a:gs>
            <a:gs pos="77000">
              <a:srgbClr val="C8C1B0"/>
            </a:gs>
            <a:gs pos="100000">
              <a:srgbClr val="C0BAAA"/>
            </a:gs>
          </a:gsLst>
          <a:lin ang="5400000" scaled="0"/>
        </a:gradFill>
      </p:bgPr>
    </p:bg>
    <p:spTree>
      <p:nvGrpSpPr>
        <p:cNvPr id="49" name="Shape 49"/>
        <p:cNvGrpSpPr/>
        <p:nvPr/>
      </p:nvGrpSpPr>
      <p:grpSpPr>
        <a:xfrm>
          <a:off x="0" y="0"/>
          <a:ext cx="0" cy="0"/>
          <a:chOff x="0" y="0"/>
          <a:chExt cx="0" cy="0"/>
        </a:xfrm>
      </p:grpSpPr>
      <p:sp>
        <p:nvSpPr>
          <p:cNvPr id="50" name="Google Shape;50;p36"/>
          <p:cNvSpPr/>
          <p:nvPr/>
        </p:nvSpPr>
        <p:spPr>
          <a:xfrm>
            <a:off x="0" y="0"/>
            <a:ext cx="9144000" cy="6858000"/>
          </a:xfrm>
          <a:prstGeom prst="rect">
            <a:avLst/>
          </a:prstGeom>
          <a:blipFill rotWithShape="1">
            <a:blip r:embed="rId2">
              <a:alphaModFix amt="45000"/>
            </a:blip>
            <a:tile algn="tl" flip="none" tx="-44450" sx="85000" ty="38100" sy="85000"/>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6"/>
          <p:cNvSpPr/>
          <p:nvPr/>
        </p:nvSpPr>
        <p:spPr>
          <a:xfrm>
            <a:off x="980902" y="1275025"/>
            <a:ext cx="7182197" cy="4307950"/>
          </a:xfrm>
          <a:prstGeom prst="rect">
            <a:avLst/>
          </a:prstGeom>
          <a:solidFill>
            <a:schemeClr val="lt1"/>
          </a:solidFill>
          <a:ln>
            <a:noFill/>
          </a:ln>
          <a:effectLst>
            <a:outerShdw blurRad="50800" rotWithShape="0" algn="ctr">
              <a:srgbClr val="000000">
                <a:alpha val="6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36"/>
          <p:cNvSpPr/>
          <p:nvPr/>
        </p:nvSpPr>
        <p:spPr>
          <a:xfrm>
            <a:off x="1088136" y="1385316"/>
            <a:ext cx="6967728" cy="4087368"/>
          </a:xfrm>
          <a:prstGeom prst="rect">
            <a:avLst/>
          </a:prstGeom>
          <a:noFill/>
          <a:ln cap="sq" cmpd="sng" w="9525">
            <a:solidFill>
              <a:srgbClr val="3F3F3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6"/>
          <p:cNvSpPr/>
          <p:nvPr/>
        </p:nvSpPr>
        <p:spPr>
          <a:xfrm>
            <a:off x="3794760" y="1267730"/>
            <a:ext cx="1554480" cy="64008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 name="Google Shape;54;p36"/>
          <p:cNvGrpSpPr/>
          <p:nvPr/>
        </p:nvGrpSpPr>
        <p:grpSpPr>
          <a:xfrm>
            <a:off x="3886200" y="1267731"/>
            <a:ext cx="1371600" cy="548640"/>
            <a:chOff x="5318306" y="1386268"/>
            <a:chExt cx="1567331" cy="645295"/>
          </a:xfrm>
        </p:grpSpPr>
        <p:cxnSp>
          <p:nvCxnSpPr>
            <p:cNvPr id="55" name="Google Shape;55;p36"/>
            <p:cNvCxnSpPr/>
            <p:nvPr/>
          </p:nvCxnSpPr>
          <p:spPr>
            <a:xfrm>
              <a:off x="5318306" y="1386268"/>
              <a:ext cx="0" cy="640080"/>
            </a:xfrm>
            <a:prstGeom prst="straightConnector1">
              <a:avLst/>
            </a:prstGeom>
            <a:solidFill>
              <a:srgbClr val="262626"/>
            </a:solidFill>
            <a:ln cap="flat" cmpd="sng" w="9525">
              <a:solidFill>
                <a:schemeClr val="dk1"/>
              </a:solidFill>
              <a:prstDash val="solid"/>
              <a:miter lim="800000"/>
              <a:headEnd len="sm" w="sm" type="none"/>
              <a:tailEnd len="sm" w="sm" type="none"/>
            </a:ln>
          </p:spPr>
        </p:cxnSp>
        <p:cxnSp>
          <p:nvCxnSpPr>
            <p:cNvPr id="56" name="Google Shape;56;p36"/>
            <p:cNvCxnSpPr/>
            <p:nvPr/>
          </p:nvCxnSpPr>
          <p:spPr>
            <a:xfrm>
              <a:off x="6885637" y="1386268"/>
              <a:ext cx="0" cy="640080"/>
            </a:xfrm>
            <a:prstGeom prst="straightConnector1">
              <a:avLst/>
            </a:prstGeom>
            <a:solidFill>
              <a:srgbClr val="262626"/>
            </a:solidFill>
            <a:ln cap="flat" cmpd="sng" w="9525">
              <a:solidFill>
                <a:schemeClr val="dk1"/>
              </a:solidFill>
              <a:prstDash val="solid"/>
              <a:miter lim="800000"/>
              <a:headEnd len="sm" w="sm" type="none"/>
              <a:tailEnd len="sm" w="sm" type="none"/>
            </a:ln>
          </p:spPr>
        </p:cxnSp>
        <p:cxnSp>
          <p:nvCxnSpPr>
            <p:cNvPr id="57" name="Google Shape;57;p36"/>
            <p:cNvCxnSpPr/>
            <p:nvPr/>
          </p:nvCxnSpPr>
          <p:spPr>
            <a:xfrm>
              <a:off x="5318306" y="2031563"/>
              <a:ext cx="1567331" cy="0"/>
            </a:xfrm>
            <a:prstGeom prst="straightConnector1">
              <a:avLst/>
            </a:prstGeom>
            <a:solidFill>
              <a:srgbClr val="262626"/>
            </a:solidFill>
            <a:ln cap="flat" cmpd="sng" w="9525">
              <a:solidFill>
                <a:schemeClr val="dk1"/>
              </a:solidFill>
              <a:prstDash val="solid"/>
              <a:miter lim="800000"/>
              <a:headEnd len="sm" w="sm" type="none"/>
              <a:tailEnd len="sm" w="sm" type="none"/>
            </a:ln>
          </p:spPr>
        </p:cxnSp>
      </p:grpSp>
      <p:sp>
        <p:nvSpPr>
          <p:cNvPr id="58" name="Google Shape;58;p36"/>
          <p:cNvSpPr txBox="1"/>
          <p:nvPr>
            <p:ph type="title"/>
          </p:nvPr>
        </p:nvSpPr>
        <p:spPr>
          <a:xfrm>
            <a:off x="1172717" y="2094309"/>
            <a:ext cx="6803136" cy="2587752"/>
          </a:xfrm>
          <a:prstGeom prst="rect">
            <a:avLst/>
          </a:prstGeom>
          <a:noFill/>
          <a:ln>
            <a:noFill/>
          </a:ln>
        </p:spPr>
        <p:txBody>
          <a:bodyPr anchorCtr="0" anchor="ctr" bIns="45700" lIns="91425" spcFirstLastPara="1" rIns="91425" wrap="square" tIns="45700">
            <a:noAutofit/>
          </a:bodyPr>
          <a:lstStyle>
            <a:lvl1pPr lvl="0" algn="ctr">
              <a:lnSpc>
                <a:spcPct val="83000"/>
              </a:lnSpc>
              <a:spcBef>
                <a:spcPts val="0"/>
              </a:spcBef>
              <a:spcAft>
                <a:spcPts val="0"/>
              </a:spcAft>
              <a:buClr>
                <a:srgbClr val="262626"/>
              </a:buClr>
              <a:buSzPts val="6200"/>
              <a:buFont typeface="Century Gothic"/>
              <a:buNone/>
              <a:defRPr sz="6200" cap="none">
                <a:solidFill>
                  <a:srgbClr val="262626"/>
                </a:solidFill>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36"/>
          <p:cNvSpPr txBox="1"/>
          <p:nvPr>
            <p:ph idx="1" type="body"/>
          </p:nvPr>
        </p:nvSpPr>
        <p:spPr>
          <a:xfrm>
            <a:off x="1172718" y="4682062"/>
            <a:ext cx="6803136" cy="502920"/>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900"/>
              </a:spcBef>
              <a:spcAft>
                <a:spcPts val="0"/>
              </a:spcAft>
              <a:buSzPts val="1400"/>
              <a:buNone/>
              <a:defRPr sz="1400">
                <a:solidFill>
                  <a:schemeClr val="dk1"/>
                </a:solidFill>
              </a:defRPr>
            </a:lvl1pPr>
            <a:lvl2pPr indent="-228600" lvl="1" marL="914400" algn="l">
              <a:lnSpc>
                <a:spcPct val="100000"/>
              </a:lnSpc>
              <a:spcBef>
                <a:spcPts val="500"/>
              </a:spcBef>
              <a:spcAft>
                <a:spcPts val="0"/>
              </a:spcAft>
              <a:buSzPts val="1400"/>
              <a:buNone/>
              <a:defRPr sz="1400">
                <a:solidFill>
                  <a:srgbClr val="888888"/>
                </a:solidFill>
              </a:defRPr>
            </a:lvl2pPr>
            <a:lvl3pPr indent="-228600" lvl="2" marL="1371600" algn="l">
              <a:lnSpc>
                <a:spcPct val="100000"/>
              </a:lnSpc>
              <a:spcBef>
                <a:spcPts val="500"/>
              </a:spcBef>
              <a:spcAft>
                <a:spcPts val="0"/>
              </a:spcAft>
              <a:buSzPts val="1400"/>
              <a:buNone/>
              <a:defRPr sz="1400">
                <a:solidFill>
                  <a:srgbClr val="888888"/>
                </a:solidFill>
              </a:defRPr>
            </a:lvl3pPr>
            <a:lvl4pPr indent="-228600" lvl="3" marL="1828800" algn="l">
              <a:lnSpc>
                <a:spcPct val="100000"/>
              </a:lnSpc>
              <a:spcBef>
                <a:spcPts val="500"/>
              </a:spcBef>
              <a:spcAft>
                <a:spcPts val="0"/>
              </a:spcAft>
              <a:buSzPts val="1400"/>
              <a:buNone/>
              <a:defRPr sz="1400">
                <a:solidFill>
                  <a:srgbClr val="888888"/>
                </a:solidFill>
              </a:defRPr>
            </a:lvl4pPr>
            <a:lvl5pPr indent="-228600" lvl="4" marL="2286000" algn="l">
              <a:lnSpc>
                <a:spcPct val="100000"/>
              </a:lnSpc>
              <a:spcBef>
                <a:spcPts val="500"/>
              </a:spcBef>
              <a:spcAft>
                <a:spcPts val="0"/>
              </a:spcAft>
              <a:buSzPts val="1400"/>
              <a:buNone/>
              <a:defRPr sz="1400">
                <a:solidFill>
                  <a:srgbClr val="888888"/>
                </a:solidFill>
              </a:defRPr>
            </a:lvl5pPr>
            <a:lvl6pPr indent="-228600" lvl="5" marL="2743200" algn="l">
              <a:lnSpc>
                <a:spcPct val="100000"/>
              </a:lnSpc>
              <a:spcBef>
                <a:spcPts val="500"/>
              </a:spcBef>
              <a:spcAft>
                <a:spcPts val="0"/>
              </a:spcAft>
              <a:buSzPts val="1400"/>
              <a:buNone/>
              <a:defRPr sz="1400">
                <a:solidFill>
                  <a:srgbClr val="888888"/>
                </a:solidFill>
              </a:defRPr>
            </a:lvl6pPr>
            <a:lvl7pPr indent="-228600" lvl="6" marL="3200400" algn="l">
              <a:lnSpc>
                <a:spcPct val="100000"/>
              </a:lnSpc>
              <a:spcBef>
                <a:spcPts val="500"/>
              </a:spcBef>
              <a:spcAft>
                <a:spcPts val="0"/>
              </a:spcAft>
              <a:buSzPts val="1400"/>
              <a:buNone/>
              <a:defRPr sz="1400">
                <a:solidFill>
                  <a:srgbClr val="888888"/>
                </a:solidFill>
              </a:defRPr>
            </a:lvl7pPr>
            <a:lvl8pPr indent="-228600" lvl="7" marL="3657600" algn="l">
              <a:lnSpc>
                <a:spcPct val="100000"/>
              </a:lnSpc>
              <a:spcBef>
                <a:spcPts val="500"/>
              </a:spcBef>
              <a:spcAft>
                <a:spcPts val="0"/>
              </a:spcAft>
              <a:buSzPts val="1400"/>
              <a:buNone/>
              <a:defRPr sz="1400">
                <a:solidFill>
                  <a:srgbClr val="888888"/>
                </a:solidFill>
              </a:defRPr>
            </a:lvl8pPr>
            <a:lvl9pPr indent="-228600" lvl="8" marL="4114800" algn="l">
              <a:lnSpc>
                <a:spcPct val="100000"/>
              </a:lnSpc>
              <a:spcBef>
                <a:spcPts val="500"/>
              </a:spcBef>
              <a:spcAft>
                <a:spcPts val="0"/>
              </a:spcAft>
              <a:buSzPts val="1400"/>
              <a:buNone/>
              <a:defRPr sz="1400">
                <a:solidFill>
                  <a:srgbClr val="888888"/>
                </a:solidFill>
              </a:defRPr>
            </a:lvl9pPr>
          </a:lstStyle>
          <a:p/>
        </p:txBody>
      </p:sp>
      <p:sp>
        <p:nvSpPr>
          <p:cNvPr id="60" name="Google Shape;60;p36"/>
          <p:cNvSpPr txBox="1"/>
          <p:nvPr>
            <p:ph idx="10" type="dt"/>
          </p:nvPr>
        </p:nvSpPr>
        <p:spPr>
          <a:xfrm>
            <a:off x="3931920" y="1325880"/>
            <a:ext cx="128016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1100">
                <a:solidFill>
                  <a:schemeClr val="dk1"/>
                </a:solidFill>
                <a:latin typeface="Century Gothic"/>
                <a:ea typeface="Century Gothic"/>
                <a:cs typeface="Century Gothic"/>
                <a:sym typeface="Century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36"/>
          <p:cNvSpPr txBox="1"/>
          <p:nvPr>
            <p:ph idx="11" type="ftr"/>
          </p:nvPr>
        </p:nvSpPr>
        <p:spPr>
          <a:xfrm>
            <a:off x="1104679" y="5211060"/>
            <a:ext cx="4430268" cy="2286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36"/>
          <p:cNvSpPr txBox="1"/>
          <p:nvPr>
            <p:ph idx="12" type="sldNum"/>
          </p:nvPr>
        </p:nvSpPr>
        <p:spPr>
          <a:xfrm>
            <a:off x="6453378" y="5211060"/>
            <a:ext cx="1584198" cy="2286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hr-H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3" name="Shape 63"/>
        <p:cNvGrpSpPr/>
        <p:nvPr/>
      </p:nvGrpSpPr>
      <p:grpSpPr>
        <a:xfrm>
          <a:off x="0" y="0"/>
          <a:ext cx="0" cy="0"/>
          <a:chOff x="0" y="0"/>
          <a:chExt cx="0" cy="0"/>
        </a:xfrm>
      </p:grpSpPr>
      <p:sp>
        <p:nvSpPr>
          <p:cNvPr id="64" name="Google Shape;64;p37"/>
          <p:cNvSpPr txBox="1"/>
          <p:nvPr>
            <p:ph type="title"/>
          </p:nvPr>
        </p:nvSpPr>
        <p:spPr>
          <a:xfrm>
            <a:off x="731520" y="642594"/>
            <a:ext cx="768096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37"/>
          <p:cNvSpPr txBox="1"/>
          <p:nvPr>
            <p:ph idx="1" type="body"/>
          </p:nvPr>
        </p:nvSpPr>
        <p:spPr>
          <a:xfrm>
            <a:off x="731520" y="2103120"/>
            <a:ext cx="3657600" cy="393192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66" name="Google Shape;66;p37"/>
          <p:cNvSpPr txBox="1"/>
          <p:nvPr>
            <p:ph idx="2" type="body"/>
          </p:nvPr>
        </p:nvSpPr>
        <p:spPr>
          <a:xfrm>
            <a:off x="4754880" y="2103120"/>
            <a:ext cx="3657600" cy="393192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67" name="Google Shape;67;p37"/>
          <p:cNvSpPr txBox="1"/>
          <p:nvPr>
            <p:ph idx="10" type="dt"/>
          </p:nvPr>
        </p:nvSpPr>
        <p:spPr>
          <a:xfrm>
            <a:off x="234768" y="6309360"/>
            <a:ext cx="2057400" cy="2743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37"/>
          <p:cNvSpPr txBox="1"/>
          <p:nvPr>
            <p:ph idx="11" type="ftr"/>
          </p:nvPr>
        </p:nvSpPr>
        <p:spPr>
          <a:xfrm>
            <a:off x="2596896" y="6309360"/>
            <a:ext cx="3950208" cy="27432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37"/>
          <p:cNvSpPr txBox="1"/>
          <p:nvPr>
            <p:ph idx="12" type="sldNum"/>
          </p:nvPr>
        </p:nvSpPr>
        <p:spPr>
          <a:xfrm>
            <a:off x="7823382" y="6309360"/>
            <a:ext cx="1097280" cy="2743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hr-H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38"/>
          <p:cNvSpPr txBox="1"/>
          <p:nvPr>
            <p:ph type="title"/>
          </p:nvPr>
        </p:nvSpPr>
        <p:spPr>
          <a:xfrm>
            <a:off x="731520" y="642594"/>
            <a:ext cx="768096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38"/>
          <p:cNvSpPr txBox="1"/>
          <p:nvPr>
            <p:ph idx="10" type="dt"/>
          </p:nvPr>
        </p:nvSpPr>
        <p:spPr>
          <a:xfrm>
            <a:off x="234768" y="6309360"/>
            <a:ext cx="2057400" cy="2743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8"/>
          <p:cNvSpPr txBox="1"/>
          <p:nvPr>
            <p:ph idx="11" type="ftr"/>
          </p:nvPr>
        </p:nvSpPr>
        <p:spPr>
          <a:xfrm>
            <a:off x="2596896" y="6309360"/>
            <a:ext cx="3950208" cy="27432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38"/>
          <p:cNvSpPr txBox="1"/>
          <p:nvPr>
            <p:ph idx="12" type="sldNum"/>
          </p:nvPr>
        </p:nvSpPr>
        <p:spPr>
          <a:xfrm>
            <a:off x="7823382" y="6309360"/>
            <a:ext cx="1097280" cy="2743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hr-H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75" name="Shape 75"/>
        <p:cNvGrpSpPr/>
        <p:nvPr/>
      </p:nvGrpSpPr>
      <p:grpSpPr>
        <a:xfrm>
          <a:off x="0" y="0"/>
          <a:ext cx="0" cy="0"/>
          <a:chOff x="0" y="0"/>
          <a:chExt cx="0" cy="0"/>
        </a:xfrm>
      </p:grpSpPr>
      <p:sp>
        <p:nvSpPr>
          <p:cNvPr id="76" name="Google Shape;76;p39"/>
          <p:cNvSpPr/>
          <p:nvPr/>
        </p:nvSpPr>
        <p:spPr>
          <a:xfrm>
            <a:off x="184147" y="173736"/>
            <a:ext cx="6398514" cy="6510528"/>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9"/>
          <p:cNvSpPr/>
          <p:nvPr/>
        </p:nvSpPr>
        <p:spPr>
          <a:xfrm>
            <a:off x="6765290" y="173736"/>
            <a:ext cx="2194560" cy="651052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9"/>
          <p:cNvSpPr txBox="1"/>
          <p:nvPr>
            <p:ph type="title"/>
          </p:nvPr>
        </p:nvSpPr>
        <p:spPr>
          <a:xfrm>
            <a:off x="6972300" y="607392"/>
            <a:ext cx="1823085" cy="164592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FFFFFF"/>
              </a:buClr>
              <a:buSzPts val="2400"/>
              <a:buFont typeface="Century Gothic"/>
              <a:buNone/>
              <a:defRPr b="0" sz="2400" cap="none">
                <a:solidFill>
                  <a:srgbClr val="FFFFFF"/>
                </a:solidFill>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39"/>
          <p:cNvSpPr txBox="1"/>
          <p:nvPr>
            <p:ph idx="1" type="body"/>
          </p:nvPr>
        </p:nvSpPr>
        <p:spPr>
          <a:xfrm>
            <a:off x="668976" y="907143"/>
            <a:ext cx="5428856" cy="5043714"/>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80" name="Google Shape;80;p39"/>
          <p:cNvSpPr txBox="1"/>
          <p:nvPr>
            <p:ph idx="2" type="body"/>
          </p:nvPr>
        </p:nvSpPr>
        <p:spPr>
          <a:xfrm>
            <a:off x="6972300" y="2286000"/>
            <a:ext cx="1823085" cy="35052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800"/>
              </a:spcBef>
              <a:spcAft>
                <a:spcPts val="0"/>
              </a:spcAft>
              <a:buSzPts val="1300"/>
              <a:buNone/>
              <a:defRPr sz="1300">
                <a:solidFill>
                  <a:srgbClr val="FFFFFF"/>
                </a:solidFill>
              </a:defRPr>
            </a:lvl1pPr>
            <a:lvl2pPr indent="-228600" lvl="1" marL="914400" algn="l">
              <a:lnSpc>
                <a:spcPct val="100000"/>
              </a:lnSpc>
              <a:spcBef>
                <a:spcPts val="500"/>
              </a:spcBef>
              <a:spcAft>
                <a:spcPts val="0"/>
              </a:spcAft>
              <a:buSzPts val="1200"/>
              <a:buNone/>
              <a:defRPr sz="1200"/>
            </a:lvl2pPr>
            <a:lvl3pPr indent="-228600" lvl="2" marL="1371600" algn="l">
              <a:lnSpc>
                <a:spcPct val="100000"/>
              </a:lnSpc>
              <a:spcBef>
                <a:spcPts val="500"/>
              </a:spcBef>
              <a:spcAft>
                <a:spcPts val="0"/>
              </a:spcAft>
              <a:buSzPts val="1000"/>
              <a:buNone/>
              <a:defRPr sz="1000"/>
            </a:lvl3pPr>
            <a:lvl4pPr indent="-228600" lvl="3" marL="1828800" algn="l">
              <a:lnSpc>
                <a:spcPct val="100000"/>
              </a:lnSpc>
              <a:spcBef>
                <a:spcPts val="500"/>
              </a:spcBef>
              <a:spcAft>
                <a:spcPts val="0"/>
              </a:spcAft>
              <a:buSzPts val="900"/>
              <a:buNone/>
              <a:defRPr sz="900"/>
            </a:lvl4pPr>
            <a:lvl5pPr indent="-228600" lvl="4" marL="2286000" algn="l">
              <a:lnSpc>
                <a:spcPct val="100000"/>
              </a:lnSpc>
              <a:spcBef>
                <a:spcPts val="500"/>
              </a:spcBef>
              <a:spcAft>
                <a:spcPts val="0"/>
              </a:spcAft>
              <a:buSzPts val="900"/>
              <a:buNone/>
              <a:defRPr sz="900"/>
            </a:lvl5pPr>
            <a:lvl6pPr indent="-228600" lvl="5" marL="2743200" algn="l">
              <a:lnSpc>
                <a:spcPct val="100000"/>
              </a:lnSpc>
              <a:spcBef>
                <a:spcPts val="500"/>
              </a:spcBef>
              <a:spcAft>
                <a:spcPts val="0"/>
              </a:spcAft>
              <a:buSzPts val="900"/>
              <a:buNone/>
              <a:defRPr sz="900"/>
            </a:lvl6pPr>
            <a:lvl7pPr indent="-228600" lvl="6" marL="3200400" algn="l">
              <a:lnSpc>
                <a:spcPct val="100000"/>
              </a:lnSpc>
              <a:spcBef>
                <a:spcPts val="500"/>
              </a:spcBef>
              <a:spcAft>
                <a:spcPts val="0"/>
              </a:spcAft>
              <a:buSzPts val="900"/>
              <a:buNone/>
              <a:defRPr sz="900"/>
            </a:lvl7pPr>
            <a:lvl8pPr indent="-228600" lvl="7" marL="3657600" algn="l">
              <a:lnSpc>
                <a:spcPct val="100000"/>
              </a:lnSpc>
              <a:spcBef>
                <a:spcPts val="500"/>
              </a:spcBef>
              <a:spcAft>
                <a:spcPts val="0"/>
              </a:spcAft>
              <a:buSzPts val="900"/>
              <a:buNone/>
              <a:defRPr sz="900"/>
            </a:lvl8pPr>
            <a:lvl9pPr indent="-228600" lvl="8" marL="4114800" algn="l">
              <a:lnSpc>
                <a:spcPct val="100000"/>
              </a:lnSpc>
              <a:spcBef>
                <a:spcPts val="500"/>
              </a:spcBef>
              <a:spcAft>
                <a:spcPts val="0"/>
              </a:spcAft>
              <a:buSzPts val="900"/>
              <a:buNone/>
              <a:defRPr sz="900"/>
            </a:lvl9pPr>
          </a:lstStyle>
          <a:p/>
        </p:txBody>
      </p:sp>
      <p:sp>
        <p:nvSpPr>
          <p:cNvPr id="81" name="Google Shape;81;p39"/>
          <p:cNvSpPr txBox="1"/>
          <p:nvPr>
            <p:ph idx="10" type="dt"/>
          </p:nvPr>
        </p:nvSpPr>
        <p:spPr>
          <a:xfrm>
            <a:off x="234768" y="6309360"/>
            <a:ext cx="2057400" cy="2743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9"/>
          <p:cNvSpPr txBox="1"/>
          <p:nvPr>
            <p:ph idx="11" type="ftr"/>
          </p:nvPr>
        </p:nvSpPr>
        <p:spPr>
          <a:xfrm>
            <a:off x="2596896" y="6309360"/>
            <a:ext cx="3950208" cy="27432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9"/>
          <p:cNvSpPr txBox="1"/>
          <p:nvPr>
            <p:ph idx="12" type="sldNum"/>
          </p:nvPr>
        </p:nvSpPr>
        <p:spPr>
          <a:xfrm>
            <a:off x="7795258" y="6310086"/>
            <a:ext cx="1097280" cy="2743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sz="900">
                <a:solidFill>
                  <a:srgbClr val="FFFFFF"/>
                </a:solidFill>
                <a:latin typeface="Century Gothic"/>
                <a:ea typeface="Century Gothic"/>
                <a:cs typeface="Century Gothic"/>
                <a:sym typeface="Century Gothic"/>
              </a:defRPr>
            </a:lvl1pPr>
            <a:lvl2pPr indent="0" lvl="1" marL="0" algn="r">
              <a:spcBef>
                <a:spcPts val="0"/>
              </a:spcBef>
              <a:buNone/>
              <a:defRPr sz="900">
                <a:solidFill>
                  <a:srgbClr val="FFFFFF"/>
                </a:solidFill>
                <a:latin typeface="Century Gothic"/>
                <a:ea typeface="Century Gothic"/>
                <a:cs typeface="Century Gothic"/>
                <a:sym typeface="Century Gothic"/>
              </a:defRPr>
            </a:lvl2pPr>
            <a:lvl3pPr indent="0" lvl="2" marL="0" algn="r">
              <a:spcBef>
                <a:spcPts val="0"/>
              </a:spcBef>
              <a:buNone/>
              <a:defRPr sz="900">
                <a:solidFill>
                  <a:srgbClr val="FFFFFF"/>
                </a:solidFill>
                <a:latin typeface="Century Gothic"/>
                <a:ea typeface="Century Gothic"/>
                <a:cs typeface="Century Gothic"/>
                <a:sym typeface="Century Gothic"/>
              </a:defRPr>
            </a:lvl3pPr>
            <a:lvl4pPr indent="0" lvl="3" marL="0" algn="r">
              <a:spcBef>
                <a:spcPts val="0"/>
              </a:spcBef>
              <a:buNone/>
              <a:defRPr sz="900">
                <a:solidFill>
                  <a:srgbClr val="FFFFFF"/>
                </a:solidFill>
                <a:latin typeface="Century Gothic"/>
                <a:ea typeface="Century Gothic"/>
                <a:cs typeface="Century Gothic"/>
                <a:sym typeface="Century Gothic"/>
              </a:defRPr>
            </a:lvl4pPr>
            <a:lvl5pPr indent="0" lvl="4" marL="0" algn="r">
              <a:spcBef>
                <a:spcPts val="0"/>
              </a:spcBef>
              <a:buNone/>
              <a:defRPr sz="900">
                <a:solidFill>
                  <a:srgbClr val="FFFFFF"/>
                </a:solidFill>
                <a:latin typeface="Century Gothic"/>
                <a:ea typeface="Century Gothic"/>
                <a:cs typeface="Century Gothic"/>
                <a:sym typeface="Century Gothic"/>
              </a:defRPr>
            </a:lvl5pPr>
            <a:lvl6pPr indent="0" lvl="5" marL="0" algn="r">
              <a:spcBef>
                <a:spcPts val="0"/>
              </a:spcBef>
              <a:buNone/>
              <a:defRPr sz="900">
                <a:solidFill>
                  <a:srgbClr val="FFFFFF"/>
                </a:solidFill>
                <a:latin typeface="Century Gothic"/>
                <a:ea typeface="Century Gothic"/>
                <a:cs typeface="Century Gothic"/>
                <a:sym typeface="Century Gothic"/>
              </a:defRPr>
            </a:lvl6pPr>
            <a:lvl7pPr indent="0" lvl="6" marL="0" algn="r">
              <a:spcBef>
                <a:spcPts val="0"/>
              </a:spcBef>
              <a:buNone/>
              <a:defRPr sz="900">
                <a:solidFill>
                  <a:srgbClr val="FFFFFF"/>
                </a:solidFill>
                <a:latin typeface="Century Gothic"/>
                <a:ea typeface="Century Gothic"/>
                <a:cs typeface="Century Gothic"/>
                <a:sym typeface="Century Gothic"/>
              </a:defRPr>
            </a:lvl7pPr>
            <a:lvl8pPr indent="0" lvl="7" marL="0" algn="r">
              <a:spcBef>
                <a:spcPts val="0"/>
              </a:spcBef>
              <a:buNone/>
              <a:defRPr sz="900">
                <a:solidFill>
                  <a:srgbClr val="FFFFFF"/>
                </a:solidFill>
                <a:latin typeface="Century Gothic"/>
                <a:ea typeface="Century Gothic"/>
                <a:cs typeface="Century Gothic"/>
                <a:sym typeface="Century Gothic"/>
              </a:defRPr>
            </a:lvl8pPr>
            <a:lvl9pPr indent="0" lvl="8" marL="0" algn="r">
              <a:spcBef>
                <a:spcPts val="0"/>
              </a:spcBef>
              <a:buNone/>
              <a:defRPr sz="900">
                <a:solidFill>
                  <a:srgbClr val="FF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hr-HR"/>
              <a:t>‹#›</a:t>
            </a:fld>
            <a:endParaRPr/>
          </a:p>
        </p:txBody>
      </p:sp>
      <p:sp>
        <p:nvSpPr>
          <p:cNvPr id="84" name="Google Shape;84;p39"/>
          <p:cNvSpPr/>
          <p:nvPr/>
        </p:nvSpPr>
        <p:spPr>
          <a:xfrm>
            <a:off x="6868160" y="274320"/>
            <a:ext cx="1988820" cy="6309360"/>
          </a:xfrm>
          <a:prstGeom prst="rect">
            <a:avLst/>
          </a:prstGeom>
          <a:noFill/>
          <a:ln cap="sq" cmpd="sng" w="9525">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85" name="Shape 85"/>
        <p:cNvGrpSpPr/>
        <p:nvPr/>
      </p:nvGrpSpPr>
      <p:grpSpPr>
        <a:xfrm>
          <a:off x="0" y="0"/>
          <a:ext cx="0" cy="0"/>
          <a:chOff x="0" y="0"/>
          <a:chExt cx="0" cy="0"/>
        </a:xfrm>
      </p:grpSpPr>
      <p:sp>
        <p:nvSpPr>
          <p:cNvPr id="86" name="Google Shape;86;p40"/>
          <p:cNvSpPr/>
          <p:nvPr/>
        </p:nvSpPr>
        <p:spPr>
          <a:xfrm>
            <a:off x="6765290" y="173736"/>
            <a:ext cx="2194560" cy="651052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0"/>
          <p:cNvSpPr txBox="1"/>
          <p:nvPr>
            <p:ph type="title"/>
          </p:nvPr>
        </p:nvSpPr>
        <p:spPr>
          <a:xfrm>
            <a:off x="6972300" y="603504"/>
            <a:ext cx="1824228" cy="164592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FFFFFF"/>
              </a:buClr>
              <a:buSzPts val="2400"/>
              <a:buFont typeface="Century Gothic"/>
              <a:buNone/>
              <a:defRPr b="0" sz="2400">
                <a:solidFill>
                  <a:srgbClr val="FFFFFF"/>
                </a:solidFill>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40"/>
          <p:cNvSpPr/>
          <p:nvPr>
            <p:ph idx="2" type="pic"/>
          </p:nvPr>
        </p:nvSpPr>
        <p:spPr>
          <a:xfrm>
            <a:off x="171449" y="173736"/>
            <a:ext cx="6398514" cy="6510528"/>
          </a:xfrm>
          <a:prstGeom prst="rect">
            <a:avLst/>
          </a:prstGeom>
          <a:solidFill>
            <a:srgbClr val="76CEEF"/>
          </a:solidFill>
          <a:ln>
            <a:noFill/>
          </a:ln>
        </p:spPr>
      </p:sp>
      <p:sp>
        <p:nvSpPr>
          <p:cNvPr id="89" name="Google Shape;89;p40"/>
          <p:cNvSpPr txBox="1"/>
          <p:nvPr>
            <p:ph idx="1" type="body"/>
          </p:nvPr>
        </p:nvSpPr>
        <p:spPr>
          <a:xfrm>
            <a:off x="6972300" y="2286000"/>
            <a:ext cx="1824228" cy="3502152"/>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800"/>
              </a:spcBef>
              <a:spcAft>
                <a:spcPts val="0"/>
              </a:spcAft>
              <a:buSzPts val="1300"/>
              <a:buNone/>
              <a:defRPr sz="1300">
                <a:solidFill>
                  <a:srgbClr val="FFFFFF"/>
                </a:solidFill>
              </a:defRPr>
            </a:lvl1pPr>
            <a:lvl2pPr indent="-228600" lvl="1" marL="914400" algn="l">
              <a:lnSpc>
                <a:spcPct val="100000"/>
              </a:lnSpc>
              <a:spcBef>
                <a:spcPts val="500"/>
              </a:spcBef>
              <a:spcAft>
                <a:spcPts val="0"/>
              </a:spcAft>
              <a:buSzPts val="1200"/>
              <a:buNone/>
              <a:defRPr sz="1200"/>
            </a:lvl2pPr>
            <a:lvl3pPr indent="-228600" lvl="2" marL="1371600" algn="l">
              <a:lnSpc>
                <a:spcPct val="100000"/>
              </a:lnSpc>
              <a:spcBef>
                <a:spcPts val="500"/>
              </a:spcBef>
              <a:spcAft>
                <a:spcPts val="0"/>
              </a:spcAft>
              <a:buSzPts val="1000"/>
              <a:buNone/>
              <a:defRPr sz="1000"/>
            </a:lvl3pPr>
            <a:lvl4pPr indent="-228600" lvl="3" marL="1828800" algn="l">
              <a:lnSpc>
                <a:spcPct val="100000"/>
              </a:lnSpc>
              <a:spcBef>
                <a:spcPts val="500"/>
              </a:spcBef>
              <a:spcAft>
                <a:spcPts val="0"/>
              </a:spcAft>
              <a:buSzPts val="900"/>
              <a:buNone/>
              <a:defRPr sz="900"/>
            </a:lvl4pPr>
            <a:lvl5pPr indent="-228600" lvl="4" marL="2286000" algn="l">
              <a:lnSpc>
                <a:spcPct val="100000"/>
              </a:lnSpc>
              <a:spcBef>
                <a:spcPts val="500"/>
              </a:spcBef>
              <a:spcAft>
                <a:spcPts val="0"/>
              </a:spcAft>
              <a:buSzPts val="900"/>
              <a:buNone/>
              <a:defRPr sz="900"/>
            </a:lvl5pPr>
            <a:lvl6pPr indent="-228600" lvl="5" marL="2743200" algn="l">
              <a:lnSpc>
                <a:spcPct val="100000"/>
              </a:lnSpc>
              <a:spcBef>
                <a:spcPts val="500"/>
              </a:spcBef>
              <a:spcAft>
                <a:spcPts val="0"/>
              </a:spcAft>
              <a:buSzPts val="900"/>
              <a:buNone/>
              <a:defRPr sz="900"/>
            </a:lvl6pPr>
            <a:lvl7pPr indent="-228600" lvl="6" marL="3200400" algn="l">
              <a:lnSpc>
                <a:spcPct val="100000"/>
              </a:lnSpc>
              <a:spcBef>
                <a:spcPts val="500"/>
              </a:spcBef>
              <a:spcAft>
                <a:spcPts val="0"/>
              </a:spcAft>
              <a:buSzPts val="900"/>
              <a:buNone/>
              <a:defRPr sz="900"/>
            </a:lvl7pPr>
            <a:lvl8pPr indent="-228600" lvl="7" marL="3657600" algn="l">
              <a:lnSpc>
                <a:spcPct val="100000"/>
              </a:lnSpc>
              <a:spcBef>
                <a:spcPts val="500"/>
              </a:spcBef>
              <a:spcAft>
                <a:spcPts val="0"/>
              </a:spcAft>
              <a:buSzPts val="900"/>
              <a:buNone/>
              <a:defRPr sz="900"/>
            </a:lvl8pPr>
            <a:lvl9pPr indent="-228600" lvl="8" marL="4114800" algn="l">
              <a:lnSpc>
                <a:spcPct val="100000"/>
              </a:lnSpc>
              <a:spcBef>
                <a:spcPts val="500"/>
              </a:spcBef>
              <a:spcAft>
                <a:spcPts val="0"/>
              </a:spcAft>
              <a:buSzPts val="900"/>
              <a:buNone/>
              <a:defRPr sz="900"/>
            </a:lvl9pPr>
          </a:lstStyle>
          <a:p/>
        </p:txBody>
      </p:sp>
      <p:sp>
        <p:nvSpPr>
          <p:cNvPr id="90" name="Google Shape;90;p40"/>
          <p:cNvSpPr txBox="1"/>
          <p:nvPr>
            <p:ph idx="10" type="dt"/>
          </p:nvPr>
        </p:nvSpPr>
        <p:spPr>
          <a:xfrm>
            <a:off x="234768" y="6309360"/>
            <a:ext cx="2057400" cy="2743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40"/>
          <p:cNvSpPr txBox="1"/>
          <p:nvPr>
            <p:ph idx="11" type="ftr"/>
          </p:nvPr>
        </p:nvSpPr>
        <p:spPr>
          <a:xfrm>
            <a:off x="2596896" y="6309360"/>
            <a:ext cx="3950208" cy="27432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sz="900">
                <a:solidFill>
                  <a:srgbClr val="FFFFFF"/>
                </a:solidFill>
                <a:latin typeface="Century Gothic"/>
                <a:ea typeface="Century Gothic"/>
                <a:cs typeface="Century Gothic"/>
                <a:sym typeface="Century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40"/>
          <p:cNvSpPr txBox="1"/>
          <p:nvPr>
            <p:ph idx="12" type="sldNum"/>
          </p:nvPr>
        </p:nvSpPr>
        <p:spPr>
          <a:xfrm>
            <a:off x="7797546" y="6309360"/>
            <a:ext cx="1097280" cy="2743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sz="900">
                <a:solidFill>
                  <a:srgbClr val="FFFFFF"/>
                </a:solidFill>
                <a:latin typeface="Century Gothic"/>
                <a:ea typeface="Century Gothic"/>
                <a:cs typeface="Century Gothic"/>
                <a:sym typeface="Century Gothic"/>
              </a:defRPr>
            </a:lvl1pPr>
            <a:lvl2pPr indent="0" lvl="1" marL="0" algn="r">
              <a:spcBef>
                <a:spcPts val="0"/>
              </a:spcBef>
              <a:buNone/>
              <a:defRPr sz="900">
                <a:solidFill>
                  <a:srgbClr val="FFFFFF"/>
                </a:solidFill>
                <a:latin typeface="Century Gothic"/>
                <a:ea typeface="Century Gothic"/>
                <a:cs typeface="Century Gothic"/>
                <a:sym typeface="Century Gothic"/>
              </a:defRPr>
            </a:lvl2pPr>
            <a:lvl3pPr indent="0" lvl="2" marL="0" algn="r">
              <a:spcBef>
                <a:spcPts val="0"/>
              </a:spcBef>
              <a:buNone/>
              <a:defRPr sz="900">
                <a:solidFill>
                  <a:srgbClr val="FFFFFF"/>
                </a:solidFill>
                <a:latin typeface="Century Gothic"/>
                <a:ea typeface="Century Gothic"/>
                <a:cs typeface="Century Gothic"/>
                <a:sym typeface="Century Gothic"/>
              </a:defRPr>
            </a:lvl3pPr>
            <a:lvl4pPr indent="0" lvl="3" marL="0" algn="r">
              <a:spcBef>
                <a:spcPts val="0"/>
              </a:spcBef>
              <a:buNone/>
              <a:defRPr sz="900">
                <a:solidFill>
                  <a:srgbClr val="FFFFFF"/>
                </a:solidFill>
                <a:latin typeface="Century Gothic"/>
                <a:ea typeface="Century Gothic"/>
                <a:cs typeface="Century Gothic"/>
                <a:sym typeface="Century Gothic"/>
              </a:defRPr>
            </a:lvl4pPr>
            <a:lvl5pPr indent="0" lvl="4" marL="0" algn="r">
              <a:spcBef>
                <a:spcPts val="0"/>
              </a:spcBef>
              <a:buNone/>
              <a:defRPr sz="900">
                <a:solidFill>
                  <a:srgbClr val="FFFFFF"/>
                </a:solidFill>
                <a:latin typeface="Century Gothic"/>
                <a:ea typeface="Century Gothic"/>
                <a:cs typeface="Century Gothic"/>
                <a:sym typeface="Century Gothic"/>
              </a:defRPr>
            </a:lvl5pPr>
            <a:lvl6pPr indent="0" lvl="5" marL="0" algn="r">
              <a:spcBef>
                <a:spcPts val="0"/>
              </a:spcBef>
              <a:buNone/>
              <a:defRPr sz="900">
                <a:solidFill>
                  <a:srgbClr val="FFFFFF"/>
                </a:solidFill>
                <a:latin typeface="Century Gothic"/>
                <a:ea typeface="Century Gothic"/>
                <a:cs typeface="Century Gothic"/>
                <a:sym typeface="Century Gothic"/>
              </a:defRPr>
            </a:lvl6pPr>
            <a:lvl7pPr indent="0" lvl="6" marL="0" algn="r">
              <a:spcBef>
                <a:spcPts val="0"/>
              </a:spcBef>
              <a:buNone/>
              <a:defRPr sz="900">
                <a:solidFill>
                  <a:srgbClr val="FFFFFF"/>
                </a:solidFill>
                <a:latin typeface="Century Gothic"/>
                <a:ea typeface="Century Gothic"/>
                <a:cs typeface="Century Gothic"/>
                <a:sym typeface="Century Gothic"/>
              </a:defRPr>
            </a:lvl7pPr>
            <a:lvl8pPr indent="0" lvl="7" marL="0" algn="r">
              <a:spcBef>
                <a:spcPts val="0"/>
              </a:spcBef>
              <a:buNone/>
              <a:defRPr sz="900">
                <a:solidFill>
                  <a:srgbClr val="FFFFFF"/>
                </a:solidFill>
                <a:latin typeface="Century Gothic"/>
                <a:ea typeface="Century Gothic"/>
                <a:cs typeface="Century Gothic"/>
                <a:sym typeface="Century Gothic"/>
              </a:defRPr>
            </a:lvl8pPr>
            <a:lvl9pPr indent="0" lvl="8" marL="0" algn="r">
              <a:spcBef>
                <a:spcPts val="0"/>
              </a:spcBef>
              <a:buNone/>
              <a:defRPr sz="900">
                <a:solidFill>
                  <a:srgbClr val="FF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hr-HR"/>
              <a:t>‹#›</a:t>
            </a:fld>
            <a:endParaRPr/>
          </a:p>
        </p:txBody>
      </p:sp>
      <p:sp>
        <p:nvSpPr>
          <p:cNvPr id="93" name="Google Shape;93;p40"/>
          <p:cNvSpPr/>
          <p:nvPr/>
        </p:nvSpPr>
        <p:spPr>
          <a:xfrm>
            <a:off x="6868160" y="274320"/>
            <a:ext cx="1988820" cy="6309360"/>
          </a:xfrm>
          <a:prstGeom prst="rect">
            <a:avLst/>
          </a:prstGeom>
          <a:noFill/>
          <a:ln cap="sq" cmpd="sng" w="9525">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4" name="Shape 94"/>
        <p:cNvGrpSpPr/>
        <p:nvPr/>
      </p:nvGrpSpPr>
      <p:grpSpPr>
        <a:xfrm>
          <a:off x="0" y="0"/>
          <a:ext cx="0" cy="0"/>
          <a:chOff x="0" y="0"/>
          <a:chExt cx="0" cy="0"/>
        </a:xfrm>
      </p:grpSpPr>
      <p:sp>
        <p:nvSpPr>
          <p:cNvPr id="95" name="Google Shape;95;p41"/>
          <p:cNvSpPr txBox="1"/>
          <p:nvPr>
            <p:ph type="title"/>
          </p:nvPr>
        </p:nvSpPr>
        <p:spPr>
          <a:xfrm>
            <a:off x="731520" y="642594"/>
            <a:ext cx="768096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41"/>
          <p:cNvSpPr txBox="1"/>
          <p:nvPr>
            <p:ph idx="1" type="body"/>
          </p:nvPr>
        </p:nvSpPr>
        <p:spPr>
          <a:xfrm rot="5400000">
            <a:off x="2606040" y="228600"/>
            <a:ext cx="3931920" cy="768096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a:lvl1pPr>
            <a:lvl2pPr indent="-342900" lvl="1" marL="914400" algn="l">
              <a:lnSpc>
                <a:spcPct val="100000"/>
              </a:lnSpc>
              <a:spcBef>
                <a:spcPts val="500"/>
              </a:spcBef>
              <a:spcAft>
                <a:spcPts val="0"/>
              </a:spcAft>
              <a:buSzPts val="1800"/>
              <a:buChar char="◦"/>
              <a:defRPr/>
            </a:lvl2pPr>
            <a:lvl3pPr indent="-342900" lvl="2" marL="1371600" algn="l">
              <a:lnSpc>
                <a:spcPct val="100000"/>
              </a:lnSpc>
              <a:spcBef>
                <a:spcPts val="500"/>
              </a:spcBef>
              <a:spcAft>
                <a:spcPts val="0"/>
              </a:spcAft>
              <a:buSzPts val="1800"/>
              <a:buChar char="◦"/>
              <a:defRPr/>
            </a:lvl3pPr>
            <a:lvl4pPr indent="-342900" lvl="3" marL="1828800" algn="l">
              <a:lnSpc>
                <a:spcPct val="100000"/>
              </a:lnSpc>
              <a:spcBef>
                <a:spcPts val="500"/>
              </a:spcBef>
              <a:spcAft>
                <a:spcPts val="0"/>
              </a:spcAft>
              <a:buSzPts val="1800"/>
              <a:buChar char="◦"/>
              <a:defRPr/>
            </a:lvl4pPr>
            <a:lvl5pPr indent="-342900" lvl="4" marL="2286000" algn="l">
              <a:lnSpc>
                <a:spcPct val="100000"/>
              </a:lnSpc>
              <a:spcBef>
                <a:spcPts val="500"/>
              </a:spcBef>
              <a:spcAft>
                <a:spcPts val="0"/>
              </a:spcAft>
              <a:buSzPts val="1800"/>
              <a:buChar char="◦"/>
              <a:defRPr/>
            </a:lvl5pPr>
            <a:lvl6pPr indent="-342900" lvl="5" marL="2743200" algn="l">
              <a:lnSpc>
                <a:spcPct val="100000"/>
              </a:lnSpc>
              <a:spcBef>
                <a:spcPts val="5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97" name="Google Shape;97;p41"/>
          <p:cNvSpPr txBox="1"/>
          <p:nvPr>
            <p:ph idx="10" type="dt"/>
          </p:nvPr>
        </p:nvSpPr>
        <p:spPr>
          <a:xfrm>
            <a:off x="234768" y="6309360"/>
            <a:ext cx="2057400" cy="2743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41"/>
          <p:cNvSpPr txBox="1"/>
          <p:nvPr>
            <p:ph idx="11" type="ftr"/>
          </p:nvPr>
        </p:nvSpPr>
        <p:spPr>
          <a:xfrm>
            <a:off x="2596896" y="6309360"/>
            <a:ext cx="3950208" cy="27432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41"/>
          <p:cNvSpPr txBox="1"/>
          <p:nvPr>
            <p:ph idx="12" type="sldNum"/>
          </p:nvPr>
        </p:nvSpPr>
        <p:spPr>
          <a:xfrm>
            <a:off x="7823382" y="6309360"/>
            <a:ext cx="1097280" cy="2743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hr-H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0" name="Shape 100"/>
        <p:cNvGrpSpPr/>
        <p:nvPr/>
      </p:nvGrpSpPr>
      <p:grpSpPr>
        <a:xfrm>
          <a:off x="0" y="0"/>
          <a:ext cx="0" cy="0"/>
          <a:chOff x="0" y="0"/>
          <a:chExt cx="0" cy="0"/>
        </a:xfrm>
      </p:grpSpPr>
      <p:sp>
        <p:nvSpPr>
          <p:cNvPr id="101" name="Google Shape;101;p42"/>
          <p:cNvSpPr txBox="1"/>
          <p:nvPr>
            <p:ph type="title"/>
          </p:nvPr>
        </p:nvSpPr>
        <p:spPr>
          <a:xfrm rot="5400000">
            <a:off x="5000625" y="2505075"/>
            <a:ext cx="5257800" cy="177165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42"/>
          <p:cNvSpPr txBox="1"/>
          <p:nvPr>
            <p:ph idx="1" type="body"/>
          </p:nvPr>
        </p:nvSpPr>
        <p:spPr>
          <a:xfrm rot="5400000">
            <a:off x="1028700" y="361950"/>
            <a:ext cx="5257800" cy="60579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a:lvl1pPr>
            <a:lvl2pPr indent="-342900" lvl="1" marL="914400" algn="l">
              <a:lnSpc>
                <a:spcPct val="100000"/>
              </a:lnSpc>
              <a:spcBef>
                <a:spcPts val="500"/>
              </a:spcBef>
              <a:spcAft>
                <a:spcPts val="0"/>
              </a:spcAft>
              <a:buSzPts val="1800"/>
              <a:buChar char="◦"/>
              <a:defRPr/>
            </a:lvl2pPr>
            <a:lvl3pPr indent="-342900" lvl="2" marL="1371600" algn="l">
              <a:lnSpc>
                <a:spcPct val="100000"/>
              </a:lnSpc>
              <a:spcBef>
                <a:spcPts val="500"/>
              </a:spcBef>
              <a:spcAft>
                <a:spcPts val="0"/>
              </a:spcAft>
              <a:buSzPts val="1800"/>
              <a:buChar char="◦"/>
              <a:defRPr/>
            </a:lvl3pPr>
            <a:lvl4pPr indent="-342900" lvl="3" marL="1828800" algn="l">
              <a:lnSpc>
                <a:spcPct val="100000"/>
              </a:lnSpc>
              <a:spcBef>
                <a:spcPts val="500"/>
              </a:spcBef>
              <a:spcAft>
                <a:spcPts val="0"/>
              </a:spcAft>
              <a:buSzPts val="1800"/>
              <a:buChar char="◦"/>
              <a:defRPr/>
            </a:lvl4pPr>
            <a:lvl5pPr indent="-342900" lvl="4" marL="2286000" algn="l">
              <a:lnSpc>
                <a:spcPct val="100000"/>
              </a:lnSpc>
              <a:spcBef>
                <a:spcPts val="500"/>
              </a:spcBef>
              <a:spcAft>
                <a:spcPts val="0"/>
              </a:spcAft>
              <a:buSzPts val="1800"/>
              <a:buChar char="◦"/>
              <a:defRPr/>
            </a:lvl5pPr>
            <a:lvl6pPr indent="-342900" lvl="5" marL="2743200" algn="l">
              <a:lnSpc>
                <a:spcPct val="100000"/>
              </a:lnSpc>
              <a:spcBef>
                <a:spcPts val="5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103" name="Google Shape;103;p42"/>
          <p:cNvSpPr txBox="1"/>
          <p:nvPr>
            <p:ph idx="10" type="dt"/>
          </p:nvPr>
        </p:nvSpPr>
        <p:spPr>
          <a:xfrm>
            <a:off x="234768" y="6309360"/>
            <a:ext cx="2057400" cy="2743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42"/>
          <p:cNvSpPr txBox="1"/>
          <p:nvPr>
            <p:ph idx="11" type="ftr"/>
          </p:nvPr>
        </p:nvSpPr>
        <p:spPr>
          <a:xfrm>
            <a:off x="2596896" y="6309360"/>
            <a:ext cx="3950208" cy="27432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42"/>
          <p:cNvSpPr txBox="1"/>
          <p:nvPr>
            <p:ph idx="12" type="sldNum"/>
          </p:nvPr>
        </p:nvSpPr>
        <p:spPr>
          <a:xfrm>
            <a:off x="7823382" y="6309360"/>
            <a:ext cx="1097280" cy="2743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hr-H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1"/>
          <p:cNvSpPr/>
          <p:nvPr/>
        </p:nvSpPr>
        <p:spPr>
          <a:xfrm>
            <a:off x="176022" y="173736"/>
            <a:ext cx="8791956" cy="6510528"/>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31"/>
          <p:cNvSpPr txBox="1"/>
          <p:nvPr>
            <p:ph type="title"/>
          </p:nvPr>
        </p:nvSpPr>
        <p:spPr>
          <a:xfrm>
            <a:off x="731520" y="642594"/>
            <a:ext cx="7680960" cy="13716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262626"/>
              </a:buClr>
              <a:buSzPts val="4000"/>
              <a:buFont typeface="Century Gothic"/>
              <a:buNone/>
              <a:defRPr b="0" i="0" sz="4000" u="none" cap="none" strike="noStrike">
                <a:solidFill>
                  <a:srgbClr val="262626"/>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31"/>
          <p:cNvSpPr txBox="1"/>
          <p:nvPr>
            <p:ph idx="1" type="body"/>
          </p:nvPr>
        </p:nvSpPr>
        <p:spPr>
          <a:xfrm>
            <a:off x="731520" y="2103120"/>
            <a:ext cx="7680960" cy="3931920"/>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00000"/>
              </a:lnSpc>
              <a:spcBef>
                <a:spcPts val="900"/>
              </a:spcBef>
              <a:spcAft>
                <a:spcPts val="0"/>
              </a:spcAft>
              <a:buClr>
                <a:srgbClr val="262626"/>
              </a:buClr>
              <a:buSzPts val="1800"/>
              <a:buFont typeface="Garamond"/>
              <a:buChar char="◦"/>
              <a:defRPr b="0" i="0" sz="1800" u="none" cap="none" strike="noStrike">
                <a:solidFill>
                  <a:schemeClr val="dk1"/>
                </a:solidFill>
                <a:latin typeface="Century Gothic"/>
                <a:ea typeface="Century Gothic"/>
                <a:cs typeface="Century Gothic"/>
                <a:sym typeface="Century Gothic"/>
              </a:defRPr>
            </a:lvl1pPr>
            <a:lvl2pPr indent="-330200" lvl="1" marL="914400" marR="0" rtl="0" algn="l">
              <a:lnSpc>
                <a:spcPct val="100000"/>
              </a:lnSpc>
              <a:spcBef>
                <a:spcPts val="500"/>
              </a:spcBef>
              <a:spcAft>
                <a:spcPts val="0"/>
              </a:spcAft>
              <a:buClr>
                <a:srgbClr val="262626"/>
              </a:buClr>
              <a:buSzPts val="1600"/>
              <a:buFont typeface="Garamond"/>
              <a:buChar char="◦"/>
              <a:defRPr b="0" i="0" sz="1600" u="none" cap="none" strike="noStrike">
                <a:solidFill>
                  <a:schemeClr val="dk1"/>
                </a:solidFill>
                <a:latin typeface="Century Gothic"/>
                <a:ea typeface="Century Gothic"/>
                <a:cs typeface="Century Gothic"/>
                <a:sym typeface="Century Gothic"/>
              </a:defRPr>
            </a:lvl2pPr>
            <a:lvl3pPr indent="-317500" lvl="2" marL="13716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Century Gothic"/>
                <a:ea typeface="Century Gothic"/>
                <a:cs typeface="Century Gothic"/>
                <a:sym typeface="Century Gothic"/>
              </a:defRPr>
            </a:lvl3pPr>
            <a:lvl4pPr indent="-317500" lvl="3" marL="18288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Century Gothic"/>
                <a:ea typeface="Century Gothic"/>
                <a:cs typeface="Century Gothic"/>
                <a:sym typeface="Century Gothic"/>
              </a:defRPr>
            </a:lvl4pPr>
            <a:lvl5pPr indent="-317500" lvl="4" marL="22860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Century Gothic"/>
                <a:ea typeface="Century Gothic"/>
                <a:cs typeface="Century Gothic"/>
                <a:sym typeface="Century Gothic"/>
              </a:defRPr>
            </a:lvl5pPr>
            <a:lvl6pPr indent="-317500" lvl="5" marL="27432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Century Gothic"/>
                <a:ea typeface="Century Gothic"/>
                <a:cs typeface="Century Gothic"/>
                <a:sym typeface="Century Gothic"/>
              </a:defRPr>
            </a:lvl6pPr>
            <a:lvl7pPr indent="-317500" lvl="6" marL="32004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Century Gothic"/>
                <a:ea typeface="Century Gothic"/>
                <a:cs typeface="Century Gothic"/>
                <a:sym typeface="Century Gothic"/>
              </a:defRPr>
            </a:lvl7pPr>
            <a:lvl8pPr indent="-317500" lvl="7" marL="36576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Century Gothic"/>
                <a:ea typeface="Century Gothic"/>
                <a:cs typeface="Century Gothic"/>
                <a:sym typeface="Century Gothic"/>
              </a:defRPr>
            </a:lvl8pPr>
            <a:lvl9pPr indent="-317500" lvl="8" marL="41148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Century Gothic"/>
                <a:ea typeface="Century Gothic"/>
                <a:cs typeface="Century Gothic"/>
                <a:sym typeface="Century Gothic"/>
              </a:defRPr>
            </a:lvl9pPr>
          </a:lstStyle>
          <a:p/>
        </p:txBody>
      </p:sp>
      <p:sp>
        <p:nvSpPr>
          <p:cNvPr id="13" name="Google Shape;13;p31"/>
          <p:cNvSpPr txBox="1"/>
          <p:nvPr>
            <p:ph idx="10" type="dt"/>
          </p:nvPr>
        </p:nvSpPr>
        <p:spPr>
          <a:xfrm>
            <a:off x="234768" y="6309360"/>
            <a:ext cx="2057400" cy="27432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3F3F3F"/>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14" name="Google Shape;14;p31"/>
          <p:cNvSpPr txBox="1"/>
          <p:nvPr>
            <p:ph idx="11" type="ftr"/>
          </p:nvPr>
        </p:nvSpPr>
        <p:spPr>
          <a:xfrm>
            <a:off x="2596896" y="6309360"/>
            <a:ext cx="3950208" cy="274320"/>
          </a:xfrm>
          <a:prstGeom prst="rect">
            <a:avLst/>
          </a:prstGeom>
          <a:noFill/>
          <a:ln>
            <a:noFill/>
          </a:ln>
        </p:spPr>
        <p:txBody>
          <a:bodyPr anchorCtr="0" anchor="b"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3F3F3F"/>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15" name="Google Shape;15;p31"/>
          <p:cNvSpPr txBox="1"/>
          <p:nvPr>
            <p:ph idx="12" type="sldNum"/>
          </p:nvPr>
        </p:nvSpPr>
        <p:spPr>
          <a:xfrm>
            <a:off x="7823382" y="6309360"/>
            <a:ext cx="1097280" cy="274320"/>
          </a:xfrm>
          <a:prstGeom prst="rect">
            <a:avLst/>
          </a:prstGeom>
          <a:noFill/>
          <a:ln>
            <a:noFill/>
          </a:ln>
        </p:spPr>
        <p:txBody>
          <a:bodyPr anchorCtr="0" anchor="b" bIns="45700" lIns="91425" spcFirstLastPara="1" rIns="91425" wrap="square" tIns="45700">
            <a:noAutofit/>
          </a:bodyPr>
          <a:lstStyle>
            <a:lvl1pPr indent="0" lvl="0" marL="0" marR="0" rtl="0" algn="r">
              <a:spcBef>
                <a:spcPts val="0"/>
              </a:spcBef>
              <a:buNone/>
              <a:defRPr b="0" i="0" sz="900" u="none" cap="none" strike="noStrike">
                <a:solidFill>
                  <a:srgbClr val="3F3F3F"/>
                </a:solidFill>
                <a:latin typeface="Century Gothic"/>
                <a:ea typeface="Century Gothic"/>
                <a:cs typeface="Century Gothic"/>
                <a:sym typeface="Century Gothic"/>
              </a:defRPr>
            </a:lvl1pPr>
            <a:lvl2pPr indent="0" lvl="1" marL="0" marR="0" rtl="0" algn="r">
              <a:spcBef>
                <a:spcPts val="0"/>
              </a:spcBef>
              <a:buNone/>
              <a:defRPr b="0" i="0" sz="900" u="none" cap="none" strike="noStrike">
                <a:solidFill>
                  <a:srgbClr val="3F3F3F"/>
                </a:solidFill>
                <a:latin typeface="Century Gothic"/>
                <a:ea typeface="Century Gothic"/>
                <a:cs typeface="Century Gothic"/>
                <a:sym typeface="Century Gothic"/>
              </a:defRPr>
            </a:lvl2pPr>
            <a:lvl3pPr indent="0" lvl="2" marL="0" marR="0" rtl="0" algn="r">
              <a:spcBef>
                <a:spcPts val="0"/>
              </a:spcBef>
              <a:buNone/>
              <a:defRPr b="0" i="0" sz="900" u="none" cap="none" strike="noStrike">
                <a:solidFill>
                  <a:srgbClr val="3F3F3F"/>
                </a:solidFill>
                <a:latin typeface="Century Gothic"/>
                <a:ea typeface="Century Gothic"/>
                <a:cs typeface="Century Gothic"/>
                <a:sym typeface="Century Gothic"/>
              </a:defRPr>
            </a:lvl3pPr>
            <a:lvl4pPr indent="0" lvl="3" marL="0" marR="0" rtl="0" algn="r">
              <a:spcBef>
                <a:spcPts val="0"/>
              </a:spcBef>
              <a:buNone/>
              <a:defRPr b="0" i="0" sz="900" u="none" cap="none" strike="noStrike">
                <a:solidFill>
                  <a:srgbClr val="3F3F3F"/>
                </a:solidFill>
                <a:latin typeface="Century Gothic"/>
                <a:ea typeface="Century Gothic"/>
                <a:cs typeface="Century Gothic"/>
                <a:sym typeface="Century Gothic"/>
              </a:defRPr>
            </a:lvl4pPr>
            <a:lvl5pPr indent="0" lvl="4" marL="0" marR="0" rtl="0" algn="r">
              <a:spcBef>
                <a:spcPts val="0"/>
              </a:spcBef>
              <a:buNone/>
              <a:defRPr b="0" i="0" sz="900" u="none" cap="none" strike="noStrike">
                <a:solidFill>
                  <a:srgbClr val="3F3F3F"/>
                </a:solidFill>
                <a:latin typeface="Century Gothic"/>
                <a:ea typeface="Century Gothic"/>
                <a:cs typeface="Century Gothic"/>
                <a:sym typeface="Century Gothic"/>
              </a:defRPr>
            </a:lvl5pPr>
            <a:lvl6pPr indent="0" lvl="5" marL="0" marR="0" rtl="0" algn="r">
              <a:spcBef>
                <a:spcPts val="0"/>
              </a:spcBef>
              <a:buNone/>
              <a:defRPr b="0" i="0" sz="900" u="none" cap="none" strike="noStrike">
                <a:solidFill>
                  <a:srgbClr val="3F3F3F"/>
                </a:solidFill>
                <a:latin typeface="Century Gothic"/>
                <a:ea typeface="Century Gothic"/>
                <a:cs typeface="Century Gothic"/>
                <a:sym typeface="Century Gothic"/>
              </a:defRPr>
            </a:lvl6pPr>
            <a:lvl7pPr indent="0" lvl="6" marL="0" marR="0" rtl="0" algn="r">
              <a:spcBef>
                <a:spcPts val="0"/>
              </a:spcBef>
              <a:buNone/>
              <a:defRPr b="0" i="0" sz="900" u="none" cap="none" strike="noStrike">
                <a:solidFill>
                  <a:srgbClr val="3F3F3F"/>
                </a:solidFill>
                <a:latin typeface="Century Gothic"/>
                <a:ea typeface="Century Gothic"/>
                <a:cs typeface="Century Gothic"/>
                <a:sym typeface="Century Gothic"/>
              </a:defRPr>
            </a:lvl7pPr>
            <a:lvl8pPr indent="0" lvl="7" marL="0" marR="0" rtl="0" algn="r">
              <a:spcBef>
                <a:spcPts val="0"/>
              </a:spcBef>
              <a:buNone/>
              <a:defRPr b="0" i="0" sz="900" u="none" cap="none" strike="noStrike">
                <a:solidFill>
                  <a:srgbClr val="3F3F3F"/>
                </a:solidFill>
                <a:latin typeface="Century Gothic"/>
                <a:ea typeface="Century Gothic"/>
                <a:cs typeface="Century Gothic"/>
                <a:sym typeface="Century Gothic"/>
              </a:defRPr>
            </a:lvl8pPr>
            <a:lvl9pPr indent="0" lvl="8" marL="0" marR="0" rtl="0" algn="r">
              <a:spcBef>
                <a:spcPts val="0"/>
              </a:spcBef>
              <a:buNone/>
              <a:defRPr b="0" i="0" sz="900" u="none" cap="none" strike="noStrike">
                <a:solidFill>
                  <a:srgbClr val="3F3F3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hr-H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jpg"/><Relationship Id="rId4"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3.jpg"/><Relationship Id="rId4" Type="http://schemas.openxmlformats.org/officeDocument/2006/relationships/image" Target="../media/image1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9.jpg"/><Relationship Id="rId4" Type="http://schemas.openxmlformats.org/officeDocument/2006/relationships/image" Target="../media/image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8.jpg"/><Relationship Id="rId4" Type="http://schemas.openxmlformats.org/officeDocument/2006/relationships/image" Target="../media/image1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5.jpg"/><Relationship Id="rId4" Type="http://schemas.openxmlformats.org/officeDocument/2006/relationships/image" Target="../media/image27.png"/><Relationship Id="rId5"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9.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3.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8.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
          <p:cNvSpPr txBox="1"/>
          <p:nvPr>
            <p:ph idx="1" type="body"/>
          </p:nvPr>
        </p:nvSpPr>
        <p:spPr>
          <a:xfrm>
            <a:off x="731520" y="2103120"/>
            <a:ext cx="7680960" cy="3931920"/>
          </a:xfrm>
          <a:prstGeom prst="rect">
            <a:avLst/>
          </a:prstGeom>
          <a:noFill/>
          <a:ln>
            <a:noFill/>
          </a:ln>
        </p:spPr>
        <p:txBody>
          <a:bodyPr anchorCtr="0" anchor="t" bIns="45700" lIns="91425" spcFirstLastPara="1" rIns="91425" wrap="square" tIns="45700">
            <a:normAutofit/>
          </a:bodyPr>
          <a:lstStyle/>
          <a:p>
            <a:pPr indent="-203200" lvl="0" marL="182880" rtl="0" algn="l">
              <a:lnSpc>
                <a:spcPct val="100000"/>
              </a:lnSpc>
              <a:spcBef>
                <a:spcPts val="0"/>
              </a:spcBef>
              <a:spcAft>
                <a:spcPts val="0"/>
              </a:spcAft>
              <a:buSzPts val="3200"/>
              <a:buChar char="◦"/>
            </a:pPr>
            <a:r>
              <a:rPr lang="hr-HR" sz="3200"/>
              <a:t>Prisjeti se koje se promjene u svjetonazoru Europljana događaju zbog geografskih otkrića te humanizma i renesanse?</a:t>
            </a:r>
            <a:endParaRPr/>
          </a:p>
          <a:p>
            <a:pPr indent="-203200" lvl="0" marL="182880" rtl="0" algn="l">
              <a:lnSpc>
                <a:spcPct val="100000"/>
              </a:lnSpc>
              <a:spcBef>
                <a:spcPts val="900"/>
              </a:spcBef>
              <a:spcAft>
                <a:spcPts val="0"/>
              </a:spcAft>
              <a:buSzPts val="3200"/>
              <a:buChar char="◦"/>
            </a:pPr>
            <a:r>
              <a:rPr lang="hr-HR" sz="3200"/>
              <a:t>Opiši promjene nastale Velikim crkvenim raskolom?</a:t>
            </a:r>
            <a:endParaRPr/>
          </a:p>
          <a:p>
            <a:pPr indent="0" lvl="0" marL="182880" rtl="0" algn="l">
              <a:lnSpc>
                <a:spcPct val="100000"/>
              </a:lnSpc>
              <a:spcBef>
                <a:spcPts val="900"/>
              </a:spcBef>
              <a:spcAft>
                <a:spcPts val="0"/>
              </a:spcAft>
              <a:buSzPts val="3200"/>
              <a:buNone/>
            </a:pPr>
            <a:r>
              <a:t/>
            </a:r>
            <a:endParaRPr sz="3200"/>
          </a:p>
        </p:txBody>
      </p:sp>
      <p:sp>
        <p:nvSpPr>
          <p:cNvPr id="111" name="Google Shape;111;p1"/>
          <p:cNvSpPr txBox="1"/>
          <p:nvPr>
            <p:ph type="title"/>
          </p:nvPr>
        </p:nvSpPr>
        <p:spPr>
          <a:xfrm>
            <a:off x="688490" y="570156"/>
            <a:ext cx="7987966" cy="1054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000"/>
              <a:buFont typeface="Century Gothic"/>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
          <p:cNvSpPr txBox="1"/>
          <p:nvPr>
            <p:ph type="ctrTitle"/>
          </p:nvPr>
        </p:nvSpPr>
        <p:spPr>
          <a:xfrm>
            <a:off x="1171281" y="2091263"/>
            <a:ext cx="6801440" cy="2590800"/>
          </a:xfrm>
          <a:prstGeom prst="rect">
            <a:avLst/>
          </a:prstGeom>
          <a:noFill/>
          <a:ln>
            <a:noFill/>
          </a:ln>
        </p:spPr>
        <p:txBody>
          <a:bodyPr anchorCtr="0" anchor="ctr" bIns="45700" lIns="91425" spcFirstLastPara="1" rIns="91425" wrap="square" tIns="45700">
            <a:noAutofit/>
          </a:bodyPr>
          <a:lstStyle/>
          <a:p>
            <a:pPr indent="0" lvl="0" marL="0" rtl="0" algn="ctr">
              <a:lnSpc>
                <a:spcPct val="83000"/>
              </a:lnSpc>
              <a:spcBef>
                <a:spcPts val="0"/>
              </a:spcBef>
              <a:spcAft>
                <a:spcPts val="0"/>
              </a:spcAft>
              <a:buClr>
                <a:srgbClr val="262626"/>
              </a:buClr>
              <a:buSzPts val="6200"/>
              <a:buFont typeface="Century Gothic"/>
              <a:buNone/>
            </a:pPr>
            <a:r>
              <a:rPr lang="hr-HR"/>
              <a:t>PROTESTANTIZAM I KATOLIČKA OBNOVA</a:t>
            </a:r>
            <a:endParaRPr/>
          </a:p>
        </p:txBody>
      </p:sp>
    </p:spTree>
  </p:cSld>
  <p:clrMapOvr>
    <a:masterClrMapping/>
  </p:clrMapOvr>
  <mc:AlternateContent>
    <mc:Choice Requires="p14">
      <p:transition spd="slow" p14:dur="1600">
        <p14:gallery dir="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3"/>
          <p:cNvSpPr txBox="1"/>
          <p:nvPr>
            <p:ph idx="1" type="body"/>
          </p:nvPr>
        </p:nvSpPr>
        <p:spPr>
          <a:xfrm>
            <a:off x="611560" y="2204864"/>
            <a:ext cx="7745505" cy="4204989"/>
          </a:xfrm>
          <a:prstGeom prst="rect">
            <a:avLst/>
          </a:prstGeom>
          <a:noFill/>
          <a:ln>
            <a:noFill/>
          </a:ln>
        </p:spPr>
        <p:txBody>
          <a:bodyPr anchorCtr="0" anchor="t" bIns="45700" lIns="91425" spcFirstLastPara="1" rIns="91425" wrap="square" tIns="45700">
            <a:normAutofit/>
          </a:bodyPr>
          <a:lstStyle/>
          <a:p>
            <a:pPr indent="-182880" lvl="0" marL="182880" rtl="0" algn="l">
              <a:lnSpc>
                <a:spcPct val="100000"/>
              </a:lnSpc>
              <a:spcBef>
                <a:spcPts val="0"/>
              </a:spcBef>
              <a:spcAft>
                <a:spcPts val="0"/>
              </a:spcAft>
              <a:buSzPts val="2800"/>
              <a:buChar char="◦"/>
            </a:pPr>
            <a:r>
              <a:rPr b="1" lang="hr-HR" sz="2800">
                <a:solidFill>
                  <a:srgbClr val="1C6294"/>
                </a:solidFill>
              </a:rPr>
              <a:t>PROTESTANTIZAM</a:t>
            </a:r>
            <a:endParaRPr/>
          </a:p>
          <a:p>
            <a:pPr indent="-182880" lvl="1" marL="457200" rtl="0" algn="l">
              <a:lnSpc>
                <a:spcPct val="100000"/>
              </a:lnSpc>
              <a:spcBef>
                <a:spcPts val="500"/>
              </a:spcBef>
              <a:spcAft>
                <a:spcPts val="0"/>
              </a:spcAft>
              <a:buSzPts val="2400"/>
              <a:buChar char="◦"/>
            </a:pPr>
            <a:r>
              <a:rPr lang="hr-HR" sz="2400"/>
              <a:t>naziv za Lutherov pokret i njegove pristaše jer su </a:t>
            </a:r>
            <a:r>
              <a:rPr b="1" lang="hr-HR" sz="2400"/>
              <a:t>prosvjedovali protiv </a:t>
            </a:r>
            <a:r>
              <a:rPr lang="hr-HR" sz="2400"/>
              <a:t>odluke o zabrani njegova učenja</a:t>
            </a:r>
            <a:endParaRPr/>
          </a:p>
          <a:p>
            <a:pPr indent="-182880" lvl="1" marL="457200" rtl="0" algn="l">
              <a:lnSpc>
                <a:spcPct val="100000"/>
              </a:lnSpc>
              <a:spcBef>
                <a:spcPts val="500"/>
              </a:spcBef>
              <a:spcAft>
                <a:spcPts val="0"/>
              </a:spcAft>
              <a:buSzPts val="2400"/>
              <a:buChar char="◦"/>
            </a:pPr>
            <a:r>
              <a:rPr lang="hr-HR" sz="2400"/>
              <a:t>naziv za kršćanska vjerska učenja koja su se odijelila od službenog crkvenog učenja i običaja KC</a:t>
            </a:r>
            <a:endParaRPr/>
          </a:p>
          <a:p>
            <a:pPr indent="-182880" lvl="0" marL="182880" rtl="0" algn="l">
              <a:lnSpc>
                <a:spcPct val="100000"/>
              </a:lnSpc>
              <a:spcBef>
                <a:spcPts val="900"/>
              </a:spcBef>
              <a:spcAft>
                <a:spcPts val="0"/>
              </a:spcAft>
              <a:buSzPts val="2800"/>
              <a:buChar char="◦"/>
            </a:pPr>
            <a:r>
              <a:rPr b="1" lang="hr-HR" sz="2800">
                <a:solidFill>
                  <a:srgbClr val="1C6294"/>
                </a:solidFill>
              </a:rPr>
              <a:t>KATOLIČKA OBNOVA</a:t>
            </a:r>
            <a:endParaRPr b="1" sz="2800">
              <a:solidFill>
                <a:srgbClr val="1C6294"/>
              </a:solidFill>
            </a:endParaRPr>
          </a:p>
          <a:p>
            <a:pPr indent="-182880" lvl="1" marL="457200" rtl="0" algn="l">
              <a:lnSpc>
                <a:spcPct val="100000"/>
              </a:lnSpc>
              <a:spcBef>
                <a:spcPts val="500"/>
              </a:spcBef>
              <a:spcAft>
                <a:spcPts val="0"/>
              </a:spcAft>
              <a:buSzPts val="2600"/>
              <a:buChar char="◦"/>
            </a:pPr>
            <a:r>
              <a:rPr lang="hr-HR" sz="2600"/>
              <a:t>pokret za promjenama unutar KC u 16. st.</a:t>
            </a:r>
            <a:endParaRPr sz="2600"/>
          </a:p>
          <a:p>
            <a:pPr indent="-68579" lvl="0" marL="182880" rtl="0" algn="l">
              <a:lnSpc>
                <a:spcPct val="100000"/>
              </a:lnSpc>
              <a:spcBef>
                <a:spcPts val="900"/>
              </a:spcBef>
              <a:spcAft>
                <a:spcPts val="0"/>
              </a:spcAft>
              <a:buSzPts val="1800"/>
              <a:buNone/>
            </a:pPr>
            <a:r>
              <a:t/>
            </a:r>
            <a:endParaRPr/>
          </a:p>
        </p:txBody>
      </p:sp>
      <p:sp>
        <p:nvSpPr>
          <p:cNvPr id="123" name="Google Shape;123;p3"/>
          <p:cNvSpPr txBox="1"/>
          <p:nvPr>
            <p:ph type="title"/>
          </p:nvPr>
        </p:nvSpPr>
        <p:spPr>
          <a:xfrm>
            <a:off x="731520" y="642594"/>
            <a:ext cx="7680960" cy="137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000"/>
              <a:buFont typeface="Century Gothic"/>
              <a:buNone/>
            </a:pPr>
            <a:r>
              <a:rPr lang="hr-HR"/>
              <a:t>TEMELJNI POJMOVI</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4"/>
          <p:cNvSpPr txBox="1"/>
          <p:nvPr>
            <p:ph type="title"/>
          </p:nvPr>
        </p:nvSpPr>
        <p:spPr>
          <a:xfrm>
            <a:off x="101120" y="228600"/>
            <a:ext cx="6452080" cy="762000"/>
          </a:xfrm>
          <a:prstGeom prst="rect">
            <a:avLst/>
          </a:prstGeom>
          <a:solidFill>
            <a:srgbClr val="B2E3D5"/>
          </a:solid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62626"/>
              </a:buClr>
              <a:buSzPts val="2800"/>
              <a:buFont typeface="Century Gothic"/>
              <a:buNone/>
            </a:pPr>
            <a:r>
              <a:rPr b="1" lang="hr-HR" sz="2800">
                <a:latin typeface="Century Gothic"/>
                <a:ea typeface="Century Gothic"/>
                <a:cs typeface="Century Gothic"/>
                <a:sym typeface="Century Gothic"/>
              </a:rPr>
              <a:t>SLABOSTI CRKVE</a:t>
            </a:r>
            <a:endParaRPr b="1" sz="2800">
              <a:latin typeface="Century Gothic"/>
              <a:ea typeface="Century Gothic"/>
              <a:cs typeface="Century Gothic"/>
              <a:sym typeface="Century Gothic"/>
            </a:endParaRPr>
          </a:p>
        </p:txBody>
      </p:sp>
      <p:sp>
        <p:nvSpPr>
          <p:cNvPr id="129" name="Google Shape;129;p4"/>
          <p:cNvSpPr/>
          <p:nvPr/>
        </p:nvSpPr>
        <p:spPr>
          <a:xfrm>
            <a:off x="5861197" y="1439056"/>
            <a:ext cx="1941006" cy="680019"/>
          </a:xfrm>
          <a:prstGeom prst="round2DiagRect">
            <a:avLst>
              <a:gd fmla="val 16667" name="adj1"/>
              <a:gd fmla="val 0" name="adj2"/>
            </a:avLst>
          </a:prstGeom>
          <a:solidFill>
            <a:schemeClr val="lt1"/>
          </a:solidFill>
          <a:ln cap="flat" cmpd="sng" w="12700">
            <a:solidFill>
              <a:srgbClr val="8BD6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hr-HR" sz="2000" u="none" cap="none" strike="noStrike">
                <a:solidFill>
                  <a:schemeClr val="dk1"/>
                </a:solidFill>
                <a:latin typeface="Century Gothic"/>
                <a:ea typeface="Century Gothic"/>
                <a:cs typeface="Century Gothic"/>
                <a:sym typeface="Century Gothic"/>
              </a:rPr>
              <a:t>naviještanje evanđelja</a:t>
            </a:r>
            <a:endParaRPr b="1" i="0" sz="2000" u="none" cap="none" strike="noStrike">
              <a:solidFill>
                <a:schemeClr val="dk1"/>
              </a:solidFill>
              <a:latin typeface="Century Gothic"/>
              <a:ea typeface="Century Gothic"/>
              <a:cs typeface="Century Gothic"/>
              <a:sym typeface="Century Gothic"/>
            </a:endParaRPr>
          </a:p>
        </p:txBody>
      </p:sp>
      <p:sp>
        <p:nvSpPr>
          <p:cNvPr id="130" name="Google Shape;130;p4"/>
          <p:cNvSpPr txBox="1"/>
          <p:nvPr/>
        </p:nvSpPr>
        <p:spPr>
          <a:xfrm>
            <a:off x="228600" y="813494"/>
            <a:ext cx="8832272" cy="520630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50000"/>
              </a:lnSpc>
              <a:spcBef>
                <a:spcPts val="0"/>
              </a:spcBef>
              <a:spcAft>
                <a:spcPts val="0"/>
              </a:spcAft>
              <a:buClr>
                <a:schemeClr val="dk1"/>
              </a:buClr>
              <a:buSzPts val="2800"/>
              <a:buFont typeface="Noto Sans Symbols"/>
              <a:buChar char="⮚"/>
            </a:pPr>
            <a:r>
              <a:rPr b="0" i="0" lang="hr-HR" sz="2800" u="none" cap="none" strike="noStrike">
                <a:solidFill>
                  <a:schemeClr val="dk1"/>
                </a:solidFill>
                <a:latin typeface="Calibri"/>
                <a:ea typeface="Calibri"/>
                <a:cs typeface="Calibri"/>
                <a:sym typeface="Calibri"/>
              </a:rPr>
              <a:t> bogaćenje Crkve i njezino uplitanje u političke borbe udaljilo ju je od glavne zadaće</a:t>
            </a:r>
            <a:endParaRPr/>
          </a:p>
          <a:p>
            <a:pPr indent="-342900" lvl="0" marL="342900" marR="0" rtl="0" algn="l">
              <a:lnSpc>
                <a:spcPct val="150000"/>
              </a:lnSpc>
              <a:spcBef>
                <a:spcPts val="560"/>
              </a:spcBef>
              <a:spcAft>
                <a:spcPts val="0"/>
              </a:spcAft>
              <a:buClr>
                <a:schemeClr val="dk1"/>
              </a:buClr>
              <a:buSzPts val="2800"/>
              <a:buFont typeface="Noto Sans Symbols"/>
              <a:buChar char="⮚"/>
            </a:pPr>
            <a:r>
              <a:rPr b="0" i="0" lang="hr-HR" sz="2800" u="none" cap="none" strike="noStrike">
                <a:solidFill>
                  <a:schemeClr val="dk1"/>
                </a:solidFill>
                <a:latin typeface="Calibri"/>
                <a:ea typeface="Calibri"/>
                <a:cs typeface="Calibri"/>
                <a:sym typeface="Calibri"/>
              </a:rPr>
              <a:t> ostali </a:t>
            </a:r>
            <a:r>
              <a:rPr b="1" i="0" lang="hr-HR" sz="2800" u="none" cap="none" strike="noStrike">
                <a:solidFill>
                  <a:schemeClr val="dk1"/>
                </a:solidFill>
                <a:latin typeface="Calibri"/>
                <a:ea typeface="Calibri"/>
                <a:cs typeface="Calibri"/>
                <a:sym typeface="Calibri"/>
              </a:rPr>
              <a:t>preduvjeti</a:t>
            </a:r>
            <a:r>
              <a:rPr b="0" i="0" lang="hr-HR" sz="2800" u="none" cap="none" strike="noStrike">
                <a:solidFill>
                  <a:schemeClr val="dk1"/>
                </a:solidFill>
                <a:latin typeface="Calibri"/>
                <a:ea typeface="Calibri"/>
                <a:cs typeface="Calibri"/>
                <a:sym typeface="Calibri"/>
              </a:rPr>
              <a:t> koji su potaknuli želju za reformom Crkve:</a:t>
            </a:r>
            <a:endParaRPr b="0" i="0" sz="2800" u="none" cap="none" strike="noStrike">
              <a:solidFill>
                <a:schemeClr val="dk1"/>
              </a:solidFill>
              <a:latin typeface="Calibri"/>
              <a:ea typeface="Calibri"/>
              <a:cs typeface="Calibri"/>
              <a:sym typeface="Calibri"/>
            </a:endParaRPr>
          </a:p>
          <a:p>
            <a:pPr indent="-342900" lvl="0" marL="342900" marR="0" rtl="0" algn="l">
              <a:lnSpc>
                <a:spcPct val="150000"/>
              </a:lnSpc>
              <a:spcBef>
                <a:spcPts val="560"/>
              </a:spcBef>
              <a:spcAft>
                <a:spcPts val="0"/>
              </a:spcAft>
              <a:buClr>
                <a:schemeClr val="dk1"/>
              </a:buClr>
              <a:buSzPts val="2800"/>
              <a:buFont typeface="Noto Sans Symbols"/>
              <a:buChar char="⮚"/>
            </a:pPr>
            <a:r>
              <a:rPr b="0" i="0" lang="hr-HR" sz="2800" u="none" cap="none" strike="noStrike">
                <a:solidFill>
                  <a:schemeClr val="dk1"/>
                </a:solidFill>
                <a:latin typeface="Calibri"/>
                <a:ea typeface="Calibri"/>
                <a:cs typeface="Calibri"/>
                <a:sym typeface="Calibri"/>
              </a:rPr>
              <a:t>crkveni poglavari nisu se školovali za svećenike</a:t>
            </a:r>
            <a:endParaRPr/>
          </a:p>
          <a:p>
            <a:pPr indent="-342900" lvl="0" marL="342900" marR="0" rtl="0" algn="l">
              <a:lnSpc>
                <a:spcPct val="150000"/>
              </a:lnSpc>
              <a:spcBef>
                <a:spcPts val="560"/>
              </a:spcBef>
              <a:spcAft>
                <a:spcPts val="0"/>
              </a:spcAft>
              <a:buClr>
                <a:schemeClr val="dk1"/>
              </a:buClr>
              <a:buSzPts val="2800"/>
              <a:buFont typeface="Noto Sans Symbols"/>
              <a:buChar char="⮚"/>
            </a:pPr>
            <a:r>
              <a:rPr b="0" i="0" lang="hr-HR" sz="2800" u="none" cap="none" strike="noStrike">
                <a:solidFill>
                  <a:schemeClr val="dk1"/>
                </a:solidFill>
                <a:latin typeface="Calibri"/>
                <a:ea typeface="Calibri"/>
                <a:cs typeface="Calibri"/>
                <a:sym typeface="Calibri"/>
              </a:rPr>
              <a:t>podmićivanje i kupovina crkvenih službi</a:t>
            </a:r>
            <a:endParaRPr b="0" i="0" sz="2800" u="none" cap="none" strike="noStrike">
              <a:solidFill>
                <a:schemeClr val="dk1"/>
              </a:solidFill>
              <a:latin typeface="Calibri"/>
              <a:ea typeface="Calibri"/>
              <a:cs typeface="Calibri"/>
              <a:sym typeface="Calibri"/>
            </a:endParaRPr>
          </a:p>
          <a:p>
            <a:pPr indent="-342900" lvl="0" marL="342900" marR="0" rtl="0" algn="l">
              <a:lnSpc>
                <a:spcPct val="150000"/>
              </a:lnSpc>
              <a:spcBef>
                <a:spcPts val="560"/>
              </a:spcBef>
              <a:spcAft>
                <a:spcPts val="0"/>
              </a:spcAft>
              <a:buClr>
                <a:schemeClr val="dk1"/>
              </a:buClr>
              <a:buSzPts val="2800"/>
              <a:buFont typeface="Noto Sans Symbols"/>
              <a:buChar char="⮚"/>
            </a:pPr>
            <a:r>
              <a:rPr b="0" i="0" lang="hr-HR" sz="2800" u="none" cap="none" strike="noStrike">
                <a:solidFill>
                  <a:schemeClr val="dk1"/>
                </a:solidFill>
                <a:latin typeface="Calibri"/>
                <a:ea typeface="Calibri"/>
                <a:cs typeface="Calibri"/>
                <a:sym typeface="Calibri"/>
              </a:rPr>
              <a:t>prodaja povelja oprosta od grijeha (indulgencija)</a:t>
            </a:r>
            <a:endParaRPr/>
          </a:p>
        </p:txBody>
      </p:sp>
      <p:sp>
        <p:nvSpPr>
          <p:cNvPr id="131" name="Google Shape;131;p4"/>
          <p:cNvSpPr/>
          <p:nvPr/>
        </p:nvSpPr>
        <p:spPr>
          <a:xfrm>
            <a:off x="5026153" y="1508319"/>
            <a:ext cx="902209" cy="484632"/>
          </a:xfrm>
          <a:prstGeom prst="rightArrow">
            <a:avLst>
              <a:gd fmla="val 50000" name="adj1"/>
              <a:gd fmla="val 50000" name="adj2"/>
            </a:avLst>
          </a:prstGeom>
          <a:solidFill>
            <a:srgbClr val="B2E3D5"/>
          </a:solidFill>
          <a:ln cap="flat" cmpd="sng" w="12700">
            <a:solidFill>
              <a:srgbClr val="8BD6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transition spd="slow" p14:dur="1500">
    <p:split orient="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500"/>
                                        <p:tgtEl>
                                          <p:spTgt spid="12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1000"/>
                                        <p:tgtEl>
                                          <p:spTgt spid="131"/>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1000"/>
                                        <p:tgtEl>
                                          <p:spTgt spid="1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30"/>
                                        </p:tgtEl>
                                      </p:cBhvr>
                                    </p:animEffect>
                                    <p:set>
                                      <p:cBhvr>
                                        <p:cTn dur="1" fill="hold">
                                          <p:stCondLst>
                                            <p:cond delay="500"/>
                                          </p:stCondLst>
                                        </p:cTn>
                                        <p:tgtEl>
                                          <p:spTgt spid="13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31"/>
                                        </p:tgtEl>
                                      </p:cBhvr>
                                    </p:animEffect>
                                    <p:set>
                                      <p:cBhvr>
                                        <p:cTn dur="1" fill="hold">
                                          <p:stCondLst>
                                            <p:cond delay="500"/>
                                          </p:stCondLst>
                                        </p:cTn>
                                        <p:tgtEl>
                                          <p:spTgt spid="13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29"/>
                                        </p:tgtEl>
                                      </p:cBhvr>
                                    </p:animEffect>
                                    <p:set>
                                      <p:cBhvr>
                                        <p:cTn dur="1" fill="hold">
                                          <p:stCondLst>
                                            <p:cond delay="500"/>
                                          </p:stCondLst>
                                        </p:cTn>
                                        <p:tgtEl>
                                          <p:spTgt spid="12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5"/>
          <p:cNvSpPr/>
          <p:nvPr/>
        </p:nvSpPr>
        <p:spPr>
          <a:xfrm>
            <a:off x="827584" y="5085184"/>
            <a:ext cx="724012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hr-HR" sz="2400" u="none" cap="none" strike="noStrike">
                <a:solidFill>
                  <a:schemeClr val="dk1"/>
                </a:solidFill>
                <a:latin typeface="Arial"/>
                <a:ea typeface="Arial"/>
                <a:cs typeface="Arial"/>
                <a:sym typeface="Arial"/>
              </a:rPr>
              <a:t>INDULGENCIJA</a:t>
            </a:r>
            <a:r>
              <a:rPr b="0" i="0" lang="hr-HR" sz="2400" u="none" cap="none" strike="noStrike">
                <a:solidFill>
                  <a:schemeClr val="dk1"/>
                </a:solidFill>
                <a:latin typeface="Arial"/>
                <a:ea typeface="Arial"/>
                <a:cs typeface="Arial"/>
                <a:sym typeface="Arial"/>
              </a:rPr>
              <a:t> – prodaja povelja o oprostu grijeha</a:t>
            </a:r>
            <a:endParaRPr sz="2400">
              <a:solidFill>
                <a:schemeClr val="dk1"/>
              </a:solidFill>
              <a:latin typeface="Arial"/>
              <a:ea typeface="Arial"/>
              <a:cs typeface="Arial"/>
              <a:sym typeface="Arial"/>
            </a:endParaRPr>
          </a:p>
        </p:txBody>
      </p:sp>
      <p:pic>
        <p:nvPicPr>
          <p:cNvPr id="137" name="Google Shape;137;p5"/>
          <p:cNvPicPr preferRelativeResize="0"/>
          <p:nvPr/>
        </p:nvPicPr>
        <p:blipFill rotWithShape="1">
          <a:blip r:embed="rId3">
            <a:alphaModFix/>
          </a:blip>
          <a:srcRect b="13756" l="0" r="0" t="0"/>
          <a:stretch/>
        </p:blipFill>
        <p:spPr>
          <a:xfrm>
            <a:off x="1043608" y="260648"/>
            <a:ext cx="6624736" cy="4704644"/>
          </a:xfrm>
          <a:prstGeom prst="rect">
            <a:avLst/>
          </a:prstGeom>
          <a:noFill/>
          <a:ln>
            <a:noFill/>
          </a:ln>
        </p:spPr>
      </p:pic>
      <p:sp>
        <p:nvSpPr>
          <p:cNvPr id="138" name="Google Shape;138;p5"/>
          <p:cNvSpPr txBox="1"/>
          <p:nvPr/>
        </p:nvSpPr>
        <p:spPr>
          <a:xfrm>
            <a:off x="395536" y="6093296"/>
            <a:ext cx="8672264" cy="400110"/>
          </a:xfrm>
          <a:prstGeom prst="rect">
            <a:avLst/>
          </a:prstGeom>
          <a:noFill/>
          <a:ln cap="flat" cmpd="sng" w="28575">
            <a:solidFill>
              <a:srgbClr val="1C629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hr-HR" sz="1800">
                <a:solidFill>
                  <a:schemeClr val="dk1"/>
                </a:solidFill>
                <a:latin typeface="Century Gothic"/>
                <a:ea typeface="Century Gothic"/>
                <a:cs typeface="Century Gothic"/>
                <a:sym typeface="Century Gothic"/>
              </a:rPr>
              <a:t>Papa Lav X. </a:t>
            </a:r>
            <a:r>
              <a:rPr i="1" lang="hr-HR" sz="2000">
                <a:solidFill>
                  <a:schemeClr val="dk1"/>
                </a:solidFill>
                <a:latin typeface="Century Gothic"/>
                <a:ea typeface="Century Gothic"/>
                <a:cs typeface="Century Gothic"/>
                <a:sym typeface="Century Gothic"/>
              </a:rPr>
              <a:t>indulgencijama</a:t>
            </a:r>
            <a:r>
              <a:rPr lang="hr-HR" sz="1800">
                <a:solidFill>
                  <a:schemeClr val="dk1"/>
                </a:solidFill>
                <a:latin typeface="Century Gothic"/>
                <a:ea typeface="Century Gothic"/>
                <a:cs typeface="Century Gothic"/>
                <a:sym typeface="Century Gothic"/>
              </a:rPr>
              <a:t> financirao gradnju bazilike Sv. Petra u Rimu</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p6"/>
          <p:cNvPicPr preferRelativeResize="0"/>
          <p:nvPr/>
        </p:nvPicPr>
        <p:blipFill rotWithShape="1">
          <a:blip r:embed="rId3">
            <a:alphaModFix/>
          </a:blip>
          <a:srcRect b="0" l="0" r="0" t="0"/>
          <a:stretch/>
        </p:blipFill>
        <p:spPr>
          <a:xfrm>
            <a:off x="400496" y="404664"/>
            <a:ext cx="3904871" cy="6165304"/>
          </a:xfrm>
          <a:prstGeom prst="rect">
            <a:avLst/>
          </a:prstGeom>
          <a:noFill/>
          <a:ln cap="sq" cmpd="thickThin" w="228600">
            <a:solidFill>
              <a:srgbClr val="000000"/>
            </a:solidFill>
            <a:prstDash val="solid"/>
            <a:miter lim="800000"/>
            <a:headEnd len="sm" w="sm" type="none"/>
            <a:tailEnd len="sm" w="sm" type="none"/>
          </a:ln>
        </p:spPr>
      </p:pic>
      <p:sp>
        <p:nvSpPr>
          <p:cNvPr id="144" name="Google Shape;144;p6"/>
          <p:cNvSpPr/>
          <p:nvPr/>
        </p:nvSpPr>
        <p:spPr>
          <a:xfrm>
            <a:off x="4716016" y="1315648"/>
            <a:ext cx="4380722" cy="1604991"/>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hr-HR" sz="2400">
                <a:solidFill>
                  <a:schemeClr val="dk1"/>
                </a:solidFill>
                <a:latin typeface="Arial"/>
                <a:ea typeface="Arial"/>
                <a:cs typeface="Arial"/>
                <a:sym typeface="Arial"/>
              </a:rPr>
              <a:t>IZUM TISKARSKOG STROJA 🡪 </a:t>
            </a:r>
            <a:r>
              <a:rPr b="1" lang="hr-HR" sz="2000">
                <a:solidFill>
                  <a:schemeClr val="dk1"/>
                </a:solidFill>
                <a:latin typeface="Arial"/>
                <a:ea typeface="Arial"/>
                <a:cs typeface="Arial"/>
                <a:sym typeface="Arial"/>
              </a:rPr>
              <a:t>masovna prodaja dokumenata koji su nudili oprost </a:t>
            </a:r>
            <a:endParaRPr b="1" sz="2400">
              <a:solidFill>
                <a:schemeClr val="dk1"/>
              </a:solidFill>
              <a:latin typeface="Arial"/>
              <a:ea typeface="Arial"/>
              <a:cs typeface="Arial"/>
              <a:sym typeface="Arial"/>
            </a:endParaRPr>
          </a:p>
        </p:txBody>
      </p:sp>
      <p:sp>
        <p:nvSpPr>
          <p:cNvPr id="145" name="Google Shape;145;p6"/>
          <p:cNvSpPr/>
          <p:nvPr/>
        </p:nvSpPr>
        <p:spPr>
          <a:xfrm>
            <a:off x="2771800" y="692696"/>
            <a:ext cx="1584176" cy="1296144"/>
          </a:xfrm>
          <a:prstGeom prst="roundRect">
            <a:avLst>
              <a:gd fmla="val 16667" name="adj"/>
            </a:avLst>
          </a:prstGeom>
          <a:noFill/>
          <a:ln cap="flat" cmpd="sng" w="38100">
            <a:solidFill>
              <a:srgbClr val="7DC4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46" name="Google Shape;146;p6"/>
          <p:cNvSpPr/>
          <p:nvPr/>
        </p:nvSpPr>
        <p:spPr>
          <a:xfrm>
            <a:off x="539552" y="5733256"/>
            <a:ext cx="3672408" cy="936104"/>
          </a:xfrm>
          <a:prstGeom prst="roundRect">
            <a:avLst>
              <a:gd fmla="val 16667" name="adj"/>
            </a:avLst>
          </a:prstGeom>
          <a:noFill/>
          <a:ln cap="flat" cmpd="sng" w="38100">
            <a:solidFill>
              <a:srgbClr val="7DC4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47" name="Google Shape;147;p6"/>
          <p:cNvSpPr txBox="1"/>
          <p:nvPr/>
        </p:nvSpPr>
        <p:spPr>
          <a:xfrm>
            <a:off x="4572001" y="3810001"/>
            <a:ext cx="4139448" cy="2554545"/>
          </a:xfrm>
          <a:prstGeom prst="rect">
            <a:avLst/>
          </a:prstGeom>
          <a:solidFill>
            <a:schemeClr val="lt1"/>
          </a:solidFill>
          <a:ln cap="flat" cmpd="sng" w="28575">
            <a:solidFill>
              <a:srgbClr val="7DC49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hr-HR" sz="1600">
                <a:solidFill>
                  <a:schemeClr val="dk1"/>
                </a:solidFill>
                <a:latin typeface="Century Gothic"/>
                <a:ea typeface="Century Gothic"/>
                <a:cs typeface="Century Gothic"/>
                <a:sym typeface="Century Gothic"/>
              </a:rPr>
              <a:t>Najveći trgovac među svećenstvom dominikanac Tatzel i njegovi suradnici prodali su u njemačkim pokrajinama stotine litara Isusove krvi, nekoliko litara Isusova znoja i nešto manje Marijinih suza. Prodali su i nekoliko tona ugljena iz pakla, hrpu perja iz krila anđela Gabrijela, bezbroj čavala kojima je Isus bio prikovan na križ i komadiće križa na kojemu je izdahnuo.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500"/>
                                        <p:tgtEl>
                                          <p:spTgt spid="1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500"/>
                                        <p:tgtEl>
                                          <p:spTgt spid="1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500"/>
                                        <p:tgtEl>
                                          <p:spTgt spid="1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500"/>
                                        <p:tgtEl>
                                          <p:spTgt spid="1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7"/>
          <p:cNvSpPr txBox="1"/>
          <p:nvPr>
            <p:ph type="title"/>
          </p:nvPr>
        </p:nvSpPr>
        <p:spPr>
          <a:xfrm>
            <a:off x="101119" y="228600"/>
            <a:ext cx="8585681" cy="685800"/>
          </a:xfrm>
          <a:prstGeom prst="rect">
            <a:avLst/>
          </a:prstGeom>
          <a:solidFill>
            <a:srgbClr val="B2E3D5"/>
          </a:solid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62626"/>
              </a:buClr>
              <a:buSzPts val="3200"/>
              <a:buFont typeface="Century Gothic"/>
              <a:buNone/>
            </a:pPr>
            <a:r>
              <a:rPr b="1" lang="hr-HR" sz="3200">
                <a:latin typeface="Century Gothic"/>
                <a:ea typeface="Century Gothic"/>
                <a:cs typeface="Century Gothic"/>
                <a:sym typeface="Century Gothic"/>
              </a:rPr>
              <a:t>MARTIN LUTHER – REFORMACIJA POČINJE</a:t>
            </a:r>
            <a:endParaRPr/>
          </a:p>
        </p:txBody>
      </p:sp>
      <p:sp>
        <p:nvSpPr>
          <p:cNvPr id="153" name="Google Shape;153;p7"/>
          <p:cNvSpPr txBox="1"/>
          <p:nvPr>
            <p:ph idx="1" type="body"/>
          </p:nvPr>
        </p:nvSpPr>
        <p:spPr>
          <a:xfrm>
            <a:off x="0" y="990600"/>
            <a:ext cx="8915400" cy="1524000"/>
          </a:xfrm>
          <a:prstGeom prst="rect">
            <a:avLst/>
          </a:prstGeom>
          <a:noFill/>
          <a:ln>
            <a:noFill/>
          </a:ln>
        </p:spPr>
        <p:txBody>
          <a:bodyPr anchorCtr="0" anchor="t" bIns="45700" lIns="91425" spcFirstLastPara="1" rIns="91425" wrap="square" tIns="45700">
            <a:normAutofit/>
          </a:bodyPr>
          <a:lstStyle/>
          <a:p>
            <a:pPr indent="-182880" lvl="0" marL="182880" rtl="0" algn="l">
              <a:lnSpc>
                <a:spcPct val="150000"/>
              </a:lnSpc>
              <a:spcBef>
                <a:spcPts val="0"/>
              </a:spcBef>
              <a:spcAft>
                <a:spcPts val="0"/>
              </a:spcAft>
              <a:buSzPts val="2800"/>
              <a:buFont typeface="Noto Sans Symbols"/>
              <a:buChar char="⮚"/>
            </a:pPr>
            <a:r>
              <a:rPr lang="hr-HR" sz="2800"/>
              <a:t>njemački redovnik </a:t>
            </a:r>
            <a:r>
              <a:rPr b="1" lang="hr-HR" sz="2800"/>
              <a:t>Martin Luther 1517. </a:t>
            </a:r>
            <a:r>
              <a:rPr lang="hr-HR" sz="2800"/>
              <a:t>na vrata dvorske crkve u </a:t>
            </a:r>
            <a:r>
              <a:rPr b="1" lang="hr-HR" sz="2800"/>
              <a:t>Wittenbergu</a:t>
            </a:r>
            <a:r>
              <a:rPr lang="hr-HR" sz="2800"/>
              <a:t> objesio </a:t>
            </a:r>
            <a:r>
              <a:rPr b="1" lang="hr-HR" sz="2800"/>
              <a:t>95</a:t>
            </a:r>
            <a:r>
              <a:rPr lang="hr-HR" sz="2800"/>
              <a:t> teza</a:t>
            </a:r>
            <a:endParaRPr/>
          </a:p>
          <a:p>
            <a:pPr indent="-5079" lvl="0" marL="182880" rtl="0" algn="l">
              <a:lnSpc>
                <a:spcPct val="150000"/>
              </a:lnSpc>
              <a:spcBef>
                <a:spcPts val="900"/>
              </a:spcBef>
              <a:spcAft>
                <a:spcPts val="0"/>
              </a:spcAft>
              <a:buSzPts val="2800"/>
              <a:buFont typeface="Noto Sans Symbols"/>
              <a:buNone/>
            </a:pPr>
            <a:r>
              <a:t/>
            </a:r>
            <a:endParaRPr sz="2800"/>
          </a:p>
        </p:txBody>
      </p:sp>
      <p:pic>
        <p:nvPicPr>
          <p:cNvPr descr="http://a2.files.biography.com/image/upload/c_fit,cs_srgb,dpr_1.0,h_1200,q_80,w_1200/MTE1ODA0OTcxNzA3MjM3OTAx.jpg" id="154" name="Google Shape;154;p7"/>
          <p:cNvPicPr preferRelativeResize="0"/>
          <p:nvPr/>
        </p:nvPicPr>
        <p:blipFill rotWithShape="1">
          <a:blip r:embed="rId3">
            <a:alphaModFix/>
          </a:blip>
          <a:srcRect b="0" l="0" r="0" t="0"/>
          <a:stretch/>
        </p:blipFill>
        <p:spPr>
          <a:xfrm>
            <a:off x="609600" y="2951120"/>
            <a:ext cx="3272409" cy="3272409"/>
          </a:xfrm>
          <a:prstGeom prst="roundRect">
            <a:avLst>
              <a:gd fmla="val 11111" name="adj"/>
            </a:avLst>
          </a:prstGeom>
          <a:noFill/>
          <a:ln cap="rnd" cmpd="sng" w="190500">
            <a:solidFill>
              <a:srgbClr val="C8C6BD"/>
            </a:solidFill>
            <a:prstDash val="solid"/>
            <a:round/>
            <a:headEnd len="sm" w="sm" type="none"/>
            <a:tailEnd len="sm" w="sm" type="none"/>
          </a:ln>
          <a:effectLst>
            <a:outerShdw blurRad="101600" rotWithShape="0" algn="tl" dir="7200000" dist="50800">
              <a:srgbClr val="000000">
                <a:alpha val="44705"/>
              </a:srgbClr>
            </a:outerShdw>
          </a:effectLst>
        </p:spPr>
      </p:pic>
      <p:pic>
        <p:nvPicPr>
          <p:cNvPr descr="http://www.gospelherald.com/data/images/full/3982/image.jpg" id="155" name="Google Shape;155;p7"/>
          <p:cNvPicPr preferRelativeResize="0"/>
          <p:nvPr/>
        </p:nvPicPr>
        <p:blipFill rotWithShape="1">
          <a:blip r:embed="rId4">
            <a:alphaModFix/>
          </a:blip>
          <a:srcRect b="0" l="0" r="0" t="0"/>
          <a:stretch/>
        </p:blipFill>
        <p:spPr>
          <a:xfrm>
            <a:off x="4191000" y="2590800"/>
            <a:ext cx="2865512" cy="3871626"/>
          </a:xfrm>
          <a:prstGeom prst="roundRect">
            <a:avLst>
              <a:gd fmla="val 11111" name="adj"/>
            </a:avLst>
          </a:prstGeom>
          <a:noFill/>
          <a:ln cap="rnd" cmpd="sng" w="190500">
            <a:solidFill>
              <a:srgbClr val="C8C6BD"/>
            </a:solidFill>
            <a:prstDash val="solid"/>
            <a:round/>
            <a:headEnd len="sm" w="sm" type="none"/>
            <a:tailEnd len="sm" w="sm" type="none"/>
          </a:ln>
          <a:effectLst>
            <a:outerShdw blurRad="101600" rotWithShape="0" algn="tl" dir="7200000" dist="50800">
              <a:srgbClr val="000000">
                <a:alpha val="44705"/>
              </a:srgbClr>
            </a:outerShdw>
          </a:effectLst>
        </p:spPr>
      </p:pic>
    </p:spTree>
  </p:cSld>
  <p:clrMapOvr>
    <a:masterClrMapping/>
  </p:clrMapOvr>
  <mc:AlternateContent>
    <mc:Choice Requires="p14">
      <p:transition spd="slow" p14:dur="1400">
        <p14:ripple/>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xEl>
                                              <p:pRg end="0" st="0"/>
                                            </p:txEl>
                                          </p:spTgt>
                                        </p:tgtEl>
                                        <p:attrNameLst>
                                          <p:attrName>style.visibility</p:attrName>
                                        </p:attrNameLst>
                                      </p:cBhvr>
                                      <p:to>
                                        <p:strVal val="visible"/>
                                      </p:to>
                                    </p:set>
                                    <p:animEffect filter="fade" transition="in">
                                      <p:cBhvr>
                                        <p:cTn dur="500"/>
                                        <p:tgtEl>
                                          <p:spTgt spid="15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xEl>
                                              <p:pRg end="1" st="1"/>
                                            </p:txEl>
                                          </p:spTgt>
                                        </p:tgtEl>
                                        <p:attrNameLst>
                                          <p:attrName>style.visibility</p:attrName>
                                        </p:attrNameLst>
                                      </p:cBhvr>
                                      <p:to>
                                        <p:strVal val="visible"/>
                                      </p:to>
                                    </p:set>
                                    <p:animEffect filter="fade" transition="in">
                                      <p:cBhvr>
                                        <p:cTn dur="500"/>
                                        <p:tgtEl>
                                          <p:spTgt spid="153">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500"/>
                                        <p:tgtEl>
                                          <p:spTgt spid="1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descr="http://www.literatura.hg.pl/athesis.jpeg" id="160" name="Google Shape;160;p8"/>
          <p:cNvPicPr preferRelativeResize="0"/>
          <p:nvPr>
            <p:ph idx="1" type="body"/>
          </p:nvPr>
        </p:nvPicPr>
        <p:blipFill rotWithShape="1">
          <a:blip r:embed="rId3">
            <a:alphaModFix/>
          </a:blip>
          <a:srcRect b="0" l="0" r="0" t="0"/>
          <a:stretch/>
        </p:blipFill>
        <p:spPr>
          <a:xfrm>
            <a:off x="1201164" y="1710509"/>
            <a:ext cx="2941345" cy="4525963"/>
          </a:xfrm>
          <a:prstGeom prst="roundRect">
            <a:avLst>
              <a:gd fmla="val 11111" name="adj"/>
            </a:avLst>
          </a:prstGeom>
          <a:noFill/>
          <a:ln cap="rnd" cmpd="sng" w="190500">
            <a:solidFill>
              <a:srgbClr val="C8C6BD"/>
            </a:solidFill>
            <a:prstDash val="solid"/>
            <a:round/>
            <a:headEnd len="sm" w="sm" type="none"/>
            <a:tailEnd len="sm" w="sm" type="none"/>
          </a:ln>
          <a:effectLst>
            <a:outerShdw blurRad="101600" rotWithShape="0" algn="tl" dir="7200000" dist="50800">
              <a:srgbClr val="000000">
                <a:alpha val="44705"/>
              </a:srgbClr>
            </a:outerShdw>
          </a:effectLst>
        </p:spPr>
      </p:pic>
      <p:sp>
        <p:nvSpPr>
          <p:cNvPr id="161" name="Google Shape;161;p8"/>
          <p:cNvSpPr/>
          <p:nvPr/>
        </p:nvSpPr>
        <p:spPr>
          <a:xfrm>
            <a:off x="27709" y="62805"/>
            <a:ext cx="8229600" cy="1384995"/>
          </a:xfrm>
          <a:prstGeom prst="rect">
            <a:avLst/>
          </a:prstGeom>
          <a:noFill/>
          <a:ln>
            <a:noFill/>
          </a:ln>
        </p:spPr>
        <p:txBody>
          <a:bodyPr anchorCtr="0" anchor="t" bIns="45700" lIns="91425" spcFirstLastPara="1" rIns="91425" wrap="square" tIns="45700">
            <a:spAutoFit/>
          </a:bodyPr>
          <a:lstStyle/>
          <a:p>
            <a:pPr indent="-457200" lvl="0" marL="457200" marR="0" rtl="0" algn="l">
              <a:lnSpc>
                <a:spcPct val="150000"/>
              </a:lnSpc>
              <a:spcBef>
                <a:spcPts val="0"/>
              </a:spcBef>
              <a:spcAft>
                <a:spcPts val="0"/>
              </a:spcAft>
              <a:buClr>
                <a:schemeClr val="dk1"/>
              </a:buClr>
              <a:buSzPts val="2800"/>
              <a:buFont typeface="Noto Sans Symbols"/>
              <a:buChar char="⮚"/>
            </a:pPr>
            <a:r>
              <a:rPr lang="hr-HR" sz="2800">
                <a:solidFill>
                  <a:schemeClr val="dk1"/>
                </a:solidFill>
                <a:latin typeface="Century Gothic"/>
                <a:ea typeface="Century Gothic"/>
                <a:cs typeface="Century Gothic"/>
                <a:sym typeface="Century Gothic"/>
              </a:rPr>
              <a:t>teze su bile dio </a:t>
            </a:r>
            <a:r>
              <a:rPr b="1" lang="hr-HR" sz="2800">
                <a:solidFill>
                  <a:schemeClr val="dk1"/>
                </a:solidFill>
                <a:latin typeface="Century Gothic"/>
                <a:ea typeface="Century Gothic"/>
                <a:cs typeface="Century Gothic"/>
                <a:sym typeface="Century Gothic"/>
              </a:rPr>
              <a:t>novog</a:t>
            </a:r>
            <a:r>
              <a:rPr lang="hr-HR" sz="2800">
                <a:solidFill>
                  <a:schemeClr val="dk1"/>
                </a:solidFill>
                <a:latin typeface="Century Gothic"/>
                <a:ea typeface="Century Gothic"/>
                <a:cs typeface="Century Gothic"/>
                <a:sym typeface="Century Gothic"/>
              </a:rPr>
              <a:t> Lutherovog učenja i tumačenja Biblije</a:t>
            </a:r>
            <a:endParaRPr/>
          </a:p>
        </p:txBody>
      </p:sp>
      <p:sp>
        <p:nvSpPr>
          <p:cNvPr id="162" name="Google Shape;162;p8"/>
          <p:cNvSpPr/>
          <p:nvPr/>
        </p:nvSpPr>
        <p:spPr>
          <a:xfrm>
            <a:off x="4745182" y="762000"/>
            <a:ext cx="3955474" cy="864372"/>
          </a:xfrm>
          <a:prstGeom prst="round2DiagRect">
            <a:avLst>
              <a:gd fmla="val 16667" name="adj1"/>
              <a:gd fmla="val 0" name="adj2"/>
            </a:avLst>
          </a:prstGeom>
          <a:noFill/>
          <a:ln cap="flat" cmpd="sng" w="12700">
            <a:solidFill>
              <a:srgbClr val="8BD6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hr-HR" sz="2800">
                <a:solidFill>
                  <a:schemeClr val="dk1"/>
                </a:solidFill>
                <a:latin typeface="Century Gothic"/>
                <a:ea typeface="Century Gothic"/>
                <a:cs typeface="Century Gothic"/>
                <a:sym typeface="Century Gothic"/>
              </a:rPr>
              <a:t>papi ne priznaje vodeću ulogu u Crkvi</a:t>
            </a:r>
            <a:endParaRPr/>
          </a:p>
        </p:txBody>
      </p:sp>
      <p:sp>
        <p:nvSpPr>
          <p:cNvPr id="163" name="Google Shape;163;p8"/>
          <p:cNvSpPr/>
          <p:nvPr/>
        </p:nvSpPr>
        <p:spPr>
          <a:xfrm>
            <a:off x="4648200" y="3328944"/>
            <a:ext cx="4121728" cy="838200"/>
          </a:xfrm>
          <a:prstGeom prst="round2DiagRect">
            <a:avLst>
              <a:gd fmla="val 16667" name="adj1"/>
              <a:gd fmla="val 0" name="adj2"/>
            </a:avLst>
          </a:prstGeom>
          <a:noFill/>
          <a:ln cap="flat" cmpd="sng" w="12700">
            <a:solidFill>
              <a:srgbClr val="8BD6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hr-HR" sz="2800">
                <a:solidFill>
                  <a:schemeClr val="dk1"/>
                </a:solidFill>
                <a:latin typeface="Century Gothic"/>
                <a:ea typeface="Century Gothic"/>
                <a:cs typeface="Century Gothic"/>
                <a:sym typeface="Century Gothic"/>
              </a:rPr>
              <a:t>protivi se prodaji oprosta od grijeha</a:t>
            </a:r>
            <a:endParaRPr/>
          </a:p>
        </p:txBody>
      </p:sp>
      <p:sp>
        <p:nvSpPr>
          <p:cNvPr id="164" name="Google Shape;164;p8"/>
          <p:cNvSpPr/>
          <p:nvPr/>
        </p:nvSpPr>
        <p:spPr>
          <a:xfrm>
            <a:off x="4648200" y="1710509"/>
            <a:ext cx="4052456" cy="1618435"/>
          </a:xfrm>
          <a:prstGeom prst="round2DiagRect">
            <a:avLst>
              <a:gd fmla="val 16667" name="adj1"/>
              <a:gd fmla="val 0" name="adj2"/>
            </a:avLst>
          </a:prstGeom>
          <a:noFill/>
          <a:ln cap="flat" cmpd="sng" w="12700">
            <a:solidFill>
              <a:srgbClr val="8BD6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hr-HR" sz="2800">
                <a:solidFill>
                  <a:schemeClr val="dk1"/>
                </a:solidFill>
                <a:latin typeface="Century Gothic"/>
                <a:ea typeface="Century Gothic"/>
                <a:cs typeface="Century Gothic"/>
                <a:sym typeface="Century Gothic"/>
              </a:rPr>
              <a:t>svećenicima ne priznaje posebnu ulogu propovjednika</a:t>
            </a:r>
            <a:endParaRPr/>
          </a:p>
        </p:txBody>
      </p:sp>
      <p:sp>
        <p:nvSpPr>
          <p:cNvPr id="165" name="Google Shape;165;p8"/>
          <p:cNvSpPr/>
          <p:nvPr/>
        </p:nvSpPr>
        <p:spPr>
          <a:xfrm>
            <a:off x="4648200" y="4167144"/>
            <a:ext cx="4052456" cy="1471656"/>
          </a:xfrm>
          <a:prstGeom prst="round2DiagRect">
            <a:avLst>
              <a:gd fmla="val 16667" name="adj1"/>
              <a:gd fmla="val 0" name="adj2"/>
            </a:avLst>
          </a:prstGeom>
          <a:noFill/>
          <a:ln cap="flat" cmpd="sng" w="12700">
            <a:solidFill>
              <a:srgbClr val="8BD6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hr-HR" sz="2800">
                <a:solidFill>
                  <a:schemeClr val="dk1"/>
                </a:solidFill>
                <a:latin typeface="Century Gothic"/>
                <a:ea typeface="Century Gothic"/>
                <a:cs typeface="Century Gothic"/>
                <a:sym typeface="Century Gothic"/>
              </a:rPr>
              <a:t>osuđuje štovanje svetaca i većinu sakramenata</a:t>
            </a:r>
            <a:endParaRPr/>
          </a:p>
        </p:txBody>
      </p:sp>
      <p:sp>
        <p:nvSpPr>
          <p:cNvPr id="166" name="Google Shape;166;p8"/>
          <p:cNvSpPr/>
          <p:nvPr/>
        </p:nvSpPr>
        <p:spPr>
          <a:xfrm>
            <a:off x="4648200" y="5638800"/>
            <a:ext cx="3830782" cy="890544"/>
          </a:xfrm>
          <a:prstGeom prst="round2DiagRect">
            <a:avLst>
              <a:gd fmla="val 16667" name="adj1"/>
              <a:gd fmla="val 0" name="adj2"/>
            </a:avLst>
          </a:prstGeom>
          <a:noFill/>
          <a:ln cap="flat" cmpd="sng" w="12700">
            <a:solidFill>
              <a:srgbClr val="8BD6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hr-HR" sz="2800">
                <a:solidFill>
                  <a:schemeClr val="dk1"/>
                </a:solidFill>
                <a:latin typeface="Century Gothic"/>
                <a:ea typeface="Century Gothic"/>
                <a:cs typeface="Century Gothic"/>
                <a:sym typeface="Century Gothic"/>
              </a:rPr>
              <a:t>Crkvu poziva da se odrekne svih imanja</a:t>
            </a:r>
            <a:endParaRPr/>
          </a:p>
        </p:txBody>
      </p:sp>
    </p:spTree>
  </p:cSld>
  <p:clrMapOvr>
    <a:masterClrMapping/>
  </p:clrMapOvr>
  <mc:AlternateContent>
    <mc:Choice Requires="p14">
      <p:transition spd="slow" p14:dur="1400">
        <p14:ripple/>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2000"/>
                                        <p:tgtEl>
                                          <p:spTgt spid="16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2000"/>
                                        <p:tgtEl>
                                          <p:spTgt spid="164"/>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2000"/>
                                        <p:tgtEl>
                                          <p:spTgt spid="163"/>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2000"/>
                                        <p:tgtEl>
                                          <p:spTgt spid="165"/>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2000"/>
                                        <p:tgtEl>
                                          <p:spTgt spid="1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9"/>
          <p:cNvSpPr txBox="1"/>
          <p:nvPr>
            <p:ph idx="1" type="body"/>
          </p:nvPr>
        </p:nvSpPr>
        <p:spPr>
          <a:xfrm>
            <a:off x="34636" y="457200"/>
            <a:ext cx="8229600" cy="609600"/>
          </a:xfrm>
          <a:prstGeom prst="rect">
            <a:avLst/>
          </a:prstGeom>
          <a:noFill/>
          <a:ln>
            <a:noFill/>
          </a:ln>
        </p:spPr>
        <p:txBody>
          <a:bodyPr anchorCtr="0" anchor="t" bIns="45700" lIns="91425" spcFirstLastPara="1" rIns="91425" wrap="square" tIns="45700">
            <a:normAutofit/>
          </a:bodyPr>
          <a:lstStyle/>
          <a:p>
            <a:pPr indent="-182880" lvl="0" marL="182880" rtl="0" algn="l">
              <a:lnSpc>
                <a:spcPct val="100000"/>
              </a:lnSpc>
              <a:spcBef>
                <a:spcPts val="0"/>
              </a:spcBef>
              <a:spcAft>
                <a:spcPts val="0"/>
              </a:spcAft>
              <a:buSzPts val="2800"/>
              <a:buFont typeface="Noto Sans Symbols"/>
              <a:buChar char="⮚"/>
            </a:pPr>
            <a:r>
              <a:rPr lang="hr-HR" sz="2800"/>
              <a:t> </a:t>
            </a:r>
            <a:r>
              <a:rPr lang="hr-HR"/>
              <a:t>Lutherovo učenje, </a:t>
            </a:r>
            <a:r>
              <a:rPr b="1" lang="hr-HR"/>
              <a:t>reformaciju</a:t>
            </a:r>
            <a:r>
              <a:rPr lang="hr-HR"/>
              <a:t>, prihvaćaju:</a:t>
            </a:r>
            <a:endParaRPr/>
          </a:p>
          <a:p>
            <a:pPr indent="-68579" lvl="0" marL="182880" rtl="0" algn="l">
              <a:lnSpc>
                <a:spcPct val="100000"/>
              </a:lnSpc>
              <a:spcBef>
                <a:spcPts val="900"/>
              </a:spcBef>
              <a:spcAft>
                <a:spcPts val="0"/>
              </a:spcAft>
              <a:buSzPts val="1800"/>
              <a:buNone/>
            </a:pPr>
            <a:r>
              <a:t/>
            </a:r>
            <a:endParaRPr/>
          </a:p>
        </p:txBody>
      </p:sp>
      <p:sp>
        <p:nvSpPr>
          <p:cNvPr id="172" name="Google Shape;172;p9"/>
          <p:cNvSpPr/>
          <p:nvPr/>
        </p:nvSpPr>
        <p:spPr>
          <a:xfrm>
            <a:off x="152400" y="1295400"/>
            <a:ext cx="6324600" cy="3858877"/>
          </a:xfrm>
          <a:prstGeom prst="rect">
            <a:avLst/>
          </a:prstGeom>
          <a:noFill/>
          <a:ln>
            <a:noFill/>
          </a:ln>
        </p:spPr>
        <p:txBody>
          <a:bodyPr anchorCtr="0" anchor="t" bIns="45700" lIns="91425" spcFirstLastPara="1" rIns="91425" wrap="square" tIns="45700">
            <a:spAutoFit/>
          </a:bodyPr>
          <a:lstStyle/>
          <a:p>
            <a:pPr indent="-457200" lvl="1" marL="914400" marR="0" rtl="0" algn="l">
              <a:lnSpc>
                <a:spcPct val="178571"/>
              </a:lnSpc>
              <a:spcBef>
                <a:spcPts val="0"/>
              </a:spcBef>
              <a:spcAft>
                <a:spcPts val="0"/>
              </a:spcAft>
              <a:buClr>
                <a:schemeClr val="dk1"/>
              </a:buClr>
              <a:buSzPts val="2800"/>
              <a:buFont typeface="Noto Sans Symbols"/>
              <a:buChar char="⮚"/>
            </a:pPr>
            <a:r>
              <a:rPr b="1" i="0" lang="hr-HR" sz="2800" u="none" cap="none" strike="noStrike">
                <a:solidFill>
                  <a:schemeClr val="dk1"/>
                </a:solidFill>
                <a:latin typeface="Century Gothic"/>
                <a:ea typeface="Century Gothic"/>
                <a:cs typeface="Century Gothic"/>
                <a:sym typeface="Century Gothic"/>
              </a:rPr>
              <a:t>plemići</a:t>
            </a:r>
            <a:r>
              <a:rPr b="0" i="0" lang="hr-HR" sz="2800" u="none" cap="none" strike="noStrike">
                <a:solidFill>
                  <a:schemeClr val="dk1"/>
                </a:solidFill>
                <a:latin typeface="Century Gothic"/>
                <a:ea typeface="Century Gothic"/>
                <a:cs typeface="Century Gothic"/>
                <a:sym typeface="Century Gothic"/>
              </a:rPr>
              <a:t> – žele se domoći crkvenih imanja</a:t>
            </a:r>
            <a:endParaRPr/>
          </a:p>
          <a:p>
            <a:pPr indent="-457200" lvl="1" marL="914400" marR="0" rtl="0" algn="l">
              <a:lnSpc>
                <a:spcPct val="178571"/>
              </a:lnSpc>
              <a:spcBef>
                <a:spcPts val="0"/>
              </a:spcBef>
              <a:spcAft>
                <a:spcPts val="0"/>
              </a:spcAft>
              <a:buClr>
                <a:schemeClr val="dk1"/>
              </a:buClr>
              <a:buSzPts val="2800"/>
              <a:buFont typeface="Noto Sans Symbols"/>
              <a:buChar char="⮚"/>
            </a:pPr>
            <a:r>
              <a:rPr b="1" i="0" lang="hr-HR" sz="2800" u="none" cap="none" strike="noStrike">
                <a:solidFill>
                  <a:schemeClr val="dk1"/>
                </a:solidFill>
                <a:latin typeface="Century Gothic"/>
                <a:ea typeface="Century Gothic"/>
                <a:cs typeface="Century Gothic"/>
                <a:sym typeface="Century Gothic"/>
              </a:rPr>
              <a:t>građani</a:t>
            </a:r>
            <a:r>
              <a:rPr b="0" i="0" lang="hr-HR" sz="2800" u="none" cap="none" strike="noStrike">
                <a:solidFill>
                  <a:schemeClr val="dk1"/>
                </a:solidFill>
                <a:latin typeface="Century Gothic"/>
                <a:ea typeface="Century Gothic"/>
                <a:cs typeface="Century Gothic"/>
                <a:sym typeface="Century Gothic"/>
              </a:rPr>
              <a:t> – sviđa im se ideja o Crkvi kojom će sami upravljati</a:t>
            </a:r>
            <a:endParaRPr/>
          </a:p>
          <a:p>
            <a:pPr indent="-457200" lvl="1" marL="914400" marR="0" rtl="0" algn="l">
              <a:lnSpc>
                <a:spcPct val="178571"/>
              </a:lnSpc>
              <a:spcBef>
                <a:spcPts val="0"/>
              </a:spcBef>
              <a:spcAft>
                <a:spcPts val="0"/>
              </a:spcAft>
              <a:buClr>
                <a:schemeClr val="dk1"/>
              </a:buClr>
              <a:buSzPts val="2800"/>
              <a:buFont typeface="Noto Sans Symbols"/>
              <a:buChar char="⮚"/>
            </a:pPr>
            <a:r>
              <a:rPr b="1" i="0" lang="hr-HR" sz="2800" u="none" cap="none" strike="noStrike">
                <a:solidFill>
                  <a:schemeClr val="dk1"/>
                </a:solidFill>
                <a:latin typeface="Century Gothic"/>
                <a:ea typeface="Century Gothic"/>
                <a:cs typeface="Century Gothic"/>
                <a:sym typeface="Century Gothic"/>
              </a:rPr>
              <a:t>seljaci</a:t>
            </a:r>
            <a:r>
              <a:rPr b="0" i="0" lang="hr-HR" sz="2800" u="none" cap="none" strike="noStrike">
                <a:solidFill>
                  <a:schemeClr val="dk1"/>
                </a:solidFill>
                <a:latin typeface="Century Gothic"/>
                <a:ea typeface="Century Gothic"/>
                <a:cs typeface="Century Gothic"/>
                <a:sym typeface="Century Gothic"/>
              </a:rPr>
              <a:t> – nadaju se ukidanju                         društvene nepravde</a:t>
            </a:r>
            <a:endParaRPr/>
          </a:p>
        </p:txBody>
      </p:sp>
      <p:sp>
        <p:nvSpPr>
          <p:cNvPr id="173" name="Google Shape;173;p9"/>
          <p:cNvSpPr txBox="1"/>
          <p:nvPr/>
        </p:nvSpPr>
        <p:spPr>
          <a:xfrm>
            <a:off x="228019" y="5663184"/>
            <a:ext cx="7842833" cy="914400"/>
          </a:xfrm>
          <a:prstGeom prst="rect">
            <a:avLst/>
          </a:prstGeom>
          <a:noFill/>
          <a:ln>
            <a:noFill/>
          </a:ln>
        </p:spPr>
        <p:txBody>
          <a:bodyPr anchorCtr="0" anchor="t" bIns="45700" lIns="91425" spcFirstLastPara="1" rIns="91425" wrap="square" tIns="45700">
            <a:normAutofit fontScale="62500" lnSpcReduction="20000"/>
          </a:bodyPr>
          <a:lstStyle/>
          <a:p>
            <a:pPr indent="-329565" lvl="0" marL="342900" marR="0" rtl="0" algn="l">
              <a:spcBef>
                <a:spcPts val="0"/>
              </a:spcBef>
              <a:spcAft>
                <a:spcPts val="0"/>
              </a:spcAft>
              <a:buClr>
                <a:schemeClr val="dk1"/>
              </a:buClr>
              <a:buSzPct val="100000"/>
              <a:buFont typeface="Noto Sans Symbols"/>
              <a:buChar char="⮚"/>
            </a:pPr>
            <a:r>
              <a:rPr lang="hr-HR" sz="2800">
                <a:solidFill>
                  <a:schemeClr val="dk1"/>
                </a:solidFill>
                <a:latin typeface="Century Gothic"/>
                <a:ea typeface="Century Gothic"/>
                <a:cs typeface="Century Gothic"/>
                <a:sym typeface="Century Gothic"/>
              </a:rPr>
              <a:t> </a:t>
            </a:r>
            <a:r>
              <a:rPr lang="hr-HR" sz="3200">
                <a:solidFill>
                  <a:schemeClr val="dk1"/>
                </a:solidFill>
                <a:latin typeface="Century Gothic"/>
                <a:ea typeface="Century Gothic"/>
                <a:cs typeface="Century Gothic"/>
                <a:sym typeface="Century Gothic"/>
              </a:rPr>
              <a:t>papa Lav X. 1520. godine ga je izopćio iz Crkve, a njemački car Karlo V. kaznio progonstvom</a:t>
            </a:r>
            <a:endParaRPr/>
          </a:p>
          <a:p>
            <a:pPr indent="-200660" lvl="0" marL="342900" marR="0" rtl="0" algn="l">
              <a:spcBef>
                <a:spcPts val="448"/>
              </a:spcBef>
              <a:spcAft>
                <a:spcPts val="0"/>
              </a:spcAft>
              <a:buClr>
                <a:schemeClr val="dk1"/>
              </a:buClr>
              <a:buSzPct val="100000"/>
              <a:buFont typeface="Arial"/>
              <a:buNone/>
            </a:pPr>
            <a:r>
              <a:t/>
            </a:r>
            <a:endParaRPr sz="3200">
              <a:solidFill>
                <a:schemeClr val="dk1"/>
              </a:solidFill>
              <a:latin typeface="Century Gothic"/>
              <a:ea typeface="Century Gothic"/>
              <a:cs typeface="Century Gothic"/>
              <a:sym typeface="Century Gothic"/>
            </a:endParaRPr>
          </a:p>
        </p:txBody>
      </p:sp>
    </p:spTree>
  </p:cSld>
  <p:clrMapOvr>
    <a:masterClrMapping/>
  </p:clrMapOvr>
  <mc:AlternateContent>
    <mc:Choice Requires="p14">
      <p:transition spd="slow" p14:dur="1400">
        <p14:ripple/>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72"/>
                                        </p:tgtEl>
                                        <p:attrNameLst>
                                          <p:attrName>style.visibility</p:attrName>
                                        </p:attrNameLst>
                                      </p:cBhvr>
                                      <p:to>
                                        <p:strVal val="visible"/>
                                      </p:to>
                                    </p:set>
                                    <p:animEffect filter="fade" transition="in">
                                      <p:cBhvr>
                                        <p:cTn dur="1000"/>
                                        <p:tgtEl>
                                          <p:spTgt spid="1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gtEl>
                                        <p:attrNameLst>
                                          <p:attrName>style.visibility</p:attrName>
                                        </p:attrNameLst>
                                      </p:cBhvr>
                                      <p:to>
                                        <p:strVal val="visible"/>
                                      </p:to>
                                    </p:set>
                                    <p:animEffect filter="fade" transition="in">
                                      <p:cBhvr>
                                        <p:cTn dur="2000"/>
                                        <p:tgtEl>
                                          <p:spTgt spid="1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0"/>
          <p:cNvSpPr txBox="1"/>
          <p:nvPr>
            <p:ph idx="1" type="body"/>
          </p:nvPr>
        </p:nvSpPr>
        <p:spPr>
          <a:xfrm>
            <a:off x="159326" y="625766"/>
            <a:ext cx="9033164" cy="2438400"/>
          </a:xfrm>
          <a:prstGeom prst="rect">
            <a:avLst/>
          </a:prstGeom>
          <a:noFill/>
          <a:ln>
            <a:noFill/>
          </a:ln>
        </p:spPr>
        <p:txBody>
          <a:bodyPr anchorCtr="0" anchor="t" bIns="45700" lIns="91425" spcFirstLastPara="1" rIns="91425" wrap="square" tIns="45700">
            <a:normAutofit/>
          </a:bodyPr>
          <a:lstStyle/>
          <a:p>
            <a:pPr indent="-182880" lvl="0" marL="182880" rtl="0" algn="l">
              <a:lnSpc>
                <a:spcPct val="150000"/>
              </a:lnSpc>
              <a:spcBef>
                <a:spcPts val="0"/>
              </a:spcBef>
              <a:spcAft>
                <a:spcPts val="0"/>
              </a:spcAft>
              <a:buSzPts val="2800"/>
              <a:buFont typeface="Noto Sans Symbols"/>
              <a:buChar char="⮚"/>
            </a:pPr>
            <a:r>
              <a:rPr lang="hr-HR" sz="2800"/>
              <a:t>pristaše reformacije dobili su naziv </a:t>
            </a:r>
            <a:r>
              <a:rPr b="1" lang="hr-HR" sz="2800"/>
              <a:t>protestanti</a:t>
            </a:r>
            <a:r>
              <a:rPr lang="hr-HR" sz="2800"/>
              <a:t>, jer su </a:t>
            </a:r>
            <a:r>
              <a:rPr b="1" lang="hr-HR" sz="2800"/>
              <a:t>protestirali</a:t>
            </a:r>
            <a:r>
              <a:rPr lang="hr-HR" sz="2800"/>
              <a:t> protiv nastojanja njemačkog cara da ih drži u pokornosti pape</a:t>
            </a:r>
            <a:endParaRPr/>
          </a:p>
          <a:p>
            <a:pPr indent="-5079" lvl="0" marL="182880" rtl="0" algn="l">
              <a:lnSpc>
                <a:spcPct val="150000"/>
              </a:lnSpc>
              <a:spcBef>
                <a:spcPts val="900"/>
              </a:spcBef>
              <a:spcAft>
                <a:spcPts val="0"/>
              </a:spcAft>
              <a:buSzPts val="2800"/>
              <a:buFont typeface="Noto Sans Symbols"/>
              <a:buNone/>
            </a:pPr>
            <a:r>
              <a:t/>
            </a:r>
            <a:endParaRPr i="1" sz="2800"/>
          </a:p>
        </p:txBody>
      </p:sp>
      <p:sp>
        <p:nvSpPr>
          <p:cNvPr id="179" name="Google Shape;179;p10"/>
          <p:cNvSpPr txBox="1"/>
          <p:nvPr/>
        </p:nvSpPr>
        <p:spPr>
          <a:xfrm>
            <a:off x="152400" y="228600"/>
            <a:ext cx="7620000" cy="584775"/>
          </a:xfrm>
          <a:prstGeom prst="rect">
            <a:avLst/>
          </a:prstGeom>
          <a:solidFill>
            <a:srgbClr val="B2E3D5"/>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hr-HR" sz="3200">
                <a:solidFill>
                  <a:schemeClr val="dk1"/>
                </a:solidFill>
                <a:latin typeface="Century Gothic"/>
                <a:ea typeface="Century Gothic"/>
                <a:cs typeface="Century Gothic"/>
                <a:sym typeface="Century Gothic"/>
              </a:rPr>
              <a:t>ŠIRENJE REFORMACIJE</a:t>
            </a:r>
            <a:endParaRPr/>
          </a:p>
        </p:txBody>
      </p:sp>
      <p:sp>
        <p:nvSpPr>
          <p:cNvPr id="180" name="Google Shape;180;p10"/>
          <p:cNvSpPr txBox="1"/>
          <p:nvPr/>
        </p:nvSpPr>
        <p:spPr>
          <a:xfrm>
            <a:off x="1828800" y="2286000"/>
            <a:ext cx="4114800" cy="4045526"/>
          </a:xfrm>
          <a:prstGeom prst="rect">
            <a:avLst/>
          </a:prstGeom>
          <a:noFill/>
          <a:ln>
            <a:noFill/>
          </a:ln>
        </p:spPr>
        <p:txBody>
          <a:bodyPr anchorCtr="0" anchor="t" bIns="45700" lIns="91425" spcFirstLastPara="1" rIns="91425" wrap="square" tIns="45700">
            <a:normAutofit/>
          </a:bodyPr>
          <a:lstStyle/>
          <a:p>
            <a:pPr indent="0" lvl="0" marL="0" marR="0" rtl="0" algn="l">
              <a:lnSpc>
                <a:spcPct val="130000"/>
              </a:lnSpc>
              <a:spcBef>
                <a:spcPts val="0"/>
              </a:spcBef>
              <a:spcAft>
                <a:spcPts val="0"/>
              </a:spcAft>
              <a:buClr>
                <a:schemeClr val="dk1"/>
              </a:buClr>
              <a:buSzPts val="2800"/>
              <a:buFont typeface="Arial"/>
              <a:buNone/>
            </a:pPr>
            <a:r>
              <a:t/>
            </a:r>
            <a:endParaRPr i="1" sz="2800">
              <a:solidFill>
                <a:schemeClr val="dk1"/>
              </a:solidFill>
              <a:latin typeface="Century Gothic"/>
              <a:ea typeface="Century Gothic"/>
              <a:cs typeface="Century Gothic"/>
              <a:sym typeface="Century Gothic"/>
            </a:endParaRPr>
          </a:p>
        </p:txBody>
      </p:sp>
      <p:pic>
        <p:nvPicPr>
          <p:cNvPr descr="http://img.thesun.co.uk/multimedia/archive/01648/113493491_10_1648272a.jpg" id="181" name="Google Shape;181;p10"/>
          <p:cNvPicPr preferRelativeResize="0"/>
          <p:nvPr/>
        </p:nvPicPr>
        <p:blipFill rotWithShape="1">
          <a:blip r:embed="rId3">
            <a:alphaModFix/>
          </a:blip>
          <a:srcRect b="0" l="0" r="0" t="0"/>
          <a:stretch/>
        </p:blipFill>
        <p:spPr>
          <a:xfrm>
            <a:off x="1997081" y="4280386"/>
            <a:ext cx="3675369" cy="2282286"/>
          </a:xfrm>
          <a:prstGeom prst="roundRect">
            <a:avLst>
              <a:gd fmla="val 11111" name="adj"/>
            </a:avLst>
          </a:prstGeom>
          <a:noFill/>
          <a:ln cap="rnd" cmpd="sng" w="190500">
            <a:solidFill>
              <a:srgbClr val="C8C6BD"/>
            </a:solidFill>
            <a:prstDash val="solid"/>
            <a:round/>
            <a:headEnd len="sm" w="sm" type="none"/>
            <a:tailEnd len="sm" w="sm" type="none"/>
          </a:ln>
          <a:effectLst>
            <a:outerShdw blurRad="101600" rotWithShape="0" algn="tl" dir="7200000" dist="50800">
              <a:srgbClr val="000000">
                <a:alpha val="44705"/>
              </a:srgbClr>
            </a:outerShdw>
          </a:effectLst>
        </p:spPr>
      </p:pic>
      <p:sp>
        <p:nvSpPr>
          <p:cNvPr id="182" name="Google Shape;182;p10"/>
          <p:cNvSpPr txBox="1"/>
          <p:nvPr/>
        </p:nvSpPr>
        <p:spPr>
          <a:xfrm>
            <a:off x="121920" y="2517146"/>
            <a:ext cx="8832273" cy="909637"/>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marR="0" rtl="0" algn="l">
              <a:lnSpc>
                <a:spcPct val="150000"/>
              </a:lnSpc>
              <a:spcBef>
                <a:spcPts val="0"/>
              </a:spcBef>
              <a:spcAft>
                <a:spcPts val="0"/>
              </a:spcAft>
              <a:buClr>
                <a:schemeClr val="dk1"/>
              </a:buClr>
              <a:buSzPct val="100000"/>
              <a:buFont typeface="Noto Sans Symbols"/>
              <a:buChar char="⮚"/>
            </a:pPr>
            <a:r>
              <a:rPr lang="hr-HR" sz="2800">
                <a:solidFill>
                  <a:schemeClr val="dk1"/>
                </a:solidFill>
                <a:latin typeface="Century Gothic"/>
                <a:ea typeface="Century Gothic"/>
                <a:cs typeface="Century Gothic"/>
                <a:sym typeface="Century Gothic"/>
              </a:rPr>
              <a:t>spomenute mjere nisu zaustavile Lutherovo djelovanje </a:t>
            </a:r>
            <a:endParaRPr/>
          </a:p>
          <a:p>
            <a:pPr indent="-191770" lvl="0" marL="342900" marR="0" rtl="0" algn="l">
              <a:lnSpc>
                <a:spcPct val="150000"/>
              </a:lnSpc>
              <a:spcBef>
                <a:spcPts val="476"/>
              </a:spcBef>
              <a:spcAft>
                <a:spcPts val="0"/>
              </a:spcAft>
              <a:buClr>
                <a:schemeClr val="dk1"/>
              </a:buClr>
              <a:buSzPct val="100000"/>
              <a:buFont typeface="Noto Sans Symbols"/>
              <a:buNone/>
            </a:pPr>
            <a:r>
              <a:t/>
            </a:r>
            <a:endParaRPr i="1" sz="2800">
              <a:solidFill>
                <a:schemeClr val="dk1"/>
              </a:solidFill>
              <a:latin typeface="Century Gothic"/>
              <a:ea typeface="Century Gothic"/>
              <a:cs typeface="Century Gothic"/>
              <a:sym typeface="Century Gothic"/>
            </a:endParaRPr>
          </a:p>
        </p:txBody>
      </p:sp>
      <p:sp>
        <p:nvSpPr>
          <p:cNvPr id="183" name="Google Shape;183;p10"/>
          <p:cNvSpPr/>
          <p:nvPr/>
        </p:nvSpPr>
        <p:spPr>
          <a:xfrm rot="2359339">
            <a:off x="2058199" y="3105820"/>
            <a:ext cx="338741" cy="492382"/>
          </a:xfrm>
          <a:prstGeom prst="downArrow">
            <a:avLst>
              <a:gd fmla="val 50000" name="adj1"/>
              <a:gd fmla="val 50000" name="adj2"/>
            </a:avLst>
          </a:prstGeom>
          <a:solidFill>
            <a:srgbClr val="D8F1EA"/>
          </a:solidFill>
          <a:ln cap="flat" cmpd="sng" w="12700">
            <a:solidFill>
              <a:srgbClr val="8BD6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84" name="Google Shape;184;p10"/>
          <p:cNvSpPr txBox="1"/>
          <p:nvPr/>
        </p:nvSpPr>
        <p:spPr>
          <a:xfrm>
            <a:off x="0" y="3598022"/>
            <a:ext cx="3323359" cy="492443"/>
          </a:xfrm>
          <a:prstGeom prst="rect">
            <a:avLst/>
          </a:prstGeom>
          <a:noFill/>
          <a:ln cap="flat" cmpd="sng" w="9525">
            <a:solidFill>
              <a:srgbClr val="8BD6C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hr-HR" sz="2600">
                <a:solidFill>
                  <a:schemeClr val="dk1"/>
                </a:solidFill>
                <a:latin typeface="Century Gothic"/>
                <a:ea typeface="Century Gothic"/>
                <a:cs typeface="Century Gothic"/>
                <a:sym typeface="Century Gothic"/>
              </a:rPr>
              <a:t>pisao nove spise</a:t>
            </a:r>
            <a:endParaRPr/>
          </a:p>
        </p:txBody>
      </p:sp>
      <p:sp>
        <p:nvSpPr>
          <p:cNvPr id="185" name="Google Shape;185;p10"/>
          <p:cNvSpPr txBox="1"/>
          <p:nvPr/>
        </p:nvSpPr>
        <p:spPr>
          <a:xfrm>
            <a:off x="3733801" y="3634585"/>
            <a:ext cx="5410199" cy="492443"/>
          </a:xfrm>
          <a:prstGeom prst="rect">
            <a:avLst/>
          </a:prstGeom>
          <a:noFill/>
          <a:ln cap="flat" cmpd="sng" w="9525">
            <a:solidFill>
              <a:srgbClr val="8BD6C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hr-HR" sz="2600">
                <a:solidFill>
                  <a:schemeClr val="dk1"/>
                </a:solidFill>
                <a:latin typeface="Century Gothic"/>
                <a:ea typeface="Century Gothic"/>
                <a:cs typeface="Century Gothic"/>
                <a:sym typeface="Century Gothic"/>
              </a:rPr>
              <a:t>Bibliju preveo na njemački jezik</a:t>
            </a:r>
            <a:endParaRPr/>
          </a:p>
        </p:txBody>
      </p:sp>
      <p:sp>
        <p:nvSpPr>
          <p:cNvPr id="186" name="Google Shape;186;p10"/>
          <p:cNvSpPr/>
          <p:nvPr/>
        </p:nvSpPr>
        <p:spPr>
          <a:xfrm rot="-1813560">
            <a:off x="5521657" y="3024179"/>
            <a:ext cx="375885" cy="623705"/>
          </a:xfrm>
          <a:prstGeom prst="downArrow">
            <a:avLst>
              <a:gd fmla="val 50000" name="adj1"/>
              <a:gd fmla="val 50000" name="adj2"/>
            </a:avLst>
          </a:prstGeom>
          <a:solidFill>
            <a:srgbClr val="D8F1EA"/>
          </a:solidFill>
          <a:ln cap="flat" cmpd="sng" w="12700">
            <a:solidFill>
              <a:srgbClr val="8BD6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Tree>
  </p:cSld>
  <p:clrMapOvr>
    <a:masterClrMapping/>
  </p:clrMapOvr>
  <p:transition spd="slow" p14:dur="1500">
    <p:split orient="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500"/>
                                        <p:tgtEl>
                                          <p:spTgt spid="1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xEl>
                                              <p:pRg end="0" st="0"/>
                                            </p:txEl>
                                          </p:spTgt>
                                        </p:tgtEl>
                                        <p:attrNameLst>
                                          <p:attrName>style.visibility</p:attrName>
                                        </p:attrNameLst>
                                      </p:cBhvr>
                                      <p:to>
                                        <p:strVal val="visible"/>
                                      </p:to>
                                    </p:set>
                                    <p:animEffect filter="fade" transition="in">
                                      <p:cBhvr>
                                        <p:cTn dur="2000"/>
                                        <p:tgtEl>
                                          <p:spTgt spid="17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xEl>
                                              <p:pRg end="1" st="1"/>
                                            </p:txEl>
                                          </p:spTgt>
                                        </p:tgtEl>
                                        <p:attrNameLst>
                                          <p:attrName>style.visibility</p:attrName>
                                        </p:attrNameLst>
                                      </p:cBhvr>
                                      <p:to>
                                        <p:strVal val="visible"/>
                                      </p:to>
                                    </p:set>
                                    <p:animEffect filter="fade" transition="in">
                                      <p:cBhvr>
                                        <p:cTn dur="2000"/>
                                        <p:tgtEl>
                                          <p:spTgt spid="178">
                                            <p:txEl>
                                              <p:pRg end="1" st="1"/>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82"/>
                                        </p:tgtEl>
                                        <p:attrNameLst>
                                          <p:attrName>style.visibility</p:attrName>
                                        </p:attrNameLst>
                                      </p:cBhvr>
                                      <p:to>
                                        <p:strVal val="visible"/>
                                      </p:to>
                                    </p:set>
                                    <p:animEffect filter="fade" transition="in">
                                      <p:cBhvr>
                                        <p:cTn dur="1000"/>
                                        <p:tgtEl>
                                          <p:spTgt spid="182"/>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1000"/>
                                        <p:tgtEl>
                                          <p:spTgt spid="183"/>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1000"/>
                                        <p:tgtEl>
                                          <p:spTgt spid="186"/>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184"/>
                                        </p:tgtEl>
                                        <p:attrNameLst>
                                          <p:attrName>style.visibility</p:attrName>
                                        </p:attrNameLst>
                                      </p:cBhvr>
                                      <p:to>
                                        <p:strVal val="visible"/>
                                      </p:to>
                                    </p:set>
                                    <p:animEffect filter="fade" transition="in">
                                      <p:cBhvr>
                                        <p:cTn dur="1000"/>
                                        <p:tgtEl>
                                          <p:spTgt spid="184"/>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185"/>
                                        </p:tgtEl>
                                        <p:attrNameLst>
                                          <p:attrName>style.visibility</p:attrName>
                                        </p:attrNameLst>
                                      </p:cBhvr>
                                      <p:to>
                                        <p:strVal val="visible"/>
                                      </p:to>
                                    </p:set>
                                    <p:animEffect filter="fade" transition="in">
                                      <p:cBhvr>
                                        <p:cTn dur="1000"/>
                                        <p:tgtEl>
                                          <p:spTgt spid="1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82"/>
                                        </p:tgtEl>
                                      </p:cBhvr>
                                    </p:animEffect>
                                    <p:set>
                                      <p:cBhvr>
                                        <p:cTn dur="1" fill="hold">
                                          <p:stCondLst>
                                            <p:cond delay="1000"/>
                                          </p:stCondLst>
                                        </p:cTn>
                                        <p:tgtEl>
                                          <p:spTgt spid="18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183"/>
                                        </p:tgtEl>
                                      </p:cBhvr>
                                    </p:animEffect>
                                    <p:set>
                                      <p:cBhvr>
                                        <p:cTn dur="1" fill="hold">
                                          <p:stCondLst>
                                            <p:cond delay="1000"/>
                                          </p:stCondLst>
                                        </p:cTn>
                                        <p:tgtEl>
                                          <p:spTgt spid="18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186"/>
                                        </p:tgtEl>
                                      </p:cBhvr>
                                    </p:animEffect>
                                    <p:set>
                                      <p:cBhvr>
                                        <p:cTn dur="1" fill="hold">
                                          <p:stCondLst>
                                            <p:cond delay="1000"/>
                                          </p:stCondLst>
                                        </p:cTn>
                                        <p:tgtEl>
                                          <p:spTgt spid="18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184"/>
                                        </p:tgtEl>
                                      </p:cBhvr>
                                    </p:animEffect>
                                    <p:set>
                                      <p:cBhvr>
                                        <p:cTn dur="1" fill="hold">
                                          <p:stCondLst>
                                            <p:cond delay="1000"/>
                                          </p:stCondLst>
                                        </p:cTn>
                                        <p:tgtEl>
                                          <p:spTgt spid="18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185"/>
                                        </p:tgtEl>
                                      </p:cBhvr>
                                    </p:animEffect>
                                    <p:set>
                                      <p:cBhvr>
                                        <p:cTn dur="1" fill="hold">
                                          <p:stCondLst>
                                            <p:cond delay="1000"/>
                                          </p:stCondLst>
                                        </p:cTn>
                                        <p:tgtEl>
                                          <p:spTgt spid="18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1"/>
          <p:cNvSpPr txBox="1"/>
          <p:nvPr>
            <p:ph idx="1" type="body"/>
          </p:nvPr>
        </p:nvSpPr>
        <p:spPr>
          <a:xfrm>
            <a:off x="533400" y="533400"/>
            <a:ext cx="7879080" cy="5501640"/>
          </a:xfrm>
          <a:prstGeom prst="rect">
            <a:avLst/>
          </a:prstGeom>
          <a:noFill/>
          <a:ln>
            <a:noFill/>
          </a:ln>
        </p:spPr>
        <p:txBody>
          <a:bodyPr anchorCtr="0" anchor="t" bIns="45700" lIns="91425" spcFirstLastPara="1" rIns="91425" wrap="square" tIns="45700">
            <a:normAutofit/>
          </a:bodyPr>
          <a:lstStyle/>
          <a:p>
            <a:pPr indent="-182880" lvl="0" marL="182880" rtl="0" algn="l">
              <a:lnSpc>
                <a:spcPct val="100000"/>
              </a:lnSpc>
              <a:spcBef>
                <a:spcPts val="0"/>
              </a:spcBef>
              <a:spcAft>
                <a:spcPts val="0"/>
              </a:spcAft>
              <a:buSzPts val="2800"/>
              <a:buChar char="◦"/>
            </a:pPr>
            <a:r>
              <a:rPr lang="hr-HR" sz="2800"/>
              <a:t>između protestanata i njemačkog cara, koji je podržavao Crkvu, izbio je dugogodišnji rat u kojem je car Karlo V. na kraju popustio</a:t>
            </a:r>
            <a:endParaRPr/>
          </a:p>
          <a:p>
            <a:pPr indent="-182880" lvl="0" marL="182880" rtl="0" algn="l">
              <a:lnSpc>
                <a:spcPct val="100000"/>
              </a:lnSpc>
              <a:spcBef>
                <a:spcPts val="900"/>
              </a:spcBef>
              <a:spcAft>
                <a:spcPts val="0"/>
              </a:spcAft>
              <a:buSzPts val="2800"/>
              <a:buChar char="◦"/>
            </a:pPr>
            <a:r>
              <a:rPr b="1" lang="hr-HR" sz="2800"/>
              <a:t>Mirom u Augsburgu 1555. godine uvedeno je pravilo “čija je zemlja, njegova je i vjera”</a:t>
            </a:r>
            <a:endParaRPr/>
          </a:p>
          <a:p>
            <a:pPr indent="-68579" lvl="0" marL="182880" rtl="0" algn="l">
              <a:lnSpc>
                <a:spcPct val="100000"/>
              </a:lnSpc>
              <a:spcBef>
                <a:spcPts val="900"/>
              </a:spcBef>
              <a:spcAft>
                <a:spcPts val="0"/>
              </a:spcAft>
              <a:buSzPts val="18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2"/>
          <p:cNvSpPr txBox="1"/>
          <p:nvPr>
            <p:ph idx="1" type="body"/>
          </p:nvPr>
        </p:nvSpPr>
        <p:spPr>
          <a:xfrm>
            <a:off x="0" y="152400"/>
            <a:ext cx="8915400" cy="671851"/>
          </a:xfrm>
          <a:prstGeom prst="rect">
            <a:avLst/>
          </a:prstGeom>
          <a:noFill/>
          <a:ln>
            <a:noFill/>
          </a:ln>
        </p:spPr>
        <p:txBody>
          <a:bodyPr anchorCtr="0" anchor="t" bIns="45700" lIns="91425" spcFirstLastPara="1" rIns="91425" wrap="square" tIns="45700">
            <a:spAutoFit/>
          </a:bodyPr>
          <a:lstStyle/>
          <a:p>
            <a:pPr indent="-457200" lvl="0" marL="457200" rtl="0" algn="l">
              <a:lnSpc>
                <a:spcPct val="150000"/>
              </a:lnSpc>
              <a:spcBef>
                <a:spcPts val="0"/>
              </a:spcBef>
              <a:spcAft>
                <a:spcPts val="0"/>
              </a:spcAft>
              <a:buSzPts val="2800"/>
              <a:buFont typeface="Noto Sans Symbols"/>
              <a:buChar char="⮚"/>
            </a:pPr>
            <a:r>
              <a:rPr lang="hr-HR" sz="2800"/>
              <a:t>protestantizam se </a:t>
            </a:r>
            <a:r>
              <a:rPr b="1" lang="hr-HR" sz="2800"/>
              <a:t>širi</a:t>
            </a:r>
            <a:r>
              <a:rPr lang="hr-HR" sz="2800"/>
              <a:t> po europskim zemljama</a:t>
            </a:r>
            <a:endParaRPr/>
          </a:p>
        </p:txBody>
      </p:sp>
      <p:pic>
        <p:nvPicPr>
          <p:cNvPr descr="karta protestanti" id="197" name="Google Shape;197;p12"/>
          <p:cNvPicPr preferRelativeResize="0"/>
          <p:nvPr/>
        </p:nvPicPr>
        <p:blipFill rotWithShape="1">
          <a:blip r:embed="rId3">
            <a:alphaModFix/>
          </a:blip>
          <a:srcRect b="1973" l="2856" r="1429" t="2743"/>
          <a:stretch/>
        </p:blipFill>
        <p:spPr>
          <a:xfrm>
            <a:off x="3962400" y="2170938"/>
            <a:ext cx="4953000" cy="4507230"/>
          </a:xfrm>
          <a:prstGeom prst="roundRect">
            <a:avLst>
              <a:gd fmla="val 16667" name="adj"/>
            </a:avLst>
          </a:prstGeom>
          <a:noFill/>
          <a:ln>
            <a:noFill/>
          </a:ln>
          <a:effectLst>
            <a:outerShdw blurRad="76200" rotWithShape="0" algn="tl" dir="7800000" dist="38100">
              <a:srgbClr val="000000">
                <a:alpha val="40000"/>
              </a:srgbClr>
            </a:outerShdw>
          </a:effectLst>
        </p:spPr>
      </p:pic>
      <p:pic>
        <p:nvPicPr>
          <p:cNvPr descr="22" id="198" name="Google Shape;198;p12"/>
          <p:cNvPicPr preferRelativeResize="0"/>
          <p:nvPr/>
        </p:nvPicPr>
        <p:blipFill rotWithShape="1">
          <a:blip r:embed="rId4">
            <a:alphaModFix/>
          </a:blip>
          <a:srcRect b="0" l="0" r="0" t="3169"/>
          <a:stretch/>
        </p:blipFill>
        <p:spPr>
          <a:xfrm>
            <a:off x="2133600" y="3352886"/>
            <a:ext cx="1623469" cy="2166370"/>
          </a:xfrm>
          <a:prstGeom prst="roundRect">
            <a:avLst>
              <a:gd fmla="val 16667" name="adj"/>
            </a:avLst>
          </a:prstGeom>
          <a:noFill/>
          <a:ln>
            <a:noFill/>
          </a:ln>
          <a:effectLst>
            <a:outerShdw blurRad="76200" rotWithShape="0" algn="tl" dir="7800000" dist="38100">
              <a:srgbClr val="000000">
                <a:alpha val="40000"/>
              </a:srgbClr>
            </a:outerShdw>
          </a:effectLst>
        </p:spPr>
      </p:pic>
      <p:sp>
        <p:nvSpPr>
          <p:cNvPr id="199" name="Google Shape;199;p12"/>
          <p:cNvSpPr/>
          <p:nvPr/>
        </p:nvSpPr>
        <p:spPr>
          <a:xfrm>
            <a:off x="-13855" y="914400"/>
            <a:ext cx="8610600" cy="2031325"/>
          </a:xfrm>
          <a:prstGeom prst="rect">
            <a:avLst/>
          </a:prstGeom>
          <a:noFill/>
          <a:ln>
            <a:noFill/>
          </a:ln>
        </p:spPr>
        <p:txBody>
          <a:bodyPr anchorCtr="0" anchor="t" bIns="45700" lIns="91425" spcFirstLastPara="1" rIns="91425" wrap="square" tIns="45700">
            <a:spAutoFit/>
          </a:bodyPr>
          <a:lstStyle/>
          <a:p>
            <a:pPr indent="-457200" lvl="0" marL="457200" marR="0" rtl="0" algn="l">
              <a:lnSpc>
                <a:spcPct val="150000"/>
              </a:lnSpc>
              <a:spcBef>
                <a:spcPts val="0"/>
              </a:spcBef>
              <a:spcAft>
                <a:spcPts val="0"/>
              </a:spcAft>
              <a:buClr>
                <a:schemeClr val="dk1"/>
              </a:buClr>
              <a:buSzPts val="2800"/>
              <a:buFont typeface="Noto Sans Symbols"/>
              <a:buChar char="⮚"/>
            </a:pPr>
            <a:r>
              <a:rPr lang="hr-HR" sz="2800">
                <a:solidFill>
                  <a:schemeClr val="dk1"/>
                </a:solidFill>
                <a:latin typeface="Century Gothic"/>
                <a:ea typeface="Century Gothic"/>
                <a:cs typeface="Century Gothic"/>
                <a:sym typeface="Century Gothic"/>
              </a:rPr>
              <a:t>sredinom 16. st. postaje državnom vjerom u sjevernoj </a:t>
            </a:r>
            <a:r>
              <a:rPr b="1" lang="hr-HR" sz="2800">
                <a:solidFill>
                  <a:schemeClr val="dk1"/>
                </a:solidFill>
                <a:latin typeface="Century Gothic"/>
                <a:ea typeface="Century Gothic"/>
                <a:cs typeface="Century Gothic"/>
                <a:sym typeface="Century Gothic"/>
              </a:rPr>
              <a:t>Njemačkoj, Švicarskoj, Engleskoj i skandinavskim zemljama</a:t>
            </a:r>
            <a:endParaRPr/>
          </a:p>
        </p:txBody>
      </p:sp>
    </p:spTree>
  </p:cSld>
  <p:clrMapOvr>
    <a:masterClrMapping/>
  </p:clrMapOvr>
  <p:transition spd="slow" p14:dur="1500">
    <p:split orient="vert"/>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99"/>
                                        </p:tgtEl>
                                        <p:attrNameLst>
                                          <p:attrName>style.visibility</p:attrName>
                                        </p:attrNameLst>
                                      </p:cBhvr>
                                      <p:to>
                                        <p:strVal val="visible"/>
                                      </p:to>
                                    </p:set>
                                    <p:animEffect filter="fade" transition="in">
                                      <p:cBhvr>
                                        <p:cTn dur="2000"/>
                                        <p:tgtEl>
                                          <p:spTgt spid="1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pic>
        <p:nvPicPr>
          <p:cNvPr descr="Slika na kojoj se prikazuje karta&#10;&#10;Opis je automatski generiran" id="204" name="Google Shape;204;p13"/>
          <p:cNvPicPr preferRelativeResize="0"/>
          <p:nvPr>
            <p:ph idx="4294967295" type="body"/>
          </p:nvPr>
        </p:nvPicPr>
        <p:blipFill rotWithShape="1">
          <a:blip r:embed="rId3">
            <a:alphaModFix/>
          </a:blip>
          <a:srcRect b="0" l="0" r="0" t="0"/>
          <a:stretch/>
        </p:blipFill>
        <p:spPr>
          <a:xfrm>
            <a:off x="467544" y="4147"/>
            <a:ext cx="8280920" cy="685385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8" name="Shape 208"/>
        <p:cNvGrpSpPr/>
        <p:nvPr/>
      </p:nvGrpSpPr>
      <p:grpSpPr>
        <a:xfrm>
          <a:off x="0" y="0"/>
          <a:ext cx="0" cy="0"/>
          <a:chOff x="0" y="0"/>
          <a:chExt cx="0" cy="0"/>
        </a:xfrm>
      </p:grpSpPr>
      <p:sp>
        <p:nvSpPr>
          <p:cNvPr id="209" name="Google Shape;209;p14"/>
          <p:cNvSpPr txBox="1"/>
          <p:nvPr>
            <p:ph type="title"/>
          </p:nvPr>
        </p:nvSpPr>
        <p:spPr>
          <a:xfrm>
            <a:off x="731520" y="642594"/>
            <a:ext cx="7680960" cy="137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000"/>
              <a:buFont typeface="Century Gothic"/>
              <a:buNone/>
            </a:pPr>
            <a:r>
              <a:t/>
            </a:r>
            <a:endParaRPr/>
          </a:p>
        </p:txBody>
      </p:sp>
      <p:pic>
        <p:nvPicPr>
          <p:cNvPr id="210" name="Google Shape;210;p14"/>
          <p:cNvPicPr preferRelativeResize="0"/>
          <p:nvPr>
            <p:ph idx="1" type="body"/>
          </p:nvPr>
        </p:nvPicPr>
        <p:blipFill rotWithShape="1">
          <a:blip r:embed="rId3">
            <a:alphaModFix/>
          </a:blip>
          <a:srcRect b="0" l="0" r="0" t="0"/>
          <a:stretch/>
        </p:blipFill>
        <p:spPr>
          <a:xfrm>
            <a:off x="2362200" y="381000"/>
            <a:ext cx="3760901" cy="5591207"/>
          </a:xfrm>
          <a:prstGeom prst="rect">
            <a:avLst/>
          </a:prstGeom>
          <a:noFill/>
          <a:ln>
            <a:noFill/>
          </a:ln>
        </p:spPr>
      </p:pic>
      <p:sp>
        <p:nvSpPr>
          <p:cNvPr id="211" name="Google Shape;211;p14"/>
          <p:cNvSpPr txBox="1"/>
          <p:nvPr/>
        </p:nvSpPr>
        <p:spPr>
          <a:xfrm>
            <a:off x="2819400" y="5972207"/>
            <a:ext cx="312457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hr-HR" sz="1800">
                <a:solidFill>
                  <a:schemeClr val="dk1"/>
                </a:solidFill>
                <a:latin typeface="Century Gothic"/>
                <a:ea typeface="Century Gothic"/>
                <a:cs typeface="Century Gothic"/>
                <a:sym typeface="Century Gothic"/>
              </a:rPr>
              <a:t>The other Boleyn girl, 2008.</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5"/>
          <p:cNvSpPr/>
          <p:nvPr/>
        </p:nvSpPr>
        <p:spPr>
          <a:xfrm>
            <a:off x="0" y="381000"/>
            <a:ext cx="7536873" cy="1935273"/>
          </a:xfrm>
          <a:prstGeom prst="rect">
            <a:avLst/>
          </a:prstGeom>
          <a:noFill/>
          <a:ln>
            <a:noFill/>
          </a:ln>
        </p:spPr>
        <p:txBody>
          <a:bodyPr anchorCtr="0" anchor="t" bIns="45700" lIns="91425" spcFirstLastPara="1" rIns="91425" wrap="square" tIns="45700">
            <a:spAutoFit/>
          </a:bodyPr>
          <a:lstStyle/>
          <a:p>
            <a:pPr indent="-457200" lvl="0" marL="457200" marR="0" rtl="0" algn="l">
              <a:lnSpc>
                <a:spcPct val="178571"/>
              </a:lnSpc>
              <a:spcBef>
                <a:spcPts val="0"/>
              </a:spcBef>
              <a:spcAft>
                <a:spcPts val="0"/>
              </a:spcAft>
              <a:buClr>
                <a:schemeClr val="dk1"/>
              </a:buClr>
              <a:buSzPts val="2800"/>
              <a:buFont typeface="Noto Sans Symbols"/>
              <a:buChar char="⮚"/>
            </a:pPr>
            <a:r>
              <a:rPr lang="hr-HR" sz="2800">
                <a:solidFill>
                  <a:schemeClr val="dk1"/>
                </a:solidFill>
                <a:latin typeface="Century Gothic"/>
                <a:ea typeface="Century Gothic"/>
                <a:cs typeface="Century Gothic"/>
                <a:sym typeface="Century Gothic"/>
              </a:rPr>
              <a:t>reformacijsku </a:t>
            </a:r>
            <a:r>
              <a:rPr b="1" lang="hr-HR" sz="2800">
                <a:solidFill>
                  <a:schemeClr val="dk1"/>
                </a:solidFill>
                <a:latin typeface="Century Gothic"/>
                <a:ea typeface="Century Gothic"/>
                <a:cs typeface="Century Gothic"/>
                <a:sym typeface="Century Gothic"/>
              </a:rPr>
              <a:t>Anglikansku</a:t>
            </a:r>
            <a:r>
              <a:rPr lang="hr-HR" sz="2800">
                <a:solidFill>
                  <a:schemeClr val="dk1"/>
                </a:solidFill>
                <a:latin typeface="Century Gothic"/>
                <a:ea typeface="Century Gothic"/>
                <a:cs typeface="Century Gothic"/>
                <a:sym typeface="Century Gothic"/>
              </a:rPr>
              <a:t> crkvu u Engleskoj osnovao je kralj </a:t>
            </a:r>
            <a:r>
              <a:rPr b="1" lang="hr-HR" sz="2800">
                <a:solidFill>
                  <a:schemeClr val="dk1"/>
                </a:solidFill>
                <a:latin typeface="Century Gothic"/>
                <a:ea typeface="Century Gothic"/>
                <a:cs typeface="Century Gothic"/>
                <a:sym typeface="Century Gothic"/>
              </a:rPr>
              <a:t>Henrik VIII. </a:t>
            </a:r>
            <a:r>
              <a:rPr lang="hr-HR" sz="2800">
                <a:solidFill>
                  <a:schemeClr val="dk1"/>
                </a:solidFill>
                <a:latin typeface="Century Gothic"/>
                <a:ea typeface="Century Gothic"/>
                <a:cs typeface="Century Gothic"/>
                <a:sym typeface="Century Gothic"/>
              </a:rPr>
              <a:t>iz privatnih razloga - </a:t>
            </a:r>
            <a:r>
              <a:rPr b="1" lang="hr-HR" sz="2800">
                <a:solidFill>
                  <a:schemeClr val="dk1"/>
                </a:solidFill>
                <a:latin typeface="Century Gothic"/>
                <a:ea typeface="Century Gothic"/>
                <a:cs typeface="Century Gothic"/>
                <a:sym typeface="Century Gothic"/>
              </a:rPr>
              <a:t>anglikanizam</a:t>
            </a:r>
            <a:endParaRPr b="1" sz="2800">
              <a:solidFill>
                <a:schemeClr val="dk1"/>
              </a:solidFill>
              <a:latin typeface="Century Gothic"/>
              <a:ea typeface="Century Gothic"/>
              <a:cs typeface="Century Gothic"/>
              <a:sym typeface="Century Gothic"/>
            </a:endParaRPr>
          </a:p>
        </p:txBody>
      </p:sp>
      <p:pic>
        <p:nvPicPr>
          <p:cNvPr descr="http://nathenamin.files.wordpress.com/2010/07/the-six-wives-of-henry-viii.jpg" id="217" name="Google Shape;217;p15"/>
          <p:cNvPicPr preferRelativeResize="0"/>
          <p:nvPr/>
        </p:nvPicPr>
        <p:blipFill rotWithShape="1">
          <a:blip r:embed="rId3">
            <a:alphaModFix/>
          </a:blip>
          <a:srcRect b="0" l="0" r="0" t="0"/>
          <a:stretch/>
        </p:blipFill>
        <p:spPr>
          <a:xfrm>
            <a:off x="237648" y="2448340"/>
            <a:ext cx="3273137" cy="3896592"/>
          </a:xfrm>
          <a:prstGeom prst="roundRect">
            <a:avLst>
              <a:gd fmla="val 11111" name="adj"/>
            </a:avLst>
          </a:prstGeom>
          <a:noFill/>
          <a:ln cap="rnd" cmpd="sng" w="190500">
            <a:solidFill>
              <a:srgbClr val="C8C6BD"/>
            </a:solidFill>
            <a:prstDash val="solid"/>
            <a:round/>
            <a:headEnd len="sm" w="sm" type="none"/>
            <a:tailEnd len="sm" w="sm" type="none"/>
          </a:ln>
          <a:effectLst>
            <a:outerShdw blurRad="101600" rotWithShape="0" algn="tl" dir="7200000" dist="50800">
              <a:srgbClr val="000000">
                <a:alpha val="44705"/>
              </a:srgbClr>
            </a:outerShdw>
          </a:effectLst>
        </p:spPr>
      </p:pic>
      <p:sp>
        <p:nvSpPr>
          <p:cNvPr id="218" name="Google Shape;218;p15"/>
          <p:cNvSpPr/>
          <p:nvPr/>
        </p:nvSpPr>
        <p:spPr>
          <a:xfrm>
            <a:off x="3581400" y="2819400"/>
            <a:ext cx="4495800" cy="1935273"/>
          </a:xfrm>
          <a:prstGeom prst="rect">
            <a:avLst/>
          </a:prstGeom>
          <a:noFill/>
          <a:ln>
            <a:noFill/>
          </a:ln>
        </p:spPr>
        <p:txBody>
          <a:bodyPr anchorCtr="0" anchor="t" bIns="45700" lIns="91425" spcFirstLastPara="1" rIns="91425" wrap="square" tIns="45700">
            <a:spAutoFit/>
          </a:bodyPr>
          <a:lstStyle/>
          <a:p>
            <a:pPr indent="-457200" lvl="0" marL="457200" marR="0" rtl="0" algn="l">
              <a:lnSpc>
                <a:spcPct val="178571"/>
              </a:lnSpc>
              <a:spcBef>
                <a:spcPts val="0"/>
              </a:spcBef>
              <a:spcAft>
                <a:spcPts val="0"/>
              </a:spcAft>
              <a:buClr>
                <a:schemeClr val="dk1"/>
              </a:buClr>
              <a:buSzPts val="2800"/>
              <a:buFont typeface="Noto Sans Symbols"/>
              <a:buChar char="⮚"/>
            </a:pPr>
            <a:r>
              <a:rPr lang="hr-HR" sz="2800">
                <a:solidFill>
                  <a:schemeClr val="dk1"/>
                </a:solidFill>
                <a:latin typeface="Century Gothic"/>
                <a:ea typeface="Century Gothic"/>
                <a:cs typeface="Century Gothic"/>
                <a:sym typeface="Century Gothic"/>
              </a:rPr>
              <a:t>bio je ljut jer mu Crkva nije poništila brak</a:t>
            </a:r>
            <a:endParaRPr/>
          </a:p>
          <a:p>
            <a:pPr indent="-457200" lvl="0" marL="457200" marR="0" rtl="0" algn="l">
              <a:lnSpc>
                <a:spcPct val="178571"/>
              </a:lnSpc>
              <a:spcBef>
                <a:spcPts val="0"/>
              </a:spcBef>
              <a:spcAft>
                <a:spcPts val="0"/>
              </a:spcAft>
              <a:buClr>
                <a:schemeClr val="dk1"/>
              </a:buClr>
              <a:buSzPts val="2800"/>
              <a:buFont typeface="Noto Sans Symbols"/>
              <a:buChar char="⮚"/>
            </a:pPr>
            <a:r>
              <a:rPr lang="hr-HR" sz="2800">
                <a:solidFill>
                  <a:schemeClr val="dk1"/>
                </a:solidFill>
                <a:latin typeface="Century Gothic"/>
                <a:ea typeface="Century Gothic"/>
                <a:cs typeface="Century Gothic"/>
                <a:sym typeface="Century Gothic"/>
              </a:rPr>
              <a:t>ženio se šest puta</a:t>
            </a:r>
            <a:endParaRPr/>
          </a:p>
        </p:txBody>
      </p:sp>
      <p:sp>
        <p:nvSpPr>
          <p:cNvPr id="219" name="Google Shape;219;p15"/>
          <p:cNvSpPr txBox="1"/>
          <p:nvPr/>
        </p:nvSpPr>
        <p:spPr>
          <a:xfrm>
            <a:off x="332710" y="6375824"/>
            <a:ext cx="308301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hr-HR" sz="1800">
                <a:solidFill>
                  <a:schemeClr val="dk1"/>
                </a:solidFill>
                <a:latin typeface="Century Gothic"/>
                <a:ea typeface="Century Gothic"/>
                <a:cs typeface="Century Gothic"/>
                <a:sym typeface="Century Gothic"/>
              </a:rPr>
              <a:t>Henrik VIII. i njegove žene</a:t>
            </a:r>
            <a:endParaRPr/>
          </a:p>
        </p:txBody>
      </p:sp>
      <p:sp>
        <p:nvSpPr>
          <p:cNvPr id="220" name="Google Shape;220;p15"/>
          <p:cNvSpPr txBox="1"/>
          <p:nvPr>
            <p:ph idx="1" type="body"/>
          </p:nvPr>
        </p:nvSpPr>
        <p:spPr>
          <a:xfrm>
            <a:off x="731520" y="2103120"/>
            <a:ext cx="7680960" cy="3931920"/>
          </a:xfrm>
          <a:prstGeom prst="rect">
            <a:avLst/>
          </a:prstGeom>
          <a:noFill/>
          <a:ln>
            <a:noFill/>
          </a:ln>
        </p:spPr>
        <p:txBody>
          <a:bodyPr anchorCtr="0" anchor="t" bIns="45700" lIns="91425" spcFirstLastPara="1" rIns="91425" wrap="square" tIns="45700">
            <a:normAutofit/>
          </a:bodyPr>
          <a:lstStyle/>
          <a:p>
            <a:pPr indent="-68579" lvl="0" marL="182880" rtl="0" algn="l">
              <a:lnSpc>
                <a:spcPct val="100000"/>
              </a:lnSpc>
              <a:spcBef>
                <a:spcPts val="0"/>
              </a:spcBef>
              <a:spcAft>
                <a:spcPts val="0"/>
              </a:spcAft>
              <a:buSzPts val="1800"/>
              <a:buNone/>
            </a:pPr>
            <a:r>
              <a:t/>
            </a:r>
            <a:endParaRPr/>
          </a:p>
        </p:txBody>
      </p:sp>
    </p:spTree>
  </p:cSld>
  <p:clrMapOvr>
    <a:masterClrMapping/>
  </p:clrMapOvr>
  <p:transition spd="slow" p14:dur="1500">
    <p:split orient="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gtEl>
                                        <p:attrNameLst>
                                          <p:attrName>style.visibility</p:attrName>
                                        </p:attrNameLst>
                                      </p:cBhvr>
                                      <p:to>
                                        <p:strVal val="visible"/>
                                      </p:to>
                                    </p:set>
                                    <p:animEffect filter="fade" transition="in">
                                      <p:cBhvr>
                                        <p:cTn dur="2000"/>
                                        <p:tgtEl>
                                          <p:spTgt spid="217"/>
                                        </p:tgtEl>
                                      </p:cBhvr>
                                    </p:animEffect>
                                  </p:childTnLst>
                                </p:cTn>
                              </p:par>
                              <p:par>
                                <p:cTn fill="hold" nodeType="with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2000"/>
                                        <p:tgtEl>
                                          <p:spTgt spid="2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pic>
        <p:nvPicPr>
          <p:cNvPr id="225" name="Google Shape;225;p16"/>
          <p:cNvPicPr preferRelativeResize="0"/>
          <p:nvPr/>
        </p:nvPicPr>
        <p:blipFill rotWithShape="1">
          <a:blip r:embed="rId3">
            <a:alphaModFix/>
          </a:blip>
          <a:srcRect b="0" l="0" r="0" t="0"/>
          <a:stretch/>
        </p:blipFill>
        <p:spPr>
          <a:xfrm>
            <a:off x="1529916" y="692696"/>
            <a:ext cx="5760640" cy="3417980"/>
          </a:xfrm>
          <a:prstGeom prst="rect">
            <a:avLst/>
          </a:prstGeom>
          <a:noFill/>
          <a:ln>
            <a:noFill/>
          </a:ln>
        </p:spPr>
      </p:pic>
      <p:sp>
        <p:nvSpPr>
          <p:cNvPr id="226" name="Google Shape;226;p16"/>
          <p:cNvSpPr txBox="1"/>
          <p:nvPr/>
        </p:nvSpPr>
        <p:spPr>
          <a:xfrm>
            <a:off x="2051720" y="219998"/>
            <a:ext cx="5256584"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hr-HR" sz="1800">
                <a:solidFill>
                  <a:schemeClr val="dk1"/>
                </a:solidFill>
                <a:latin typeface="Century Gothic"/>
                <a:ea typeface="Century Gothic"/>
                <a:cs typeface="Century Gothic"/>
                <a:sym typeface="Century Gothic"/>
              </a:rPr>
              <a:t>HENRIK VIII. I ANNE BOLEYN</a:t>
            </a:r>
            <a:endParaRPr sz="1800">
              <a:solidFill>
                <a:schemeClr val="dk1"/>
              </a:solidFill>
              <a:latin typeface="Century Gothic"/>
              <a:ea typeface="Century Gothic"/>
              <a:cs typeface="Century Gothic"/>
              <a:sym typeface="Century Gothic"/>
            </a:endParaRPr>
          </a:p>
        </p:txBody>
      </p:sp>
      <p:pic>
        <p:nvPicPr>
          <p:cNvPr id="227" name="Google Shape;227;p16"/>
          <p:cNvPicPr preferRelativeResize="0"/>
          <p:nvPr/>
        </p:nvPicPr>
        <p:blipFill rotWithShape="1">
          <a:blip r:embed="rId4">
            <a:alphaModFix/>
          </a:blip>
          <a:srcRect b="0" l="0" r="0" t="0"/>
          <a:stretch/>
        </p:blipFill>
        <p:spPr>
          <a:xfrm>
            <a:off x="2771800" y="4365104"/>
            <a:ext cx="3261607" cy="2327962"/>
          </a:xfrm>
          <a:prstGeom prst="rect">
            <a:avLst/>
          </a:prstGeom>
          <a:noFill/>
          <a:ln>
            <a:noFill/>
          </a:ln>
        </p:spPr>
      </p:pic>
      <p:sp>
        <p:nvSpPr>
          <p:cNvPr id="228" name="Google Shape;228;p16"/>
          <p:cNvSpPr txBox="1"/>
          <p:nvPr/>
        </p:nvSpPr>
        <p:spPr>
          <a:xfrm>
            <a:off x="6033407" y="5100548"/>
            <a:ext cx="2304256"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hr-HR" sz="2400">
                <a:solidFill>
                  <a:schemeClr val="dk1"/>
                </a:solidFill>
                <a:latin typeface="Century Gothic"/>
                <a:ea typeface="Century Gothic"/>
                <a:cs typeface="Century Gothic"/>
                <a:sym typeface="Century Gothic"/>
              </a:rPr>
              <a:t>ELIZABETA I. </a:t>
            </a:r>
            <a:endParaRPr sz="2400">
              <a:solidFill>
                <a:schemeClr val="dk1"/>
              </a:solidFill>
              <a:latin typeface="Century Gothic"/>
              <a:ea typeface="Century Gothic"/>
              <a:cs typeface="Century Gothic"/>
              <a:sym typeface="Century Gothic"/>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
                                        </p:tgtEl>
                                        <p:attrNameLst>
                                          <p:attrName>style.visibility</p:attrName>
                                        </p:attrNameLst>
                                      </p:cBhvr>
                                      <p:to>
                                        <p:strVal val="visible"/>
                                      </p:to>
                                    </p:set>
                                    <p:animEffect filter="fade" transition="in">
                                      <p:cBhvr>
                                        <p:cTn dur="500"/>
                                        <p:tgtEl>
                                          <p:spTgt spid="2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gtEl>
                                        <p:attrNameLst>
                                          <p:attrName>style.visibility</p:attrName>
                                        </p:attrNameLst>
                                      </p:cBhvr>
                                      <p:to>
                                        <p:strVal val="visible"/>
                                      </p:to>
                                    </p:set>
                                    <p:animEffect filter="fade" transition="in">
                                      <p:cBhvr>
                                        <p:cTn dur="500"/>
                                        <p:tgtEl>
                                          <p:spTgt spid="2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2" name="Shape 232"/>
        <p:cNvGrpSpPr/>
        <p:nvPr/>
      </p:nvGrpSpPr>
      <p:grpSpPr>
        <a:xfrm>
          <a:off x="0" y="0"/>
          <a:ext cx="0" cy="0"/>
          <a:chOff x="0" y="0"/>
          <a:chExt cx="0" cy="0"/>
        </a:xfrm>
      </p:grpSpPr>
      <p:sp>
        <p:nvSpPr>
          <p:cNvPr id="233" name="Google Shape;233;p17"/>
          <p:cNvSpPr/>
          <p:nvPr/>
        </p:nvSpPr>
        <p:spPr>
          <a:xfrm>
            <a:off x="545740" y="727628"/>
            <a:ext cx="4025373" cy="5415552"/>
          </a:xfrm>
          <a:prstGeom prst="rect">
            <a:avLst/>
          </a:prstGeom>
          <a:solidFill>
            <a:schemeClr val="lt1"/>
          </a:solidFill>
          <a:ln>
            <a:noFill/>
          </a:ln>
          <a:effectLst>
            <a:outerShdw blurRad="50800" rotWithShape="0" algn="ctr">
              <a:srgbClr val="000000">
                <a:alpha val="6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34" name="Google Shape;234;p17"/>
          <p:cNvSpPr/>
          <p:nvPr/>
        </p:nvSpPr>
        <p:spPr>
          <a:xfrm>
            <a:off x="662983" y="886862"/>
            <a:ext cx="3790888" cy="5097085"/>
          </a:xfrm>
          <a:prstGeom prst="rect">
            <a:avLst/>
          </a:prstGeom>
          <a:noFill/>
          <a:ln cap="sq" cmpd="sng" w="9525">
            <a:solidFill>
              <a:srgbClr val="3F3F3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pic>
        <p:nvPicPr>
          <p:cNvPr id="235" name="Google Shape;235;p17"/>
          <p:cNvPicPr preferRelativeResize="0"/>
          <p:nvPr/>
        </p:nvPicPr>
        <p:blipFill rotWithShape="1">
          <a:blip r:embed="rId3">
            <a:alphaModFix/>
          </a:blip>
          <a:srcRect b="0" l="0" r="0" t="0"/>
          <a:stretch/>
        </p:blipFill>
        <p:spPr>
          <a:xfrm>
            <a:off x="903011" y="981115"/>
            <a:ext cx="3310829" cy="2483121"/>
          </a:xfrm>
          <a:prstGeom prst="rect">
            <a:avLst/>
          </a:prstGeom>
          <a:noFill/>
          <a:ln>
            <a:noFill/>
          </a:ln>
        </p:spPr>
      </p:pic>
      <p:sp>
        <p:nvSpPr>
          <p:cNvPr id="236" name="Google Shape;236;p17"/>
          <p:cNvSpPr txBox="1"/>
          <p:nvPr>
            <p:ph idx="1" type="body"/>
          </p:nvPr>
        </p:nvSpPr>
        <p:spPr>
          <a:xfrm>
            <a:off x="4627380" y="228600"/>
            <a:ext cx="4025373" cy="5806439"/>
          </a:xfrm>
          <a:prstGeom prst="rect">
            <a:avLst/>
          </a:prstGeom>
          <a:noFill/>
          <a:ln>
            <a:noFill/>
          </a:ln>
        </p:spPr>
        <p:txBody>
          <a:bodyPr anchorCtr="0" anchor="t" bIns="45700" lIns="91425" spcFirstLastPara="1" rIns="91425" wrap="square" tIns="45700">
            <a:normAutofit/>
          </a:bodyPr>
          <a:lstStyle/>
          <a:p>
            <a:pPr indent="-182880" lvl="0" marL="182880" rtl="0" algn="l">
              <a:lnSpc>
                <a:spcPct val="90000"/>
              </a:lnSpc>
              <a:spcBef>
                <a:spcPts val="0"/>
              </a:spcBef>
              <a:spcAft>
                <a:spcPts val="0"/>
              </a:spcAft>
              <a:buSzPts val="2000"/>
              <a:buChar char="◦"/>
            </a:pPr>
            <a:r>
              <a:rPr lang="hr-HR" sz="2000"/>
              <a:t>francuski protestant </a:t>
            </a:r>
            <a:r>
              <a:rPr b="1" lang="hr-HR" sz="2000"/>
              <a:t>Jean Calvin </a:t>
            </a:r>
            <a:r>
              <a:rPr lang="hr-HR" sz="2000"/>
              <a:t>morao je zbog progona napustiti zemlju </a:t>
            </a:r>
            <a:endParaRPr/>
          </a:p>
          <a:p>
            <a:pPr indent="-182880" lvl="0" marL="182880" rtl="0" algn="l">
              <a:lnSpc>
                <a:spcPct val="90000"/>
              </a:lnSpc>
              <a:spcBef>
                <a:spcPts val="900"/>
              </a:spcBef>
              <a:spcAft>
                <a:spcPts val="0"/>
              </a:spcAft>
              <a:buSzPts val="2000"/>
              <a:buChar char="◦"/>
            </a:pPr>
            <a:r>
              <a:rPr lang="hr-HR" sz="2000"/>
              <a:t>sklonio se u Ženevi i tamo osnovao novu protestantsku vjeru – </a:t>
            </a:r>
            <a:r>
              <a:rPr b="1" lang="hr-HR" sz="2000"/>
              <a:t>KALVINIZAM</a:t>
            </a:r>
            <a:endParaRPr/>
          </a:p>
        </p:txBody>
      </p:sp>
      <p:pic>
        <p:nvPicPr>
          <p:cNvPr descr="A picture containing text&#10;&#10;Description automatically generated" id="237" name="Google Shape;237;p17"/>
          <p:cNvPicPr preferRelativeResize="0"/>
          <p:nvPr/>
        </p:nvPicPr>
        <p:blipFill rotWithShape="1">
          <a:blip r:embed="rId4">
            <a:alphaModFix/>
          </a:blip>
          <a:srcRect b="0" l="0" r="0" t="0"/>
          <a:stretch/>
        </p:blipFill>
        <p:spPr>
          <a:xfrm>
            <a:off x="4717325" y="2419236"/>
            <a:ext cx="3908130" cy="2719407"/>
          </a:xfrm>
          <a:prstGeom prst="rect">
            <a:avLst/>
          </a:prstGeom>
          <a:noFill/>
          <a:ln>
            <a:noFill/>
          </a:ln>
        </p:spPr>
      </p:pic>
      <p:sp>
        <p:nvSpPr>
          <p:cNvPr id="238" name="Google Shape;238;p17"/>
          <p:cNvSpPr txBox="1"/>
          <p:nvPr/>
        </p:nvSpPr>
        <p:spPr>
          <a:xfrm>
            <a:off x="1859469" y="3409608"/>
            <a:ext cx="151515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hr-HR" sz="1800">
                <a:solidFill>
                  <a:schemeClr val="dk1"/>
                </a:solidFill>
                <a:latin typeface="Century Gothic"/>
                <a:ea typeface="Century Gothic"/>
                <a:cs typeface="Century Gothic"/>
                <a:sym typeface="Century Gothic"/>
              </a:rPr>
              <a:t>Jean Calvin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
                                            <p:txEl>
                                              <p:pRg end="0" st="0"/>
                                            </p:txEl>
                                          </p:spTgt>
                                        </p:tgtEl>
                                        <p:attrNameLst>
                                          <p:attrName>style.visibility</p:attrName>
                                        </p:attrNameLst>
                                      </p:cBhvr>
                                      <p:to>
                                        <p:strVal val="visible"/>
                                      </p:to>
                                    </p:set>
                                    <p:animEffect filter="fade" transition="in">
                                      <p:cBhvr>
                                        <p:cTn dur="500"/>
                                        <p:tgtEl>
                                          <p:spTgt spid="23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
                                            <p:txEl>
                                              <p:pRg end="1" st="1"/>
                                            </p:txEl>
                                          </p:spTgt>
                                        </p:tgtEl>
                                        <p:attrNameLst>
                                          <p:attrName>style.visibility</p:attrName>
                                        </p:attrNameLst>
                                      </p:cBhvr>
                                      <p:to>
                                        <p:strVal val="visible"/>
                                      </p:to>
                                    </p:set>
                                    <p:animEffect filter="fade" transition="in">
                                      <p:cBhvr>
                                        <p:cTn dur="500"/>
                                        <p:tgtEl>
                                          <p:spTgt spid="23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500"/>
                                        <p:tgtEl>
                                          <p:spTgt spid="2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gtEl>
                                        <p:attrNameLst>
                                          <p:attrName>style.visibility</p:attrName>
                                        </p:attrNameLst>
                                      </p:cBhvr>
                                      <p:to>
                                        <p:strVal val="visible"/>
                                      </p:to>
                                    </p:set>
                                    <p:animEffect filter="fade" transition="in">
                                      <p:cBhvr>
                                        <p:cTn dur="500"/>
                                        <p:tgtEl>
                                          <p:spTgt spid="2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8"/>
          <p:cNvSpPr txBox="1"/>
          <p:nvPr>
            <p:ph type="title"/>
          </p:nvPr>
        </p:nvSpPr>
        <p:spPr>
          <a:xfrm>
            <a:off x="731520" y="642594"/>
            <a:ext cx="7680960" cy="137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400"/>
              <a:buFont typeface="Century Gothic"/>
              <a:buNone/>
            </a:pPr>
            <a:r>
              <a:rPr lang="hr-HR" sz="4400"/>
              <a:t>PROTESTANSKE CRKVE</a:t>
            </a:r>
            <a:endParaRPr sz="4400"/>
          </a:p>
        </p:txBody>
      </p:sp>
      <p:sp>
        <p:nvSpPr>
          <p:cNvPr id="244" name="Google Shape;244;p18"/>
          <p:cNvSpPr txBox="1"/>
          <p:nvPr>
            <p:ph idx="1" type="body"/>
          </p:nvPr>
        </p:nvSpPr>
        <p:spPr>
          <a:xfrm>
            <a:off x="731520" y="2074334"/>
            <a:ext cx="3657600" cy="640080"/>
          </a:xfrm>
          <a:prstGeom prst="rect">
            <a:avLst/>
          </a:prstGeom>
          <a:noFill/>
          <a:ln>
            <a:noFill/>
          </a:ln>
        </p:spPr>
        <p:txBody>
          <a:bodyPr anchorCtr="0" anchor="ctr" bIns="45700" lIns="91425" spcFirstLastPara="1" rIns="91425" wrap="square" tIns="45700">
            <a:normAutofit lnSpcReduction="10000"/>
          </a:bodyPr>
          <a:lstStyle/>
          <a:p>
            <a:pPr indent="0" lvl="0" marL="0" rtl="0" algn="ctr">
              <a:lnSpc>
                <a:spcPct val="100000"/>
              </a:lnSpc>
              <a:spcBef>
                <a:spcPts val="0"/>
              </a:spcBef>
              <a:spcAft>
                <a:spcPts val="0"/>
              </a:spcAft>
              <a:buSzPts val="1900"/>
              <a:buNone/>
            </a:pPr>
            <a:r>
              <a:rPr lang="hr-HR"/>
              <a:t>ZAJEDNIČKO S KATOLIČKOM CRKVOM</a:t>
            </a:r>
            <a:endParaRPr/>
          </a:p>
        </p:txBody>
      </p:sp>
      <p:sp>
        <p:nvSpPr>
          <p:cNvPr id="245" name="Google Shape;245;p18"/>
          <p:cNvSpPr txBox="1"/>
          <p:nvPr>
            <p:ph idx="2" type="body"/>
          </p:nvPr>
        </p:nvSpPr>
        <p:spPr>
          <a:xfrm>
            <a:off x="731520" y="2755898"/>
            <a:ext cx="3657600" cy="3200400"/>
          </a:xfrm>
          <a:prstGeom prst="rect">
            <a:avLst/>
          </a:prstGeom>
          <a:noFill/>
          <a:ln>
            <a:noFill/>
          </a:ln>
        </p:spPr>
        <p:txBody>
          <a:bodyPr anchorCtr="0" anchor="t" bIns="45700" lIns="91425" spcFirstLastPara="1" rIns="91425" wrap="square" tIns="45700">
            <a:normAutofit/>
          </a:bodyPr>
          <a:lstStyle/>
          <a:p>
            <a:pPr indent="-182880" lvl="0" marL="182880" rtl="0" algn="l">
              <a:lnSpc>
                <a:spcPct val="100000"/>
              </a:lnSpc>
              <a:spcBef>
                <a:spcPts val="0"/>
              </a:spcBef>
              <a:spcAft>
                <a:spcPts val="0"/>
              </a:spcAft>
              <a:buSzPts val="2800"/>
              <a:buChar char="◦"/>
            </a:pPr>
            <a:r>
              <a:rPr lang="hr-HR" sz="2800"/>
              <a:t>dva sakramenta</a:t>
            </a:r>
            <a:endParaRPr sz="2800"/>
          </a:p>
          <a:p>
            <a:pPr indent="-182880" lvl="1" marL="457200" rtl="0" algn="l">
              <a:lnSpc>
                <a:spcPct val="100000"/>
              </a:lnSpc>
              <a:spcBef>
                <a:spcPts val="500"/>
              </a:spcBef>
              <a:spcAft>
                <a:spcPts val="0"/>
              </a:spcAft>
              <a:buSzPts val="2400"/>
              <a:buChar char="◦"/>
            </a:pPr>
            <a:r>
              <a:rPr lang="hr-HR" sz="2400"/>
              <a:t> krštenje </a:t>
            </a:r>
            <a:endParaRPr sz="2400"/>
          </a:p>
          <a:p>
            <a:pPr indent="-182880" lvl="1" marL="457200" rtl="0" algn="l">
              <a:lnSpc>
                <a:spcPct val="100000"/>
              </a:lnSpc>
              <a:spcBef>
                <a:spcPts val="500"/>
              </a:spcBef>
              <a:spcAft>
                <a:spcPts val="0"/>
              </a:spcAft>
              <a:buSzPts val="2400"/>
              <a:buChar char="◦"/>
            </a:pPr>
            <a:r>
              <a:rPr lang="hr-HR" sz="2400"/>
              <a:t>euharistija</a:t>
            </a:r>
            <a:endParaRPr sz="2400"/>
          </a:p>
          <a:p>
            <a:pPr indent="-68579" lvl="0" marL="182880" rtl="0" algn="l">
              <a:lnSpc>
                <a:spcPct val="100000"/>
              </a:lnSpc>
              <a:spcBef>
                <a:spcPts val="900"/>
              </a:spcBef>
              <a:spcAft>
                <a:spcPts val="0"/>
              </a:spcAft>
              <a:buSzPts val="1800"/>
              <a:buNone/>
            </a:pPr>
            <a:r>
              <a:t/>
            </a:r>
            <a:endParaRPr/>
          </a:p>
        </p:txBody>
      </p:sp>
      <p:sp>
        <p:nvSpPr>
          <p:cNvPr id="246" name="Google Shape;246;p18"/>
          <p:cNvSpPr txBox="1"/>
          <p:nvPr>
            <p:ph idx="3" type="body"/>
          </p:nvPr>
        </p:nvSpPr>
        <p:spPr>
          <a:xfrm>
            <a:off x="4754880" y="2074334"/>
            <a:ext cx="3657600" cy="640080"/>
          </a:xfrm>
          <a:prstGeom prst="rect">
            <a:avLst/>
          </a:prstGeom>
          <a:noFill/>
          <a:ln>
            <a:noFill/>
          </a:ln>
        </p:spPr>
        <p:txBody>
          <a:bodyPr anchorCtr="0" anchor="ctr" bIns="45700" lIns="91425" spcFirstLastPara="1" rIns="91425" wrap="square" tIns="45700">
            <a:normAutofit lnSpcReduction="10000"/>
          </a:bodyPr>
          <a:lstStyle/>
          <a:p>
            <a:pPr indent="0" lvl="0" marL="0" rtl="0" algn="ctr">
              <a:lnSpc>
                <a:spcPct val="100000"/>
              </a:lnSpc>
              <a:spcBef>
                <a:spcPts val="0"/>
              </a:spcBef>
              <a:spcAft>
                <a:spcPts val="0"/>
              </a:spcAft>
              <a:buSzPts val="1900"/>
              <a:buNone/>
            </a:pPr>
            <a:r>
              <a:rPr lang="hr-HR"/>
              <a:t>RAZLIČITO</a:t>
            </a:r>
            <a:endParaRPr/>
          </a:p>
        </p:txBody>
      </p:sp>
      <p:sp>
        <p:nvSpPr>
          <p:cNvPr id="247" name="Google Shape;247;p18"/>
          <p:cNvSpPr txBox="1"/>
          <p:nvPr>
            <p:ph idx="4" type="body"/>
          </p:nvPr>
        </p:nvSpPr>
        <p:spPr>
          <a:xfrm>
            <a:off x="4754880" y="2756581"/>
            <a:ext cx="3657600" cy="3200400"/>
          </a:xfrm>
          <a:prstGeom prst="rect">
            <a:avLst/>
          </a:prstGeom>
          <a:noFill/>
          <a:ln>
            <a:noFill/>
          </a:ln>
        </p:spPr>
        <p:txBody>
          <a:bodyPr anchorCtr="0" anchor="t" bIns="45700" lIns="91425" spcFirstLastPara="1" rIns="91425" wrap="square" tIns="45700">
            <a:normAutofit/>
          </a:bodyPr>
          <a:lstStyle/>
          <a:p>
            <a:pPr indent="-182880" lvl="0" marL="182880" rtl="0" algn="l">
              <a:lnSpc>
                <a:spcPct val="100000"/>
              </a:lnSpc>
              <a:spcBef>
                <a:spcPts val="0"/>
              </a:spcBef>
              <a:spcAft>
                <a:spcPts val="0"/>
              </a:spcAft>
              <a:buSzPts val="1800"/>
              <a:buChar char="◦"/>
            </a:pPr>
            <a:r>
              <a:rPr lang="hr-HR"/>
              <a:t>Jednostavni vjerski obredi</a:t>
            </a:r>
            <a:endParaRPr/>
          </a:p>
          <a:p>
            <a:pPr indent="-182880" lvl="0" marL="182880" rtl="0" algn="l">
              <a:lnSpc>
                <a:spcPct val="100000"/>
              </a:lnSpc>
              <a:spcBef>
                <a:spcPts val="900"/>
              </a:spcBef>
              <a:spcAft>
                <a:spcPts val="0"/>
              </a:spcAft>
              <a:buSzPts val="1800"/>
              <a:buChar char="◦"/>
            </a:pPr>
            <a:r>
              <a:rPr lang="hr-HR"/>
              <a:t>naglasak na propovijedi </a:t>
            </a:r>
            <a:endParaRPr/>
          </a:p>
          <a:p>
            <a:pPr indent="-68579" lvl="0" marL="182880" rtl="0" algn="l">
              <a:lnSpc>
                <a:spcPct val="100000"/>
              </a:lnSpc>
              <a:spcBef>
                <a:spcPts val="900"/>
              </a:spcBef>
              <a:spcAft>
                <a:spcPts val="0"/>
              </a:spcAft>
              <a:buSzPts val="18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9"/>
          <p:cNvSpPr txBox="1"/>
          <p:nvPr>
            <p:ph type="title"/>
          </p:nvPr>
        </p:nvSpPr>
        <p:spPr>
          <a:xfrm>
            <a:off x="101120" y="228600"/>
            <a:ext cx="7976080" cy="609600"/>
          </a:xfrm>
          <a:prstGeom prst="rect">
            <a:avLst/>
          </a:prstGeom>
          <a:solidFill>
            <a:srgbClr val="B2E3D5"/>
          </a:solid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62626"/>
              </a:buClr>
              <a:buSzPts val="3200"/>
              <a:buFont typeface="Century Gothic"/>
              <a:buNone/>
            </a:pPr>
            <a:r>
              <a:rPr b="1" lang="hr-HR" sz="3200">
                <a:latin typeface="Century Gothic"/>
                <a:ea typeface="Century Gothic"/>
                <a:cs typeface="Century Gothic"/>
                <a:sym typeface="Century Gothic"/>
              </a:rPr>
              <a:t>ODGOVOR CRKVE – KONCIL U TRIDENTU</a:t>
            </a:r>
            <a:endParaRPr/>
          </a:p>
        </p:txBody>
      </p:sp>
      <p:sp>
        <p:nvSpPr>
          <p:cNvPr id="253" name="Google Shape;253;p19"/>
          <p:cNvSpPr/>
          <p:nvPr/>
        </p:nvSpPr>
        <p:spPr>
          <a:xfrm>
            <a:off x="5154062" y="3558194"/>
            <a:ext cx="3657600" cy="1066800"/>
          </a:xfrm>
          <a:prstGeom prst="round2DiagRect">
            <a:avLst>
              <a:gd fmla="val 16667" name="adj1"/>
              <a:gd fmla="val 0" name="adj2"/>
            </a:avLst>
          </a:prstGeom>
          <a:solidFill>
            <a:schemeClr val="lt1"/>
          </a:solidFill>
          <a:ln cap="flat" cmpd="sng" w="12700">
            <a:solidFill>
              <a:srgbClr val="B2E3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hr-HR" sz="2800">
                <a:solidFill>
                  <a:schemeClr val="dk1"/>
                </a:solidFill>
                <a:latin typeface="Century Gothic"/>
                <a:ea typeface="Century Gothic"/>
                <a:cs typeface="Century Gothic"/>
                <a:sym typeface="Century Gothic"/>
              </a:rPr>
              <a:t>katolička obnova ili protureformacija</a:t>
            </a:r>
            <a:endParaRPr/>
          </a:p>
        </p:txBody>
      </p:sp>
      <p:sp>
        <p:nvSpPr>
          <p:cNvPr id="254" name="Google Shape;254;p19"/>
          <p:cNvSpPr/>
          <p:nvPr/>
        </p:nvSpPr>
        <p:spPr>
          <a:xfrm>
            <a:off x="5105400" y="4763790"/>
            <a:ext cx="3934691" cy="725016"/>
          </a:xfrm>
          <a:prstGeom prst="round2DiagRect">
            <a:avLst>
              <a:gd fmla="val 16667" name="adj1"/>
              <a:gd fmla="val 0" name="adj2"/>
            </a:avLst>
          </a:prstGeom>
          <a:solidFill>
            <a:schemeClr val="lt1"/>
          </a:solidFill>
          <a:ln cap="flat" cmpd="sng" w="12700">
            <a:solidFill>
              <a:srgbClr val="B2E3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hr-HR" sz="2800">
                <a:solidFill>
                  <a:schemeClr val="dk1"/>
                </a:solidFill>
                <a:latin typeface="Century Gothic"/>
                <a:ea typeface="Century Gothic"/>
                <a:cs typeface="Century Gothic"/>
                <a:sym typeface="Century Gothic"/>
              </a:rPr>
              <a:t>pokretač papa Pavao III.</a:t>
            </a:r>
            <a:endParaRPr/>
          </a:p>
        </p:txBody>
      </p:sp>
      <p:sp>
        <p:nvSpPr>
          <p:cNvPr id="255" name="Google Shape;255;p19"/>
          <p:cNvSpPr/>
          <p:nvPr/>
        </p:nvSpPr>
        <p:spPr>
          <a:xfrm>
            <a:off x="152400" y="990600"/>
            <a:ext cx="8915400" cy="1384995"/>
          </a:xfrm>
          <a:prstGeom prst="rect">
            <a:avLst/>
          </a:prstGeom>
          <a:noFill/>
          <a:ln>
            <a:noFill/>
          </a:ln>
        </p:spPr>
        <p:txBody>
          <a:bodyPr anchorCtr="0" anchor="t" bIns="45700" lIns="91425" spcFirstLastPara="1" rIns="91425" wrap="square" tIns="45700">
            <a:spAutoFit/>
          </a:bodyPr>
          <a:lstStyle/>
          <a:p>
            <a:pPr indent="-457200" lvl="0" marL="457200" marR="0" rtl="0" algn="l">
              <a:lnSpc>
                <a:spcPct val="150000"/>
              </a:lnSpc>
              <a:spcBef>
                <a:spcPts val="0"/>
              </a:spcBef>
              <a:spcAft>
                <a:spcPts val="0"/>
              </a:spcAft>
              <a:buClr>
                <a:schemeClr val="dk1"/>
              </a:buClr>
              <a:buSzPts val="2800"/>
              <a:buFont typeface="Noto Sans Symbols"/>
              <a:buChar char="⮚"/>
            </a:pPr>
            <a:r>
              <a:rPr lang="hr-HR" sz="2800">
                <a:solidFill>
                  <a:schemeClr val="dk1"/>
                </a:solidFill>
                <a:latin typeface="Century Gothic"/>
                <a:ea typeface="Century Gothic"/>
                <a:cs typeface="Century Gothic"/>
                <a:sym typeface="Century Gothic"/>
              </a:rPr>
              <a:t>kako bi zaustavio širenje protestantizma vrh Katoličke crkve započeo je </a:t>
            </a:r>
            <a:r>
              <a:rPr b="1" lang="hr-HR" sz="2800">
                <a:solidFill>
                  <a:schemeClr val="dk1"/>
                </a:solidFill>
                <a:latin typeface="Century Gothic"/>
                <a:ea typeface="Century Gothic"/>
                <a:cs typeface="Century Gothic"/>
                <a:sym typeface="Century Gothic"/>
              </a:rPr>
              <a:t>obnovu</a:t>
            </a:r>
            <a:r>
              <a:rPr lang="hr-HR" sz="2800">
                <a:solidFill>
                  <a:schemeClr val="dk1"/>
                </a:solidFill>
                <a:latin typeface="Century Gothic"/>
                <a:ea typeface="Century Gothic"/>
                <a:cs typeface="Century Gothic"/>
                <a:sym typeface="Century Gothic"/>
              </a:rPr>
              <a:t> u vlastitim redovima</a:t>
            </a:r>
            <a:endParaRPr/>
          </a:p>
        </p:txBody>
      </p:sp>
      <p:sp>
        <p:nvSpPr>
          <p:cNvPr id="256" name="Google Shape;256;p19"/>
          <p:cNvSpPr/>
          <p:nvPr/>
        </p:nvSpPr>
        <p:spPr>
          <a:xfrm>
            <a:off x="6588113" y="2392705"/>
            <a:ext cx="484632" cy="978408"/>
          </a:xfrm>
          <a:prstGeom prst="downArrow">
            <a:avLst>
              <a:gd fmla="val 50000" name="adj1"/>
              <a:gd fmla="val 50000" name="adj2"/>
            </a:avLst>
          </a:prstGeom>
          <a:solidFill>
            <a:srgbClr val="B2E3D5"/>
          </a:solidFill>
          <a:ln cap="flat" cmpd="sng" w="12700">
            <a:solidFill>
              <a:srgbClr val="8BD6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pic>
        <p:nvPicPr>
          <p:cNvPr descr="https://upload.wikimedia.org/wikipedia/commons/thumb/7/77/Tizian_068.jpg/800px-Tizian_068.jpg" id="257" name="Google Shape;257;p19"/>
          <p:cNvPicPr preferRelativeResize="0"/>
          <p:nvPr/>
        </p:nvPicPr>
        <p:blipFill rotWithShape="1">
          <a:blip r:embed="rId3">
            <a:alphaModFix/>
          </a:blip>
          <a:srcRect b="0" l="0" r="0" t="0"/>
          <a:stretch/>
        </p:blipFill>
        <p:spPr>
          <a:xfrm>
            <a:off x="332338" y="2993136"/>
            <a:ext cx="2813548" cy="3263716"/>
          </a:xfrm>
          <a:prstGeom prst="roundRect">
            <a:avLst>
              <a:gd fmla="val 11111" name="adj"/>
            </a:avLst>
          </a:prstGeom>
          <a:noFill/>
          <a:ln cap="rnd" cmpd="sng" w="190500">
            <a:solidFill>
              <a:srgbClr val="C8C6BD"/>
            </a:solidFill>
            <a:prstDash val="solid"/>
            <a:round/>
            <a:headEnd len="sm" w="sm" type="none"/>
            <a:tailEnd len="sm" w="sm" type="none"/>
          </a:ln>
          <a:effectLst>
            <a:outerShdw blurRad="101600" rotWithShape="0" algn="tl" dir="7200000" dist="50800">
              <a:srgbClr val="000000">
                <a:alpha val="44705"/>
              </a:srgbClr>
            </a:outerShdw>
          </a:effectLst>
        </p:spPr>
      </p:pic>
    </p:spTree>
  </p:cSld>
  <p:clrMapOvr>
    <a:masterClrMapping/>
  </p:clrMapOvr>
  <p:transition spd="slow">
    <p:randomBar dir="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2000"/>
                                        <p:tgtEl>
                                          <p:spTgt spid="256"/>
                                        </p:tgtEl>
                                      </p:cBhvr>
                                    </p:animEffect>
                                  </p:childTnLst>
                                </p:cTn>
                              </p:par>
                              <p:par>
                                <p:cTn fill="hold" nodeType="withEffect" presetClass="entr" presetID="10" presetSubtype="0">
                                  <p:stCondLst>
                                    <p:cond delay="0"/>
                                  </p:stCondLst>
                                  <p:childTnLst>
                                    <p:set>
                                      <p:cBhvr>
                                        <p:cTn dur="1" fill="hold">
                                          <p:stCondLst>
                                            <p:cond delay="0"/>
                                          </p:stCondLst>
                                        </p:cTn>
                                        <p:tgtEl>
                                          <p:spTgt spid="253"/>
                                        </p:tgtEl>
                                        <p:attrNameLst>
                                          <p:attrName>style.visibility</p:attrName>
                                        </p:attrNameLst>
                                      </p:cBhvr>
                                      <p:to>
                                        <p:strVal val="visible"/>
                                      </p:to>
                                    </p:set>
                                    <p:animEffect filter="fade" transition="in">
                                      <p:cBhvr>
                                        <p:cTn dur="2000"/>
                                        <p:tgtEl>
                                          <p:spTgt spid="25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2000"/>
                                        <p:tgtEl>
                                          <p:spTgt spid="254"/>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2000"/>
                                        <p:tgtEl>
                                          <p:spTgt spid="2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0"/>
          <p:cNvSpPr txBox="1"/>
          <p:nvPr>
            <p:ph idx="1" type="body"/>
          </p:nvPr>
        </p:nvSpPr>
        <p:spPr>
          <a:xfrm>
            <a:off x="159687" y="2132857"/>
            <a:ext cx="8712968" cy="4536503"/>
          </a:xfrm>
          <a:prstGeom prst="rect">
            <a:avLst/>
          </a:prstGeom>
          <a:solidFill>
            <a:srgbClr val="D2F5F7"/>
          </a:solidFill>
          <a:ln>
            <a:noFill/>
          </a:ln>
        </p:spPr>
        <p:txBody>
          <a:bodyPr anchorCtr="0" anchor="t" bIns="45700" lIns="91425" spcFirstLastPara="1" rIns="91425" wrap="square" tIns="45700">
            <a:normAutofit/>
          </a:bodyPr>
          <a:lstStyle/>
          <a:p>
            <a:pPr indent="-182880" lvl="0" marL="182880" rtl="0" algn="l">
              <a:lnSpc>
                <a:spcPct val="100000"/>
              </a:lnSpc>
              <a:spcBef>
                <a:spcPts val="0"/>
              </a:spcBef>
              <a:spcAft>
                <a:spcPts val="0"/>
              </a:spcAft>
              <a:buSzPts val="1800"/>
              <a:buChar char="◦"/>
            </a:pPr>
            <a:r>
              <a:rPr b="1" lang="hr-HR"/>
              <a:t>Pravilo II.</a:t>
            </a:r>
            <a:endParaRPr/>
          </a:p>
          <a:p>
            <a:pPr indent="-182880" lvl="0" marL="182880" rtl="0" algn="l">
              <a:lnSpc>
                <a:spcPct val="100000"/>
              </a:lnSpc>
              <a:spcBef>
                <a:spcPts val="900"/>
              </a:spcBef>
              <a:spcAft>
                <a:spcPts val="0"/>
              </a:spcAft>
              <a:buSzPts val="1800"/>
              <a:buChar char="◦"/>
            </a:pPr>
            <a:r>
              <a:rPr lang="hr-HR"/>
              <a:t>Knjige onih začetnika hereze kao što su Luther, Zwingli, Calvin, Balthasar Frieberg i drugih poput njih, koji god im bilo ime, titula ili narav njihove hereze, apsolutno su zabranjene…</a:t>
            </a:r>
            <a:endParaRPr/>
          </a:p>
          <a:p>
            <a:pPr indent="-182880" lvl="0" marL="182880" rtl="0" algn="l">
              <a:lnSpc>
                <a:spcPct val="100000"/>
              </a:lnSpc>
              <a:spcBef>
                <a:spcPts val="900"/>
              </a:spcBef>
              <a:spcAft>
                <a:spcPts val="0"/>
              </a:spcAft>
              <a:buSzPts val="1800"/>
              <a:buChar char="◦"/>
            </a:pPr>
            <a:r>
              <a:rPr b="1" lang="hr-HR"/>
              <a:t>Pravilo X.</a:t>
            </a:r>
            <a:endParaRPr/>
          </a:p>
          <a:p>
            <a:pPr indent="-182880" lvl="0" marL="182880" rtl="0" algn="l">
              <a:lnSpc>
                <a:spcPct val="100000"/>
              </a:lnSpc>
              <a:spcBef>
                <a:spcPts val="900"/>
              </a:spcBef>
              <a:spcAft>
                <a:spcPts val="0"/>
              </a:spcAft>
              <a:buSzPts val="1800"/>
              <a:buChar char="◦"/>
            </a:pPr>
            <a:r>
              <a:rPr lang="hr-HR"/>
              <a:t>Zapovijeda se svima vjernima da se ne usude čitati ili posjedovati bilo koje knjige protivne propisima ovih pravila ili zabrani ovog popisa. Ako bi bilo tko čitao ili posjedovao knjige koje su napisali heretici ili spise bilo kojih autora koji su osuđeni ili zabranjeni zbog hereze ili sumnje na krivo učenje, on odmah priziva na sebe kaznu ekskomunikacije.</a:t>
            </a:r>
            <a:endParaRPr/>
          </a:p>
        </p:txBody>
      </p:sp>
      <p:sp>
        <p:nvSpPr>
          <p:cNvPr id="263" name="Google Shape;263;p20"/>
          <p:cNvSpPr txBox="1"/>
          <p:nvPr>
            <p:ph type="title"/>
          </p:nvPr>
        </p:nvSpPr>
        <p:spPr>
          <a:xfrm>
            <a:off x="693868" y="188640"/>
            <a:ext cx="7756263" cy="8325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800"/>
              <a:buFont typeface="Century Gothic"/>
              <a:buNone/>
            </a:pPr>
            <a:r>
              <a:rPr lang="hr-HR" sz="4800"/>
              <a:t>TRIDENTSKI KONCIL</a:t>
            </a:r>
            <a:endParaRPr/>
          </a:p>
        </p:txBody>
      </p:sp>
      <p:sp>
        <p:nvSpPr>
          <p:cNvPr id="264" name="Google Shape;264;p20"/>
          <p:cNvSpPr txBox="1"/>
          <p:nvPr/>
        </p:nvSpPr>
        <p:spPr>
          <a:xfrm>
            <a:off x="693868" y="1115349"/>
            <a:ext cx="794070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hr-HR" sz="2400">
                <a:solidFill>
                  <a:srgbClr val="FF0000"/>
                </a:solidFill>
                <a:latin typeface="Century Gothic"/>
                <a:ea typeface="Century Gothic"/>
                <a:cs typeface="Century Gothic"/>
                <a:sym typeface="Century Gothic"/>
              </a:rPr>
              <a:t>ZADATAK: Kako se nastojalo suzbiti širenje reformacije?</a:t>
            </a:r>
            <a:endParaRPr/>
          </a:p>
        </p:txBody>
      </p:sp>
      <p:sp>
        <p:nvSpPr>
          <p:cNvPr id="265" name="Google Shape;265;p20"/>
          <p:cNvSpPr txBox="1"/>
          <p:nvPr/>
        </p:nvSpPr>
        <p:spPr>
          <a:xfrm>
            <a:off x="2895600" y="1671190"/>
            <a:ext cx="4896544" cy="52322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hr-HR" sz="2800">
                <a:solidFill>
                  <a:schemeClr val="dk1"/>
                </a:solidFill>
                <a:latin typeface="Century Gothic"/>
                <a:ea typeface="Century Gothic"/>
                <a:cs typeface="Century Gothic"/>
                <a:sym typeface="Century Gothic"/>
              </a:rPr>
              <a:t>PROTUREFORMACIJA</a:t>
            </a:r>
            <a:endParaRPr sz="2800">
              <a:solidFill>
                <a:schemeClr val="dk1"/>
              </a:solidFill>
              <a:latin typeface="Century Gothic"/>
              <a:ea typeface="Century Gothic"/>
              <a:cs typeface="Century Gothic"/>
              <a:sym typeface="Century Gothic"/>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gtEl>
                                        <p:attrNameLst>
                                          <p:attrName>style.visibility</p:attrName>
                                        </p:attrNameLst>
                                      </p:cBhvr>
                                      <p:to>
                                        <p:strVal val="visible"/>
                                      </p:to>
                                    </p:set>
                                    <p:animEffect filter="fade" transition="in">
                                      <p:cBhvr>
                                        <p:cTn dur="500"/>
                                        <p:tgtEl>
                                          <p:spTgt spid="2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pic>
        <p:nvPicPr>
          <p:cNvPr id="270" name="Google Shape;270;p21"/>
          <p:cNvPicPr preferRelativeResize="0"/>
          <p:nvPr/>
        </p:nvPicPr>
        <p:blipFill rotWithShape="1">
          <a:blip r:embed="rId3">
            <a:alphaModFix/>
          </a:blip>
          <a:srcRect b="0" l="0" r="0" t="0"/>
          <a:stretch/>
        </p:blipFill>
        <p:spPr>
          <a:xfrm>
            <a:off x="1511660" y="476672"/>
            <a:ext cx="6120680" cy="4736821"/>
          </a:xfrm>
          <a:prstGeom prst="rect">
            <a:avLst/>
          </a:prstGeom>
          <a:noFill/>
          <a:ln>
            <a:noFill/>
          </a:ln>
        </p:spPr>
      </p:pic>
      <p:sp>
        <p:nvSpPr>
          <p:cNvPr id="271" name="Google Shape;271;p21"/>
          <p:cNvSpPr/>
          <p:nvPr/>
        </p:nvSpPr>
        <p:spPr>
          <a:xfrm>
            <a:off x="971600" y="5567918"/>
            <a:ext cx="3083665"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hr-HR" sz="3200">
                <a:solidFill>
                  <a:srgbClr val="383838"/>
                </a:solidFill>
                <a:latin typeface="Arial"/>
                <a:ea typeface="Arial"/>
                <a:cs typeface="Arial"/>
                <a:sym typeface="Arial"/>
              </a:rPr>
              <a:t>Tridentski sabor</a:t>
            </a:r>
            <a:endParaRPr/>
          </a:p>
          <a:p>
            <a:pPr indent="0" lvl="0" marL="0" marR="0" rtl="0" algn="ctr">
              <a:spcBef>
                <a:spcPts val="0"/>
              </a:spcBef>
              <a:spcAft>
                <a:spcPts val="0"/>
              </a:spcAft>
              <a:buNone/>
            </a:pPr>
            <a:r>
              <a:rPr i="0" lang="hr-HR" sz="2400">
                <a:solidFill>
                  <a:srgbClr val="383838"/>
                </a:solidFill>
                <a:latin typeface="Arial"/>
                <a:ea typeface="Arial"/>
                <a:cs typeface="Arial"/>
                <a:sym typeface="Arial"/>
              </a:rPr>
              <a:t>(1545.-1563.)</a:t>
            </a:r>
            <a:endParaRPr/>
          </a:p>
        </p:txBody>
      </p:sp>
      <p:sp>
        <p:nvSpPr>
          <p:cNvPr id="272" name="Google Shape;272;p21"/>
          <p:cNvSpPr txBox="1"/>
          <p:nvPr/>
        </p:nvSpPr>
        <p:spPr>
          <a:xfrm>
            <a:off x="5292078" y="5383251"/>
            <a:ext cx="3699521" cy="1323439"/>
          </a:xfrm>
          <a:prstGeom prst="rect">
            <a:avLst/>
          </a:prstGeom>
          <a:noFill/>
          <a:ln cap="flat" cmpd="sng" w="28575">
            <a:solidFill>
              <a:srgbClr val="1C629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hr-HR" sz="2000">
                <a:solidFill>
                  <a:schemeClr val="dk1"/>
                </a:solidFill>
                <a:latin typeface="Century Gothic"/>
                <a:ea typeface="Century Gothic"/>
                <a:cs typeface="Century Gothic"/>
                <a:sym typeface="Century Gothic"/>
              </a:rPr>
              <a:t>KATOLIČKA OBNOVA</a:t>
            </a:r>
            <a:endParaRPr/>
          </a:p>
          <a:p>
            <a:pPr indent="0" lvl="0" marL="0" marR="0" rtl="0" algn="ctr">
              <a:spcBef>
                <a:spcPts val="0"/>
              </a:spcBef>
              <a:spcAft>
                <a:spcPts val="0"/>
              </a:spcAft>
              <a:buNone/>
            </a:pPr>
            <a:r>
              <a:rPr lang="hr-HR" sz="2000">
                <a:solidFill>
                  <a:schemeClr val="dk1"/>
                </a:solidFill>
                <a:latin typeface="Century Gothic"/>
                <a:ea typeface="Century Gothic"/>
                <a:cs typeface="Century Gothic"/>
                <a:sym typeface="Century Gothic"/>
              </a:rPr>
              <a:t>donesene odluke koje su promijenile Katoličku Crkvu i prilagodile je novom dobu</a:t>
            </a:r>
            <a:endParaRPr sz="2000">
              <a:solidFill>
                <a:schemeClr val="dk1"/>
              </a:solidFill>
              <a:latin typeface="Century Gothic"/>
              <a:ea typeface="Century Gothic"/>
              <a:cs typeface="Century Gothic"/>
              <a:sym typeface="Century Gothic"/>
            </a:endParaRPr>
          </a:p>
        </p:txBody>
      </p:sp>
      <p:sp>
        <p:nvSpPr>
          <p:cNvPr id="273" name="Google Shape;273;p21"/>
          <p:cNvSpPr/>
          <p:nvPr/>
        </p:nvSpPr>
        <p:spPr>
          <a:xfrm>
            <a:off x="4205620" y="5900955"/>
            <a:ext cx="936104" cy="288032"/>
          </a:xfrm>
          <a:prstGeom prst="rightArrow">
            <a:avLst>
              <a:gd fmla="val 50000" name="adj1"/>
              <a:gd fmla="val 50000" name="adj2"/>
            </a:avLst>
          </a:prstGeom>
          <a:solidFill>
            <a:srgbClr val="1C6294"/>
          </a:solidFill>
          <a:ln cap="flat" cmpd="sng" w="12700">
            <a:solidFill>
              <a:srgbClr val="1C62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500"/>
                                        <p:tgtEl>
                                          <p:spTgt spid="27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72"/>
                                        </p:tgtEl>
                                        <p:attrNameLst>
                                          <p:attrName>style.visibility</p:attrName>
                                        </p:attrNameLst>
                                      </p:cBhvr>
                                      <p:to>
                                        <p:strVal val="visible"/>
                                      </p:to>
                                    </p:set>
                                    <p:animEffect filter="fade" transition="in">
                                      <p:cBhvr>
                                        <p:cTn dur="500"/>
                                        <p:tgtEl>
                                          <p:spTgt spid="2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pic>
        <p:nvPicPr>
          <p:cNvPr descr="https://upload.wikimedia.org/wikipedia/commons/c/ca/Council_of_Trent.JPG" id="278" name="Google Shape;278;p22"/>
          <p:cNvPicPr preferRelativeResize="0"/>
          <p:nvPr>
            <p:ph idx="1" type="body"/>
          </p:nvPr>
        </p:nvPicPr>
        <p:blipFill rotWithShape="1">
          <a:blip r:embed="rId3">
            <a:alphaModFix/>
          </a:blip>
          <a:srcRect b="0" l="0" r="0" t="0"/>
          <a:stretch/>
        </p:blipFill>
        <p:spPr>
          <a:xfrm>
            <a:off x="279724" y="2404488"/>
            <a:ext cx="4267200" cy="3443531"/>
          </a:xfrm>
          <a:prstGeom prst="roundRect">
            <a:avLst>
              <a:gd fmla="val 11111" name="adj"/>
            </a:avLst>
          </a:prstGeom>
          <a:noFill/>
          <a:ln cap="rnd" cmpd="sng" w="190500">
            <a:solidFill>
              <a:srgbClr val="C8C6BD"/>
            </a:solidFill>
            <a:prstDash val="solid"/>
            <a:round/>
            <a:headEnd len="sm" w="sm" type="none"/>
            <a:tailEnd len="sm" w="sm" type="none"/>
          </a:ln>
          <a:effectLst>
            <a:outerShdw blurRad="101600" rotWithShape="0" algn="tl" dir="7200000" dist="50800">
              <a:srgbClr val="000000">
                <a:alpha val="44705"/>
              </a:srgbClr>
            </a:outerShdw>
          </a:effectLst>
        </p:spPr>
      </p:pic>
      <p:sp>
        <p:nvSpPr>
          <p:cNvPr id="279" name="Google Shape;279;p22"/>
          <p:cNvSpPr/>
          <p:nvPr/>
        </p:nvSpPr>
        <p:spPr>
          <a:xfrm>
            <a:off x="152400" y="838200"/>
            <a:ext cx="4267200" cy="1295400"/>
          </a:xfrm>
          <a:prstGeom prst="round2DiagRect">
            <a:avLst>
              <a:gd fmla="val 16667" name="adj1"/>
              <a:gd fmla="val 0" name="adj2"/>
            </a:avLst>
          </a:prstGeom>
          <a:solidFill>
            <a:schemeClr val="lt1"/>
          </a:solidFill>
          <a:ln cap="flat" cmpd="sng" w="12700">
            <a:solidFill>
              <a:srgbClr val="B2E3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hr-HR" sz="2800">
                <a:solidFill>
                  <a:schemeClr val="dk1"/>
                </a:solidFill>
                <a:latin typeface="Century Gothic"/>
                <a:ea typeface="Century Gothic"/>
                <a:cs typeface="Century Gothic"/>
                <a:sym typeface="Century Gothic"/>
              </a:rPr>
              <a:t>papa je potvrđen za vrhovnog poglavara Crkve</a:t>
            </a:r>
            <a:endParaRPr/>
          </a:p>
        </p:txBody>
      </p:sp>
      <p:sp>
        <p:nvSpPr>
          <p:cNvPr id="280" name="Google Shape;280;p22"/>
          <p:cNvSpPr/>
          <p:nvPr/>
        </p:nvSpPr>
        <p:spPr>
          <a:xfrm>
            <a:off x="4546925" y="838200"/>
            <a:ext cx="4313058" cy="1295400"/>
          </a:xfrm>
          <a:prstGeom prst="round2DiagRect">
            <a:avLst>
              <a:gd fmla="val 16667" name="adj1"/>
              <a:gd fmla="val 0" name="adj2"/>
            </a:avLst>
          </a:prstGeom>
          <a:solidFill>
            <a:schemeClr val="lt1"/>
          </a:solidFill>
          <a:ln cap="flat" cmpd="sng" w="12700">
            <a:solidFill>
              <a:srgbClr val="B2E3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hr-HR" sz="2800">
                <a:solidFill>
                  <a:schemeClr val="dk1"/>
                </a:solidFill>
                <a:latin typeface="Century Gothic"/>
                <a:ea typeface="Century Gothic"/>
                <a:cs typeface="Century Gothic"/>
                <a:sym typeface="Century Gothic"/>
              </a:rPr>
              <a:t>potvrđena su sva vjerska učenja koja su protestanti osporavali</a:t>
            </a:r>
            <a:endParaRPr/>
          </a:p>
        </p:txBody>
      </p:sp>
      <p:sp>
        <p:nvSpPr>
          <p:cNvPr id="281" name="Google Shape;281;p22"/>
          <p:cNvSpPr/>
          <p:nvPr/>
        </p:nvSpPr>
        <p:spPr>
          <a:xfrm>
            <a:off x="4724400" y="2507673"/>
            <a:ext cx="4135582" cy="2362200"/>
          </a:xfrm>
          <a:prstGeom prst="round2DiagRect">
            <a:avLst>
              <a:gd fmla="val 16667" name="adj1"/>
              <a:gd fmla="val 0" name="adj2"/>
            </a:avLst>
          </a:prstGeom>
          <a:solidFill>
            <a:schemeClr val="lt1"/>
          </a:solidFill>
          <a:ln cap="flat" cmpd="sng" w="12700">
            <a:solidFill>
              <a:srgbClr val="B2E3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hr-HR" sz="2800">
                <a:solidFill>
                  <a:schemeClr val="dk1"/>
                </a:solidFill>
                <a:latin typeface="Century Gothic"/>
                <a:ea typeface="Century Gothic"/>
                <a:cs typeface="Century Gothic"/>
                <a:sym typeface="Century Gothic"/>
              </a:rPr>
              <a:t>svećenici će ići u škole za svećenike – </a:t>
            </a:r>
            <a:r>
              <a:rPr b="1" lang="hr-HR" sz="2800">
                <a:solidFill>
                  <a:schemeClr val="dk1"/>
                </a:solidFill>
                <a:latin typeface="Century Gothic"/>
                <a:ea typeface="Century Gothic"/>
                <a:cs typeface="Century Gothic"/>
                <a:sym typeface="Century Gothic"/>
              </a:rPr>
              <a:t>sjemeništa </a:t>
            </a:r>
            <a:r>
              <a:rPr lang="hr-HR" sz="2800">
                <a:solidFill>
                  <a:schemeClr val="dk1"/>
                </a:solidFill>
                <a:latin typeface="Century Gothic"/>
                <a:ea typeface="Century Gothic"/>
                <a:cs typeface="Century Gothic"/>
                <a:sym typeface="Century Gothic"/>
              </a:rPr>
              <a:t>i završavati studij </a:t>
            </a:r>
            <a:r>
              <a:rPr b="1" lang="hr-HR" sz="2800">
                <a:solidFill>
                  <a:schemeClr val="dk1"/>
                </a:solidFill>
                <a:latin typeface="Century Gothic"/>
                <a:ea typeface="Century Gothic"/>
                <a:cs typeface="Century Gothic"/>
                <a:sym typeface="Century Gothic"/>
              </a:rPr>
              <a:t>teologije </a:t>
            </a:r>
            <a:endParaRPr/>
          </a:p>
        </p:txBody>
      </p:sp>
      <p:sp>
        <p:nvSpPr>
          <p:cNvPr id="282" name="Google Shape;282;p22"/>
          <p:cNvSpPr/>
          <p:nvPr/>
        </p:nvSpPr>
        <p:spPr>
          <a:xfrm>
            <a:off x="4734791" y="5200092"/>
            <a:ext cx="4267200" cy="725016"/>
          </a:xfrm>
          <a:prstGeom prst="round2DiagRect">
            <a:avLst>
              <a:gd fmla="val 16667" name="adj1"/>
              <a:gd fmla="val 0" name="adj2"/>
            </a:avLst>
          </a:prstGeom>
          <a:solidFill>
            <a:schemeClr val="lt1"/>
          </a:solidFill>
          <a:ln cap="flat" cmpd="sng" w="12700">
            <a:solidFill>
              <a:srgbClr val="B2E3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hr-HR" sz="2800">
                <a:solidFill>
                  <a:schemeClr val="dk1"/>
                </a:solidFill>
                <a:latin typeface="Century Gothic"/>
                <a:ea typeface="Century Gothic"/>
                <a:cs typeface="Century Gothic"/>
                <a:sym typeface="Century Gothic"/>
              </a:rPr>
              <a:t>tiskat će se </a:t>
            </a:r>
            <a:r>
              <a:rPr b="1" lang="hr-HR" sz="2800">
                <a:solidFill>
                  <a:schemeClr val="dk1"/>
                </a:solidFill>
                <a:latin typeface="Century Gothic"/>
                <a:ea typeface="Century Gothic"/>
                <a:cs typeface="Century Gothic"/>
                <a:sym typeface="Century Gothic"/>
              </a:rPr>
              <a:t>katekizmi</a:t>
            </a:r>
            <a:r>
              <a:rPr lang="hr-HR" sz="2800">
                <a:solidFill>
                  <a:schemeClr val="dk1"/>
                </a:solidFill>
                <a:latin typeface="Century Gothic"/>
                <a:ea typeface="Century Gothic"/>
                <a:cs typeface="Century Gothic"/>
                <a:sym typeface="Century Gothic"/>
              </a:rPr>
              <a:t> – vjerske knjige</a:t>
            </a:r>
            <a:endParaRPr/>
          </a:p>
        </p:txBody>
      </p:sp>
      <p:sp>
        <p:nvSpPr>
          <p:cNvPr id="283" name="Google Shape;283;p22"/>
          <p:cNvSpPr txBox="1"/>
          <p:nvPr/>
        </p:nvSpPr>
        <p:spPr>
          <a:xfrm>
            <a:off x="152400" y="209445"/>
            <a:ext cx="6858000" cy="523220"/>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Clr>
                <a:schemeClr val="dk1"/>
              </a:buClr>
              <a:buSzPts val="2800"/>
              <a:buFont typeface="Noto Sans Symbols"/>
              <a:buChar char="⮚"/>
            </a:pPr>
            <a:r>
              <a:rPr lang="hr-HR" sz="2800">
                <a:solidFill>
                  <a:schemeClr val="dk1"/>
                </a:solidFill>
                <a:latin typeface="Century Gothic"/>
                <a:ea typeface="Century Gothic"/>
                <a:cs typeface="Century Gothic"/>
                <a:sym typeface="Century Gothic"/>
              </a:rPr>
              <a:t>odluke Crkvenog koncila u Tridentu:</a:t>
            </a:r>
            <a:endParaRPr/>
          </a:p>
        </p:txBody>
      </p:sp>
    </p:spTree>
  </p:cSld>
  <p:clrMapOvr>
    <a:masterClrMapping/>
  </p:clrMapOvr>
  <p:transition spd="slow">
    <p:randomBar dir="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2000"/>
                                        <p:tgtEl>
                                          <p:spTgt spid="279"/>
                                        </p:tgtEl>
                                      </p:cBhvr>
                                    </p:animEffect>
                                  </p:childTnLst>
                                </p:cTn>
                              </p:par>
                              <p:par>
                                <p:cTn fill="hold" nodeType="with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2000"/>
                                        <p:tgtEl>
                                          <p:spTgt spid="280"/>
                                        </p:tgtEl>
                                      </p:cBhvr>
                                    </p:animEffect>
                                  </p:childTnLst>
                                </p:cTn>
                              </p:par>
                              <p:par>
                                <p:cTn fill="hold" nodeType="withEffect" presetClass="entr" presetID="10" presetSubtype="0">
                                  <p:stCondLst>
                                    <p:cond delay="0"/>
                                  </p:stCondLst>
                                  <p:childTnLst>
                                    <p:set>
                                      <p:cBhvr>
                                        <p:cTn dur="1" fill="hold">
                                          <p:stCondLst>
                                            <p:cond delay="0"/>
                                          </p:stCondLst>
                                        </p:cTn>
                                        <p:tgtEl>
                                          <p:spTgt spid="281"/>
                                        </p:tgtEl>
                                        <p:attrNameLst>
                                          <p:attrName>style.visibility</p:attrName>
                                        </p:attrNameLst>
                                      </p:cBhvr>
                                      <p:to>
                                        <p:strVal val="visible"/>
                                      </p:to>
                                    </p:set>
                                    <p:animEffect filter="fade" transition="in">
                                      <p:cBhvr>
                                        <p:cTn dur="2000"/>
                                        <p:tgtEl>
                                          <p:spTgt spid="281"/>
                                        </p:tgtEl>
                                      </p:cBhvr>
                                    </p:animEffect>
                                  </p:childTnLst>
                                </p:cTn>
                              </p:par>
                              <p:par>
                                <p:cTn fill="hold" nodeType="with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2000"/>
                                        <p:tgtEl>
                                          <p:spTgt spid="2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3"/>
          <p:cNvSpPr txBox="1"/>
          <p:nvPr>
            <p:ph type="title"/>
          </p:nvPr>
        </p:nvSpPr>
        <p:spPr>
          <a:xfrm>
            <a:off x="101120" y="228600"/>
            <a:ext cx="3099280" cy="609600"/>
          </a:xfrm>
          <a:prstGeom prst="rect">
            <a:avLst/>
          </a:prstGeom>
          <a:solidFill>
            <a:srgbClr val="B2E3D5"/>
          </a:solid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62626"/>
              </a:buClr>
              <a:buSzPts val="3200"/>
              <a:buFont typeface="Century Gothic"/>
              <a:buNone/>
            </a:pPr>
            <a:r>
              <a:rPr b="1" lang="hr-HR" sz="3200">
                <a:latin typeface="Century Gothic"/>
                <a:ea typeface="Century Gothic"/>
                <a:cs typeface="Century Gothic"/>
                <a:sym typeface="Century Gothic"/>
              </a:rPr>
              <a:t>ISUSOVCI</a:t>
            </a:r>
            <a:endParaRPr/>
          </a:p>
        </p:txBody>
      </p:sp>
      <p:sp>
        <p:nvSpPr>
          <p:cNvPr id="289" name="Google Shape;289;p23"/>
          <p:cNvSpPr/>
          <p:nvPr/>
        </p:nvSpPr>
        <p:spPr>
          <a:xfrm>
            <a:off x="101120" y="932939"/>
            <a:ext cx="3581400" cy="995493"/>
          </a:xfrm>
          <a:prstGeom prst="round2DiagRect">
            <a:avLst>
              <a:gd fmla="val 16667" name="adj1"/>
              <a:gd fmla="val 0" name="adj2"/>
            </a:avLst>
          </a:prstGeom>
          <a:solidFill>
            <a:schemeClr val="lt1"/>
          </a:solidFill>
          <a:ln cap="flat" cmpd="sng" w="12700">
            <a:solidFill>
              <a:srgbClr val="B2E3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hr-HR" sz="2000">
                <a:solidFill>
                  <a:schemeClr val="dk1"/>
                </a:solidFill>
                <a:latin typeface="Century Gothic"/>
                <a:ea typeface="Century Gothic"/>
                <a:cs typeface="Century Gothic"/>
                <a:sym typeface="Century Gothic"/>
              </a:rPr>
              <a:t>Družba Isusova </a:t>
            </a:r>
            <a:r>
              <a:rPr lang="hr-HR" sz="2000">
                <a:solidFill>
                  <a:schemeClr val="dk1"/>
                </a:solidFill>
                <a:latin typeface="Century Gothic"/>
                <a:ea typeface="Century Gothic"/>
                <a:cs typeface="Century Gothic"/>
                <a:sym typeface="Century Gothic"/>
              </a:rPr>
              <a:t>– crkveni red,  glavni nositelji katoličke obnove</a:t>
            </a:r>
            <a:endParaRPr/>
          </a:p>
        </p:txBody>
      </p:sp>
      <p:sp>
        <p:nvSpPr>
          <p:cNvPr id="290" name="Google Shape;290;p23"/>
          <p:cNvSpPr/>
          <p:nvPr/>
        </p:nvSpPr>
        <p:spPr>
          <a:xfrm rot="-973785">
            <a:off x="3331998" y="219313"/>
            <a:ext cx="701040" cy="838200"/>
          </a:xfrm>
          <a:prstGeom prst="curvedLeftArrow">
            <a:avLst>
              <a:gd fmla="val 25000" name="adj1"/>
              <a:gd fmla="val 22087" name="adj2"/>
              <a:gd fmla="val 25000" name="adj3"/>
            </a:avLst>
          </a:prstGeom>
          <a:solidFill>
            <a:srgbClr val="B2E3D5"/>
          </a:solidFill>
          <a:ln cap="flat" cmpd="sng" w="12700">
            <a:solidFill>
              <a:srgbClr val="8BD6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pic>
        <p:nvPicPr>
          <p:cNvPr descr="St Ignatius of Loyola (1491-1556) Founder of the Jesuits.jpg" id="291" name="Google Shape;291;p23"/>
          <p:cNvPicPr preferRelativeResize="0"/>
          <p:nvPr/>
        </p:nvPicPr>
        <p:blipFill rotWithShape="1">
          <a:blip r:embed="rId3">
            <a:alphaModFix/>
          </a:blip>
          <a:srcRect b="0" l="0" r="0" t="0"/>
          <a:stretch/>
        </p:blipFill>
        <p:spPr>
          <a:xfrm>
            <a:off x="5526998" y="3282758"/>
            <a:ext cx="1947894" cy="3167762"/>
          </a:xfrm>
          <a:prstGeom prst="roundRect">
            <a:avLst>
              <a:gd fmla="val 11111" name="adj"/>
            </a:avLst>
          </a:prstGeom>
          <a:noFill/>
          <a:ln cap="rnd" cmpd="sng" w="190500">
            <a:solidFill>
              <a:srgbClr val="C8C6BD"/>
            </a:solidFill>
            <a:prstDash val="solid"/>
            <a:round/>
            <a:headEnd len="sm" w="sm" type="none"/>
            <a:tailEnd len="sm" w="sm" type="none"/>
          </a:ln>
          <a:effectLst>
            <a:outerShdw blurRad="101600" rotWithShape="0" algn="tl" dir="7200000" dist="50800">
              <a:srgbClr val="000000">
                <a:alpha val="44705"/>
              </a:srgbClr>
            </a:outerShdw>
          </a:effectLst>
        </p:spPr>
      </p:pic>
      <p:sp>
        <p:nvSpPr>
          <p:cNvPr id="292" name="Google Shape;292;p23"/>
          <p:cNvSpPr txBox="1"/>
          <p:nvPr/>
        </p:nvSpPr>
        <p:spPr>
          <a:xfrm>
            <a:off x="88660" y="3369100"/>
            <a:ext cx="4572000" cy="956159"/>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2000"/>
              <a:buFont typeface="Noto Sans Symbols"/>
              <a:buChar char="⮚"/>
            </a:pPr>
            <a:r>
              <a:rPr lang="hr-HR" sz="2000">
                <a:solidFill>
                  <a:schemeClr val="dk1"/>
                </a:solidFill>
                <a:latin typeface="Century Gothic"/>
                <a:ea typeface="Century Gothic"/>
                <a:cs typeface="Century Gothic"/>
                <a:sym typeface="Century Gothic"/>
              </a:rPr>
              <a:t> osnivač baskijski plemić </a:t>
            </a:r>
            <a:r>
              <a:rPr b="1" lang="hr-HR" sz="2000">
                <a:solidFill>
                  <a:schemeClr val="dk1"/>
                </a:solidFill>
                <a:latin typeface="Century Gothic"/>
                <a:ea typeface="Century Gothic"/>
                <a:cs typeface="Century Gothic"/>
                <a:sym typeface="Century Gothic"/>
              </a:rPr>
              <a:t>Ignacije</a:t>
            </a:r>
            <a:r>
              <a:rPr lang="hr-HR" sz="2000">
                <a:solidFill>
                  <a:schemeClr val="dk1"/>
                </a:solidFill>
                <a:latin typeface="Century Gothic"/>
                <a:ea typeface="Century Gothic"/>
                <a:cs typeface="Century Gothic"/>
                <a:sym typeface="Century Gothic"/>
              </a:rPr>
              <a:t> </a:t>
            </a:r>
            <a:r>
              <a:rPr b="1" lang="hr-HR" sz="2000">
                <a:solidFill>
                  <a:schemeClr val="dk1"/>
                </a:solidFill>
                <a:latin typeface="Century Gothic"/>
                <a:ea typeface="Century Gothic"/>
                <a:cs typeface="Century Gothic"/>
                <a:sym typeface="Century Gothic"/>
              </a:rPr>
              <a:t>Loyola</a:t>
            </a:r>
            <a:endParaRPr/>
          </a:p>
        </p:txBody>
      </p:sp>
      <p:pic>
        <p:nvPicPr>
          <p:cNvPr descr="http://4.bp.blogspot.com/-yUyiQDTG8Tg/U3hlBjTzfbI/AAAAAAAAAkI/7RWiqtdvBq4/s1600/20140513_113714.jpg" id="293" name="Google Shape;293;p23"/>
          <p:cNvPicPr preferRelativeResize="0"/>
          <p:nvPr/>
        </p:nvPicPr>
        <p:blipFill rotWithShape="1">
          <a:blip r:embed="rId4">
            <a:alphaModFix/>
          </a:blip>
          <a:srcRect b="0" l="0" r="0" t="0"/>
          <a:stretch/>
        </p:blipFill>
        <p:spPr>
          <a:xfrm>
            <a:off x="6328112" y="207264"/>
            <a:ext cx="2514600" cy="3048000"/>
          </a:xfrm>
          <a:prstGeom prst="roundRect">
            <a:avLst>
              <a:gd fmla="val 11111" name="adj"/>
            </a:avLst>
          </a:prstGeom>
          <a:noFill/>
          <a:ln cap="rnd" cmpd="sng" w="190500">
            <a:solidFill>
              <a:srgbClr val="C8C6BD"/>
            </a:solidFill>
            <a:prstDash val="solid"/>
            <a:round/>
            <a:headEnd len="sm" w="sm" type="none"/>
            <a:tailEnd len="sm" w="sm" type="none"/>
          </a:ln>
          <a:effectLst>
            <a:outerShdw blurRad="101600" rotWithShape="0" algn="tl" dir="7200000" dist="50800">
              <a:srgbClr val="000000">
                <a:alpha val="44705"/>
              </a:srgbClr>
            </a:outerShdw>
          </a:effectLst>
        </p:spPr>
      </p:pic>
      <p:sp>
        <p:nvSpPr>
          <p:cNvPr id="294" name="Google Shape;294;p23"/>
          <p:cNvSpPr/>
          <p:nvPr/>
        </p:nvSpPr>
        <p:spPr>
          <a:xfrm>
            <a:off x="101120" y="1825933"/>
            <a:ext cx="5188863" cy="1701620"/>
          </a:xfrm>
          <a:prstGeom prst="rect">
            <a:avLst/>
          </a:prstGeom>
          <a:noFill/>
          <a:ln>
            <a:noFill/>
          </a:ln>
        </p:spPr>
        <p:txBody>
          <a:bodyPr anchorCtr="0" anchor="t" bIns="45700" lIns="91425" spcFirstLastPara="1" rIns="91425" wrap="square" tIns="45700">
            <a:spAutoFit/>
          </a:bodyPr>
          <a:lstStyle/>
          <a:p>
            <a:pPr indent="-457200" lvl="0" marL="457200" marR="0" rtl="0" algn="l">
              <a:lnSpc>
                <a:spcPct val="150000"/>
              </a:lnSpc>
              <a:spcBef>
                <a:spcPts val="0"/>
              </a:spcBef>
              <a:spcAft>
                <a:spcPts val="0"/>
              </a:spcAft>
              <a:buClr>
                <a:schemeClr val="dk1"/>
              </a:buClr>
              <a:buSzPts val="1800"/>
              <a:buFont typeface="Noto Sans Symbols"/>
              <a:buChar char="⮚"/>
            </a:pPr>
            <a:r>
              <a:rPr lang="hr-HR" sz="1800">
                <a:solidFill>
                  <a:schemeClr val="dk1"/>
                </a:solidFill>
                <a:latin typeface="Century Gothic"/>
                <a:ea typeface="Century Gothic"/>
                <a:cs typeface="Century Gothic"/>
                <a:sym typeface="Century Gothic"/>
              </a:rPr>
              <a:t>odlikovali su se strogom disciplinom i bezuvjetnom poslušnošću papi</a:t>
            </a:r>
            <a:endParaRPr/>
          </a:p>
          <a:p>
            <a:pPr indent="-457200" lvl="0" marL="457200" marR="0" rtl="0" algn="l">
              <a:lnSpc>
                <a:spcPct val="150000"/>
              </a:lnSpc>
              <a:spcBef>
                <a:spcPts val="0"/>
              </a:spcBef>
              <a:spcAft>
                <a:spcPts val="0"/>
              </a:spcAft>
              <a:buClr>
                <a:schemeClr val="dk1"/>
              </a:buClr>
              <a:buSzPts val="1800"/>
              <a:buFont typeface="Noto Sans Symbols"/>
              <a:buChar char="⮚"/>
            </a:pPr>
            <a:r>
              <a:rPr lang="hr-HR" sz="1800">
                <a:solidFill>
                  <a:schemeClr val="dk1"/>
                </a:solidFill>
                <a:latin typeface="Century Gothic"/>
                <a:ea typeface="Century Gothic"/>
                <a:cs typeface="Century Gothic"/>
                <a:sym typeface="Century Gothic"/>
              </a:rPr>
              <a:t>glavna im je djelatnost bila </a:t>
            </a:r>
            <a:r>
              <a:rPr b="1" lang="hr-HR" sz="1800">
                <a:solidFill>
                  <a:schemeClr val="dk1"/>
                </a:solidFill>
                <a:latin typeface="Century Gothic"/>
                <a:ea typeface="Century Gothic"/>
                <a:cs typeface="Century Gothic"/>
                <a:sym typeface="Century Gothic"/>
              </a:rPr>
              <a:t>obrazovanje</a:t>
            </a:r>
            <a:r>
              <a:rPr lang="hr-HR" sz="1800">
                <a:solidFill>
                  <a:schemeClr val="dk1"/>
                </a:solidFill>
                <a:latin typeface="Century Gothic"/>
                <a:ea typeface="Century Gothic"/>
                <a:cs typeface="Century Gothic"/>
                <a:sym typeface="Century Gothic"/>
              </a:rPr>
              <a:t> pučanstva</a:t>
            </a:r>
            <a:endParaRPr/>
          </a:p>
        </p:txBody>
      </p:sp>
      <p:sp>
        <p:nvSpPr>
          <p:cNvPr id="295" name="Google Shape;295;p23"/>
          <p:cNvSpPr/>
          <p:nvPr/>
        </p:nvSpPr>
        <p:spPr>
          <a:xfrm>
            <a:off x="0" y="4325160"/>
            <a:ext cx="5188863" cy="1286121"/>
          </a:xfrm>
          <a:prstGeom prst="rect">
            <a:avLst/>
          </a:prstGeom>
          <a:noFill/>
          <a:ln>
            <a:noFill/>
          </a:ln>
        </p:spPr>
        <p:txBody>
          <a:bodyPr anchorCtr="0" anchor="t" bIns="45700" lIns="91425" spcFirstLastPara="1" rIns="91425" wrap="square" tIns="45700">
            <a:spAutoFit/>
          </a:bodyPr>
          <a:lstStyle/>
          <a:p>
            <a:pPr indent="-457200" lvl="0" marL="457200" marR="0" rtl="0" algn="l">
              <a:lnSpc>
                <a:spcPct val="150000"/>
              </a:lnSpc>
              <a:spcBef>
                <a:spcPts val="0"/>
              </a:spcBef>
              <a:spcAft>
                <a:spcPts val="0"/>
              </a:spcAft>
              <a:buClr>
                <a:schemeClr val="dk1"/>
              </a:buClr>
              <a:buSzPts val="1800"/>
              <a:buFont typeface="Noto Sans Symbols"/>
              <a:buChar char="⮚"/>
            </a:pPr>
            <a:r>
              <a:rPr lang="hr-HR" sz="1800">
                <a:solidFill>
                  <a:schemeClr val="dk1"/>
                </a:solidFill>
                <a:latin typeface="Century Gothic"/>
                <a:ea typeface="Century Gothic"/>
                <a:cs typeface="Century Gothic"/>
                <a:sym typeface="Century Gothic"/>
              </a:rPr>
              <a:t>osnivaju </a:t>
            </a:r>
            <a:r>
              <a:rPr b="1" lang="hr-HR" sz="1800">
                <a:solidFill>
                  <a:schemeClr val="dk1"/>
                </a:solidFill>
                <a:latin typeface="Century Gothic"/>
                <a:ea typeface="Century Gothic"/>
                <a:cs typeface="Century Gothic"/>
                <a:sym typeface="Century Gothic"/>
              </a:rPr>
              <a:t>škole, gimnazije i sveučilišta</a:t>
            </a:r>
            <a:endParaRPr/>
          </a:p>
          <a:p>
            <a:pPr indent="-457200" lvl="0" marL="457200" marR="0" rtl="0" algn="l">
              <a:lnSpc>
                <a:spcPct val="150000"/>
              </a:lnSpc>
              <a:spcBef>
                <a:spcPts val="0"/>
              </a:spcBef>
              <a:spcAft>
                <a:spcPts val="0"/>
              </a:spcAft>
              <a:buClr>
                <a:schemeClr val="dk1"/>
              </a:buClr>
              <a:buSzPts val="1800"/>
              <a:buFont typeface="Noto Sans Symbols"/>
              <a:buChar char="⮚"/>
            </a:pPr>
            <a:r>
              <a:rPr lang="hr-HR" sz="1800">
                <a:solidFill>
                  <a:schemeClr val="dk1"/>
                </a:solidFill>
                <a:latin typeface="Century Gothic"/>
                <a:ea typeface="Century Gothic"/>
                <a:cs typeface="Century Gothic"/>
                <a:sym typeface="Century Gothic"/>
              </a:rPr>
              <a:t>vodeći europski prosvjetitelji te najobrazovaniji ljudi svoga doba</a:t>
            </a:r>
            <a:endParaRPr/>
          </a:p>
        </p:txBody>
      </p:sp>
    </p:spTree>
  </p:cSld>
  <p:clrMapOvr>
    <a:masterClrMapping/>
  </p:clrMapOvr>
  <p:transition spd="slow">
    <p:randomBar dir="vert"/>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90"/>
                                        </p:tgtEl>
                                        <p:attrNameLst>
                                          <p:attrName>style.visibility</p:attrName>
                                        </p:attrNameLst>
                                      </p:cBhvr>
                                      <p:to>
                                        <p:strVal val="visible"/>
                                      </p:to>
                                    </p:set>
                                    <p:animEffect filter="fade" transition="in">
                                      <p:cBhvr>
                                        <p:cTn dur="500"/>
                                        <p:tgtEl>
                                          <p:spTgt spid="29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89"/>
                                        </p:tgtEl>
                                        <p:attrNameLst>
                                          <p:attrName>style.visibility</p:attrName>
                                        </p:attrNameLst>
                                      </p:cBhvr>
                                      <p:to>
                                        <p:strVal val="visible"/>
                                      </p:to>
                                    </p:set>
                                    <p:animEffect filter="fade" transition="in">
                                      <p:cBhvr>
                                        <p:cTn dur="500"/>
                                        <p:tgtEl>
                                          <p:spTgt spid="2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
                                        </p:tgtEl>
                                        <p:attrNameLst>
                                          <p:attrName>style.visibility</p:attrName>
                                        </p:attrNameLst>
                                      </p:cBhvr>
                                      <p:to>
                                        <p:strVal val="visible"/>
                                      </p:to>
                                    </p:set>
                                    <p:animEffect filter="fade" transition="in">
                                      <p:cBhvr>
                                        <p:cTn dur="2000"/>
                                        <p:tgtEl>
                                          <p:spTgt spid="292"/>
                                        </p:tgtEl>
                                      </p:cBhvr>
                                    </p:animEffect>
                                  </p:childTnLst>
                                </p:cTn>
                              </p:par>
                              <p:par>
                                <p:cTn fill="hold" nodeType="withEffect" presetClass="entr" presetID="10" presetSubtype="0">
                                  <p:stCondLst>
                                    <p:cond delay="0"/>
                                  </p:stCondLst>
                                  <p:childTnLst>
                                    <p:set>
                                      <p:cBhvr>
                                        <p:cTn dur="1" fill="hold">
                                          <p:stCondLst>
                                            <p:cond delay="0"/>
                                          </p:stCondLst>
                                        </p:cTn>
                                        <p:tgtEl>
                                          <p:spTgt spid="291"/>
                                        </p:tgtEl>
                                        <p:attrNameLst>
                                          <p:attrName>style.visibility</p:attrName>
                                        </p:attrNameLst>
                                      </p:cBhvr>
                                      <p:to>
                                        <p:strVal val="visible"/>
                                      </p:to>
                                    </p:set>
                                    <p:animEffect filter="fade" transition="in">
                                      <p:cBhvr>
                                        <p:cTn dur="2000"/>
                                        <p:tgtEl>
                                          <p:spTgt spid="2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9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29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500"/>
                                        <p:tgtEl>
                                          <p:spTgt spid="294"/>
                                        </p:tgtEl>
                                      </p:cBhvr>
                                    </p:animEffect>
                                  </p:childTnLst>
                                </p:cTn>
                              </p:par>
                              <p:par>
                                <p:cTn fill="hold" nodeType="withEffect" presetClass="entr" presetID="10" presetSubtype="0">
                                  <p:stCondLst>
                                    <p:cond delay="0"/>
                                  </p:stCondLst>
                                  <p:childTnLst>
                                    <p:set>
                                      <p:cBhvr>
                                        <p:cTn dur="1" fill="hold">
                                          <p:stCondLst>
                                            <p:cond delay="0"/>
                                          </p:stCondLst>
                                        </p:cTn>
                                        <p:tgtEl>
                                          <p:spTgt spid="293"/>
                                        </p:tgtEl>
                                        <p:attrNameLst>
                                          <p:attrName>style.visibility</p:attrName>
                                        </p:attrNameLst>
                                      </p:cBhvr>
                                      <p:to>
                                        <p:strVal val="visible"/>
                                      </p:to>
                                    </p:set>
                                    <p:animEffect filter="fade" transition="in">
                                      <p:cBhvr>
                                        <p:cTn dur="500"/>
                                        <p:tgtEl>
                                          <p:spTgt spid="2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290"/>
                                        </p:tgtEl>
                                        <p:attrNameLst>
                                          <p:attrName>ppt_y</p:attrName>
                                        </p:attrNameLst>
                                      </p:cBhvr>
                                      <p:tavLst>
                                        <p:tav fmla="" tm="0">
                                          <p:val>
                                            <p:strVal val="#ppt_y"/>
                                          </p:val>
                                        </p:tav>
                                        <p:tav fmla="" tm="100000">
                                          <p:val>
                                            <p:strVal val="#ppt_y+1"/>
                                          </p:val>
                                        </p:tav>
                                      </p:tavLst>
                                    </p:anim>
                                    <p:set>
                                      <p:cBhvr>
                                        <p:cTn dur="1" fill="hold">
                                          <p:stCondLst>
                                            <p:cond delay="500"/>
                                          </p:stCondLst>
                                        </p:cTn>
                                        <p:tgtEl>
                                          <p:spTgt spid="290"/>
                                        </p:tgtEl>
                                        <p:attrNameLst>
                                          <p:attrName>style.visibility</p:attrName>
                                        </p:attrNameLst>
                                      </p:cBhvr>
                                      <p:to>
                                        <p:strVal val="hidden"/>
                                      </p:to>
                                    </p:set>
                                  </p:childTnLst>
                                </p:cTn>
                              </p:par>
                              <p:par>
                                <p:cTn fill="hold" nodeType="withEffect" presetClass="exit" presetID="2" presetSubtype="4">
                                  <p:stCondLst>
                                    <p:cond delay="0"/>
                                  </p:stCondLst>
                                  <p:childTnLst>
                                    <p:anim calcmode="lin" valueType="num">
                                      <p:cBhvr additive="base">
                                        <p:cTn dur="500"/>
                                        <p:tgtEl>
                                          <p:spTgt spid="289"/>
                                        </p:tgtEl>
                                        <p:attrNameLst>
                                          <p:attrName>ppt_y</p:attrName>
                                        </p:attrNameLst>
                                      </p:cBhvr>
                                      <p:tavLst>
                                        <p:tav fmla="" tm="0">
                                          <p:val>
                                            <p:strVal val="#ppt_y"/>
                                          </p:val>
                                        </p:tav>
                                        <p:tav fmla="" tm="100000">
                                          <p:val>
                                            <p:strVal val="#ppt_y+1"/>
                                          </p:val>
                                        </p:tav>
                                      </p:tavLst>
                                    </p:anim>
                                    <p:set>
                                      <p:cBhvr>
                                        <p:cTn dur="1" fill="hold">
                                          <p:stCondLst>
                                            <p:cond delay="500"/>
                                          </p:stCondLst>
                                        </p:cTn>
                                        <p:tgtEl>
                                          <p:spTgt spid="289"/>
                                        </p:tgtEl>
                                        <p:attrNameLst>
                                          <p:attrName>style.visibility</p:attrName>
                                        </p:attrNameLst>
                                      </p:cBhvr>
                                      <p:to>
                                        <p:strVal val="hidden"/>
                                      </p:to>
                                    </p:set>
                                  </p:childTnLst>
                                </p:cTn>
                              </p:par>
                              <p:par>
                                <p:cTn fill="hold" nodeType="withEffect" presetClass="exit" presetID="2" presetSubtype="4">
                                  <p:stCondLst>
                                    <p:cond delay="0"/>
                                  </p:stCondLst>
                                  <p:childTnLst>
                                    <p:anim calcmode="lin" valueType="num">
                                      <p:cBhvr additive="base">
                                        <p:cTn dur="500"/>
                                        <p:tgtEl>
                                          <p:spTgt spid="294"/>
                                        </p:tgtEl>
                                        <p:attrNameLst>
                                          <p:attrName>ppt_y</p:attrName>
                                        </p:attrNameLst>
                                      </p:cBhvr>
                                      <p:tavLst>
                                        <p:tav fmla="" tm="0">
                                          <p:val>
                                            <p:strVal val="#ppt_y"/>
                                          </p:val>
                                        </p:tav>
                                        <p:tav fmla="" tm="100000">
                                          <p:val>
                                            <p:strVal val="#ppt_y+1"/>
                                          </p:val>
                                        </p:tav>
                                      </p:tavLst>
                                    </p:anim>
                                    <p:set>
                                      <p:cBhvr>
                                        <p:cTn dur="1" fill="hold">
                                          <p:stCondLst>
                                            <p:cond delay="500"/>
                                          </p:stCondLst>
                                        </p:cTn>
                                        <p:tgtEl>
                                          <p:spTgt spid="29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gtEl>
                                        <p:attrNameLst>
                                          <p:attrName>style.visibility</p:attrName>
                                        </p:attrNameLst>
                                      </p:cBhvr>
                                      <p:to>
                                        <p:strVal val="visible"/>
                                      </p:to>
                                    </p:set>
                                    <p:animEffect filter="fade" transition="in">
                                      <p:cBhvr>
                                        <p:cTn dur="1000"/>
                                        <p:tgtEl>
                                          <p:spTgt spid="2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pic>
        <p:nvPicPr>
          <p:cNvPr descr="vlacic" id="300" name="Google Shape;300;p24"/>
          <p:cNvPicPr preferRelativeResize="0"/>
          <p:nvPr/>
        </p:nvPicPr>
        <p:blipFill rotWithShape="1">
          <a:blip r:embed="rId3">
            <a:alphaModFix/>
          </a:blip>
          <a:srcRect b="0" l="0" r="0" t="0"/>
          <a:stretch/>
        </p:blipFill>
        <p:spPr>
          <a:xfrm>
            <a:off x="457200" y="2062872"/>
            <a:ext cx="2374900" cy="3163888"/>
          </a:xfrm>
          <a:prstGeom prst="rect">
            <a:avLst/>
          </a:prstGeom>
          <a:noFill/>
          <a:ln>
            <a:noFill/>
          </a:ln>
        </p:spPr>
      </p:pic>
      <p:sp>
        <p:nvSpPr>
          <p:cNvPr id="301" name="Google Shape;301;p24"/>
          <p:cNvSpPr txBox="1"/>
          <p:nvPr>
            <p:ph idx="1" type="body"/>
          </p:nvPr>
        </p:nvSpPr>
        <p:spPr>
          <a:xfrm>
            <a:off x="457200" y="2060848"/>
            <a:ext cx="7067128" cy="4226996"/>
          </a:xfrm>
          <a:prstGeom prst="rect">
            <a:avLst/>
          </a:prstGeom>
          <a:noFill/>
          <a:ln>
            <a:noFill/>
          </a:ln>
        </p:spPr>
        <p:txBody>
          <a:bodyPr anchorCtr="0" anchor="t" bIns="45700" lIns="91425" spcFirstLastPara="1" rIns="91425" wrap="square" tIns="45700">
            <a:normAutofit/>
          </a:bodyPr>
          <a:lstStyle/>
          <a:p>
            <a:pPr indent="-182880" lvl="0" marL="182880" rtl="0" algn="l">
              <a:lnSpc>
                <a:spcPct val="100000"/>
              </a:lnSpc>
              <a:spcBef>
                <a:spcPts val="0"/>
              </a:spcBef>
              <a:spcAft>
                <a:spcPts val="0"/>
              </a:spcAft>
              <a:buSzPts val="2400"/>
              <a:buFont typeface="Noto Sans Symbols"/>
              <a:buNone/>
            </a:pPr>
            <a:r>
              <a:rPr lang="hr-HR" sz="2400">
                <a:latin typeface="Gentium Basic"/>
                <a:ea typeface="Gentium Basic"/>
                <a:cs typeface="Gentium Basic"/>
                <a:sym typeface="Gentium Basic"/>
              </a:rPr>
              <a:t>                                                                                                                            </a:t>
            </a:r>
            <a:endParaRPr/>
          </a:p>
        </p:txBody>
      </p:sp>
      <p:sp>
        <p:nvSpPr>
          <p:cNvPr id="302" name="Google Shape;302;p24"/>
          <p:cNvSpPr txBox="1"/>
          <p:nvPr>
            <p:ph type="title"/>
          </p:nvPr>
        </p:nvSpPr>
        <p:spPr>
          <a:xfrm>
            <a:off x="726141" y="162430"/>
            <a:ext cx="7680960" cy="1371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2800"/>
              <a:buFont typeface="Century Gothic"/>
              <a:buNone/>
            </a:pPr>
            <a:r>
              <a:rPr lang="hr-HR" sz="2800"/>
              <a:t>PROTESTANTIZAM I ISUSOVCI U HRVATSKOJ</a:t>
            </a:r>
            <a:br>
              <a:rPr lang="hr-HR" sz="2800"/>
            </a:br>
            <a:br>
              <a:rPr lang="hr-HR" sz="2800"/>
            </a:br>
            <a:endParaRPr sz="2800"/>
          </a:p>
        </p:txBody>
      </p:sp>
      <p:pic>
        <p:nvPicPr>
          <p:cNvPr id="303" name="Google Shape;303;p24"/>
          <p:cNvPicPr preferRelativeResize="0"/>
          <p:nvPr/>
        </p:nvPicPr>
        <p:blipFill rotWithShape="1">
          <a:blip r:embed="rId4">
            <a:alphaModFix/>
          </a:blip>
          <a:srcRect b="0" l="0" r="0" t="0"/>
          <a:stretch/>
        </p:blipFill>
        <p:spPr>
          <a:xfrm>
            <a:off x="3048124" y="3048079"/>
            <a:ext cx="3237257" cy="3676207"/>
          </a:xfrm>
          <a:prstGeom prst="rect">
            <a:avLst/>
          </a:prstGeom>
          <a:noFill/>
          <a:ln>
            <a:noFill/>
          </a:ln>
        </p:spPr>
      </p:pic>
      <p:sp>
        <p:nvSpPr>
          <p:cNvPr id="304" name="Google Shape;304;p24"/>
          <p:cNvSpPr txBox="1"/>
          <p:nvPr/>
        </p:nvSpPr>
        <p:spPr>
          <a:xfrm>
            <a:off x="3084602" y="2323631"/>
            <a:ext cx="2964038"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hr-HR" sz="2400">
                <a:solidFill>
                  <a:schemeClr val="dk1"/>
                </a:solidFill>
                <a:latin typeface="Century Gothic"/>
                <a:ea typeface="Century Gothic"/>
                <a:cs typeface="Century Gothic"/>
                <a:sym typeface="Century Gothic"/>
              </a:rPr>
              <a:t>Ruđer Bošković</a:t>
            </a:r>
            <a:endParaRPr/>
          </a:p>
        </p:txBody>
      </p:sp>
      <p:sp>
        <p:nvSpPr>
          <p:cNvPr id="305" name="Google Shape;305;p24"/>
          <p:cNvSpPr txBox="1"/>
          <p:nvPr/>
        </p:nvSpPr>
        <p:spPr>
          <a:xfrm>
            <a:off x="-239610" y="5278910"/>
            <a:ext cx="3237257"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hr-HR" sz="2400">
                <a:solidFill>
                  <a:schemeClr val="dk1"/>
                </a:solidFill>
                <a:latin typeface="Century Gothic"/>
                <a:ea typeface="Century Gothic"/>
                <a:cs typeface="Century Gothic"/>
                <a:sym typeface="Century Gothic"/>
              </a:rPr>
              <a:t>Matija Vlačić Ilirik</a:t>
            </a:r>
            <a:endParaRPr/>
          </a:p>
          <a:p>
            <a:pPr indent="0" lvl="0" marL="0" marR="0" rtl="0" algn="ctr">
              <a:spcBef>
                <a:spcPts val="0"/>
              </a:spcBef>
              <a:spcAft>
                <a:spcPts val="0"/>
              </a:spcAft>
              <a:buNone/>
            </a:pPr>
            <a:r>
              <a:rPr lang="hr-HR" sz="2400">
                <a:solidFill>
                  <a:schemeClr val="dk1"/>
                </a:solidFill>
                <a:latin typeface="Century Gothic"/>
                <a:ea typeface="Century Gothic"/>
                <a:cs typeface="Century Gothic"/>
                <a:sym typeface="Century Gothic"/>
              </a:rPr>
              <a:t>-najpoznatiji protestant</a:t>
            </a:r>
            <a:endParaRPr/>
          </a:p>
        </p:txBody>
      </p:sp>
      <p:pic>
        <p:nvPicPr>
          <p:cNvPr id="306" name="Google Shape;306;p24"/>
          <p:cNvPicPr preferRelativeResize="0"/>
          <p:nvPr/>
        </p:nvPicPr>
        <p:blipFill rotWithShape="1">
          <a:blip r:embed="rId5">
            <a:alphaModFix/>
          </a:blip>
          <a:srcRect b="0" l="0" r="0" t="0"/>
          <a:stretch/>
        </p:blipFill>
        <p:spPr>
          <a:xfrm>
            <a:off x="6537883" y="1948610"/>
            <a:ext cx="2374900" cy="3565226"/>
          </a:xfrm>
          <a:prstGeom prst="rect">
            <a:avLst/>
          </a:prstGeom>
          <a:noFill/>
          <a:ln>
            <a:noFill/>
          </a:ln>
        </p:spPr>
      </p:pic>
      <p:sp>
        <p:nvSpPr>
          <p:cNvPr id="307" name="Google Shape;307;p24"/>
          <p:cNvSpPr txBox="1"/>
          <p:nvPr/>
        </p:nvSpPr>
        <p:spPr>
          <a:xfrm>
            <a:off x="6469167" y="5626074"/>
            <a:ext cx="2512331" cy="129266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hr-HR" sz="2400">
                <a:solidFill>
                  <a:schemeClr val="dk1"/>
                </a:solidFill>
                <a:latin typeface="Century Gothic"/>
                <a:ea typeface="Century Gothic"/>
                <a:cs typeface="Century Gothic"/>
                <a:sym typeface="Century Gothic"/>
              </a:rPr>
              <a:t>Bartol Kašić</a:t>
            </a:r>
            <a:endParaRPr/>
          </a:p>
          <a:p>
            <a:pPr indent="0" lvl="0" marL="0" marR="0" rtl="0" algn="ctr">
              <a:spcBef>
                <a:spcPts val="0"/>
              </a:spcBef>
              <a:spcAft>
                <a:spcPts val="0"/>
              </a:spcAft>
              <a:buNone/>
            </a:pPr>
            <a:r>
              <a:rPr lang="hr-HR" sz="1800">
                <a:solidFill>
                  <a:schemeClr val="dk1"/>
                </a:solidFill>
                <a:latin typeface="Century Gothic"/>
                <a:ea typeface="Century Gothic"/>
                <a:cs typeface="Century Gothic"/>
                <a:sym typeface="Century Gothic"/>
              </a:rPr>
              <a:t>1. gramatika </a:t>
            </a:r>
            <a:endParaRPr/>
          </a:p>
          <a:p>
            <a:pPr indent="0" lvl="0" marL="0" marR="0" rtl="0" algn="ctr">
              <a:spcBef>
                <a:spcPts val="0"/>
              </a:spcBef>
              <a:spcAft>
                <a:spcPts val="0"/>
              </a:spcAft>
              <a:buNone/>
            </a:pPr>
            <a:r>
              <a:rPr lang="hr-HR" sz="1800">
                <a:solidFill>
                  <a:schemeClr val="dk1"/>
                </a:solidFill>
                <a:latin typeface="Century Gothic"/>
                <a:ea typeface="Century Gothic"/>
                <a:cs typeface="Century Gothic"/>
                <a:sym typeface="Century Gothic"/>
              </a:rPr>
              <a:t>hrvatskoga jezika (1604.)</a:t>
            </a:r>
            <a:endParaRPr/>
          </a:p>
        </p:txBody>
      </p:sp>
      <p:cxnSp>
        <p:nvCxnSpPr>
          <p:cNvPr id="308" name="Google Shape;308;p24"/>
          <p:cNvCxnSpPr/>
          <p:nvPr/>
        </p:nvCxnSpPr>
        <p:spPr>
          <a:xfrm flipH="1" rot="10800000">
            <a:off x="4674633" y="1404565"/>
            <a:ext cx="1040367" cy="656283"/>
          </a:xfrm>
          <a:prstGeom prst="straightConnector1">
            <a:avLst/>
          </a:prstGeom>
          <a:noFill/>
          <a:ln cap="flat" cmpd="sng" w="9525">
            <a:solidFill>
              <a:schemeClr val="accent1"/>
            </a:solidFill>
            <a:prstDash val="solid"/>
            <a:round/>
            <a:headEnd len="sm" w="sm" type="none"/>
            <a:tailEnd len="med" w="med" type="triangle"/>
          </a:ln>
        </p:spPr>
      </p:cxnSp>
      <p:cxnSp>
        <p:nvCxnSpPr>
          <p:cNvPr id="309" name="Google Shape;309;p24"/>
          <p:cNvCxnSpPr/>
          <p:nvPr/>
        </p:nvCxnSpPr>
        <p:spPr>
          <a:xfrm rot="10800000">
            <a:off x="6048640" y="1469298"/>
            <a:ext cx="1266560" cy="327515"/>
          </a:xfrm>
          <a:prstGeom prst="straightConnector1">
            <a:avLst/>
          </a:prstGeom>
          <a:noFill/>
          <a:ln cap="flat" cmpd="sng" w="9525">
            <a:solidFill>
              <a:schemeClr val="accent1"/>
            </a:solidFill>
            <a:prstDash val="solid"/>
            <a:round/>
            <a:headEnd len="sm" w="sm" type="none"/>
            <a:tailEnd len="med" w="med" type="triangle"/>
          </a:ln>
        </p:spPr>
      </p:cxnSp>
      <p:sp>
        <p:nvSpPr>
          <p:cNvPr id="310" name="Google Shape;310;p24"/>
          <p:cNvSpPr txBox="1"/>
          <p:nvPr/>
        </p:nvSpPr>
        <p:spPr>
          <a:xfrm>
            <a:off x="5384912" y="1013235"/>
            <a:ext cx="102624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hr-HR" sz="1800">
                <a:solidFill>
                  <a:schemeClr val="dk1"/>
                </a:solidFill>
                <a:latin typeface="Century Gothic"/>
                <a:ea typeface="Century Gothic"/>
                <a:cs typeface="Century Gothic"/>
                <a:sym typeface="Century Gothic"/>
              </a:rPr>
              <a:t>isusovci</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7"/>
                                        </p:tgtEl>
                                        <p:attrNameLst>
                                          <p:attrName>style.visibility</p:attrName>
                                        </p:attrNameLst>
                                      </p:cBhvr>
                                      <p:to>
                                        <p:strVal val="visible"/>
                                      </p:to>
                                    </p:set>
                                    <p:animEffect filter="fade" transition="in">
                                      <p:cBhvr>
                                        <p:cTn dur="500"/>
                                        <p:tgtEl>
                                          <p:spTgt spid="3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xEl>
                                              <p:pRg end="0" st="0"/>
                                            </p:txEl>
                                          </p:spTgt>
                                        </p:tgtEl>
                                        <p:attrNameLst>
                                          <p:attrName>style.visibility</p:attrName>
                                        </p:attrNameLst>
                                      </p:cBhvr>
                                      <p:to>
                                        <p:strVal val="visible"/>
                                      </p:to>
                                    </p:set>
                                    <p:animEffect filter="fade" transition="in">
                                      <p:cBhvr>
                                        <p:cTn dur="500"/>
                                        <p:tgtEl>
                                          <p:spTgt spid="304">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5"/>
          <p:cNvSpPr txBox="1"/>
          <p:nvPr>
            <p:ph type="title"/>
          </p:nvPr>
        </p:nvSpPr>
        <p:spPr>
          <a:xfrm>
            <a:off x="101120" y="228600"/>
            <a:ext cx="6833080" cy="609600"/>
          </a:xfrm>
          <a:prstGeom prst="rect">
            <a:avLst/>
          </a:prstGeom>
          <a:solidFill>
            <a:srgbClr val="B2E3D5"/>
          </a:solid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62626"/>
              </a:buClr>
              <a:buSzPts val="3200"/>
              <a:buFont typeface="Century Gothic"/>
              <a:buNone/>
            </a:pPr>
            <a:r>
              <a:rPr b="1" lang="hr-HR" sz="3200">
                <a:latin typeface="Century Gothic"/>
                <a:ea typeface="Century Gothic"/>
                <a:cs typeface="Century Gothic"/>
                <a:sym typeface="Century Gothic"/>
              </a:rPr>
              <a:t>KONTROLA I NETRPELJIVOST</a:t>
            </a:r>
            <a:endParaRPr/>
          </a:p>
        </p:txBody>
      </p:sp>
      <p:sp>
        <p:nvSpPr>
          <p:cNvPr id="316" name="Google Shape;316;p25"/>
          <p:cNvSpPr txBox="1"/>
          <p:nvPr/>
        </p:nvSpPr>
        <p:spPr>
          <a:xfrm>
            <a:off x="142875" y="1108364"/>
            <a:ext cx="8458200" cy="138499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2800"/>
              <a:buFont typeface="Noto Sans Symbols"/>
              <a:buChar char="⮚"/>
            </a:pPr>
            <a:r>
              <a:rPr lang="hr-HR" sz="2800">
                <a:solidFill>
                  <a:schemeClr val="dk1"/>
                </a:solidFill>
                <a:latin typeface="Century Gothic"/>
                <a:ea typeface="Century Gothic"/>
                <a:cs typeface="Century Gothic"/>
                <a:sym typeface="Century Gothic"/>
              </a:rPr>
              <a:t> Nastojeći suzbiti širenje krivovjerja, Katolička Crkva je pribjegla i različitim mjerama kontrole i nasilja.</a:t>
            </a:r>
            <a:endParaRPr/>
          </a:p>
        </p:txBody>
      </p:sp>
      <p:pic>
        <p:nvPicPr>
          <p:cNvPr id="317" name="Google Shape;317;p25"/>
          <p:cNvPicPr preferRelativeResize="0"/>
          <p:nvPr/>
        </p:nvPicPr>
        <p:blipFill rotWithShape="1">
          <a:blip r:embed="rId3">
            <a:alphaModFix/>
          </a:blip>
          <a:srcRect b="0" l="0" r="0" t="0"/>
          <a:stretch/>
        </p:blipFill>
        <p:spPr>
          <a:xfrm>
            <a:off x="5638800" y="2689514"/>
            <a:ext cx="3181350" cy="2993361"/>
          </a:xfrm>
          <a:prstGeom prst="rect">
            <a:avLst/>
          </a:prstGeom>
          <a:noFill/>
          <a:ln>
            <a:noFill/>
          </a:ln>
        </p:spPr>
      </p:pic>
      <p:sp>
        <p:nvSpPr>
          <p:cNvPr id="318" name="Google Shape;318;p25"/>
          <p:cNvSpPr/>
          <p:nvPr/>
        </p:nvSpPr>
        <p:spPr>
          <a:xfrm>
            <a:off x="609600" y="2840439"/>
            <a:ext cx="4800600" cy="2677656"/>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2800"/>
              <a:buFont typeface="Noto Sans Symbols"/>
              <a:buChar char="⮚"/>
            </a:pPr>
            <a:r>
              <a:rPr lang="hr-HR" sz="2800">
                <a:solidFill>
                  <a:schemeClr val="dk1"/>
                </a:solidFill>
                <a:latin typeface="Century Gothic"/>
                <a:ea typeface="Century Gothic"/>
                <a:cs typeface="Century Gothic"/>
                <a:sym typeface="Century Gothic"/>
              </a:rPr>
              <a:t> papa Pavao III. osnovao </a:t>
            </a:r>
            <a:r>
              <a:rPr b="1" lang="hr-HR" sz="2800">
                <a:solidFill>
                  <a:schemeClr val="dk1"/>
                </a:solidFill>
                <a:latin typeface="Century Gothic"/>
                <a:ea typeface="Century Gothic"/>
                <a:cs typeface="Century Gothic"/>
                <a:sym typeface="Century Gothic"/>
              </a:rPr>
              <a:t>inkviziciju</a:t>
            </a:r>
            <a:r>
              <a:rPr lang="hr-HR" sz="2800">
                <a:solidFill>
                  <a:schemeClr val="dk1"/>
                </a:solidFill>
                <a:latin typeface="Century Gothic"/>
                <a:ea typeface="Century Gothic"/>
                <a:cs typeface="Century Gothic"/>
                <a:sym typeface="Century Gothic"/>
              </a:rPr>
              <a:t> -  crkveni sud za istragu i kažnjavanje krivovjeraca</a:t>
            </a:r>
            <a:endParaRPr/>
          </a:p>
        </p:txBody>
      </p:sp>
      <p:sp>
        <p:nvSpPr>
          <p:cNvPr id="319" name="Google Shape;319;p25"/>
          <p:cNvSpPr txBox="1"/>
          <p:nvPr/>
        </p:nvSpPr>
        <p:spPr>
          <a:xfrm>
            <a:off x="5857874" y="5682874"/>
            <a:ext cx="2962275" cy="369332"/>
          </a:xfrm>
          <a:prstGeom prst="rect">
            <a:avLst/>
          </a:prstGeom>
          <a:solidFill>
            <a:srgbClr val="D8F1EA"/>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hr-HR" sz="1800">
                <a:solidFill>
                  <a:schemeClr val="dk1"/>
                </a:solidFill>
                <a:latin typeface="Century Gothic"/>
                <a:ea typeface="Century Gothic"/>
                <a:cs typeface="Century Gothic"/>
                <a:sym typeface="Century Gothic"/>
              </a:rPr>
              <a:t>Spaljivanje vještice, 16.st.</a:t>
            </a:r>
            <a:endParaRPr/>
          </a:p>
        </p:txBody>
      </p:sp>
    </p:spTree>
  </p:cSld>
  <p:clrMapOvr>
    <a:masterClrMapping/>
  </p:clrMapOvr>
  <p:transition spd="slow">
    <p:randomBar dir="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gtEl>
                                        <p:attrNameLst>
                                          <p:attrName>style.visibility</p:attrName>
                                        </p:attrNameLst>
                                      </p:cBhvr>
                                      <p:to>
                                        <p:strVal val="visible"/>
                                      </p:to>
                                    </p:set>
                                    <p:animEffect filter="fade" transition="in">
                                      <p:cBhvr>
                                        <p:cTn dur="1000"/>
                                        <p:tgtEl>
                                          <p:spTgt spid="318"/>
                                        </p:tgtEl>
                                      </p:cBhvr>
                                    </p:animEffect>
                                  </p:childTnLst>
                                </p:cTn>
                              </p:par>
                              <p:par>
                                <p:cTn fill="hold" nodeType="withEffect" presetClass="entr" presetID="10" presetSubtype="0">
                                  <p:stCondLst>
                                    <p:cond delay="0"/>
                                  </p:stCondLst>
                                  <p:childTnLst>
                                    <p:set>
                                      <p:cBhvr>
                                        <p:cTn dur="1" fill="hold">
                                          <p:stCondLst>
                                            <p:cond delay="0"/>
                                          </p:stCondLst>
                                        </p:cTn>
                                        <p:tgtEl>
                                          <p:spTgt spid="317"/>
                                        </p:tgtEl>
                                        <p:attrNameLst>
                                          <p:attrName>style.visibility</p:attrName>
                                        </p:attrNameLst>
                                      </p:cBhvr>
                                      <p:to>
                                        <p:strVal val="visible"/>
                                      </p:to>
                                    </p:set>
                                    <p:animEffect filter="fade" transition="in">
                                      <p:cBhvr>
                                        <p:cTn dur="1000"/>
                                        <p:tgtEl>
                                          <p:spTgt spid="317"/>
                                        </p:tgtEl>
                                      </p:cBhvr>
                                    </p:animEffect>
                                  </p:childTnLst>
                                </p:cTn>
                              </p:par>
                              <p:par>
                                <p:cTn fill="hold" nodeType="withEffect" presetClass="entr" presetID="10" presetSubtype="0">
                                  <p:stCondLst>
                                    <p:cond delay="0"/>
                                  </p:stCondLst>
                                  <p:childTnLst>
                                    <p:set>
                                      <p:cBhvr>
                                        <p:cTn dur="1" fill="hold">
                                          <p:stCondLst>
                                            <p:cond delay="0"/>
                                          </p:stCondLst>
                                        </p:cTn>
                                        <p:tgtEl>
                                          <p:spTgt spid="319"/>
                                        </p:tgtEl>
                                        <p:attrNameLst>
                                          <p:attrName>style.visibility</p:attrName>
                                        </p:attrNameLst>
                                      </p:cBhvr>
                                      <p:to>
                                        <p:strVal val="visible"/>
                                      </p:to>
                                    </p:set>
                                    <p:animEffect filter="fade" transition="in">
                                      <p:cBhvr>
                                        <p:cTn dur="1000"/>
                                        <p:tgtEl>
                                          <p:spTgt spid="3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6"/>
          <p:cNvSpPr txBox="1"/>
          <p:nvPr>
            <p:ph type="title"/>
          </p:nvPr>
        </p:nvSpPr>
        <p:spPr>
          <a:xfrm>
            <a:off x="101120" y="228600"/>
            <a:ext cx="7366480" cy="609600"/>
          </a:xfrm>
          <a:prstGeom prst="rect">
            <a:avLst/>
          </a:prstGeom>
          <a:solidFill>
            <a:srgbClr val="B2E3D5"/>
          </a:solid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62626"/>
              </a:buClr>
              <a:buSzPts val="3200"/>
              <a:buFont typeface="Century Gothic"/>
              <a:buNone/>
            </a:pPr>
            <a:r>
              <a:rPr b="1" lang="hr-HR" sz="3200">
                <a:latin typeface="Century Gothic"/>
                <a:ea typeface="Century Gothic"/>
                <a:cs typeface="Century Gothic"/>
                <a:sym typeface="Century Gothic"/>
              </a:rPr>
              <a:t>POSLJEDICE REFORMACIJE</a:t>
            </a:r>
            <a:endParaRPr/>
          </a:p>
        </p:txBody>
      </p:sp>
      <p:sp>
        <p:nvSpPr>
          <p:cNvPr id="325" name="Google Shape;325;p26"/>
          <p:cNvSpPr txBox="1"/>
          <p:nvPr/>
        </p:nvSpPr>
        <p:spPr>
          <a:xfrm>
            <a:off x="122093" y="914400"/>
            <a:ext cx="8458200" cy="2677656"/>
          </a:xfrm>
          <a:prstGeom prst="rect">
            <a:avLst/>
          </a:prstGeom>
          <a:noFill/>
          <a:ln>
            <a:noFill/>
          </a:ln>
        </p:spPr>
        <p:txBody>
          <a:bodyPr anchorCtr="0" anchor="t" bIns="45700" lIns="91425" spcFirstLastPara="1" rIns="91425" wrap="square" tIns="45700">
            <a:spAutoFit/>
          </a:bodyPr>
          <a:lstStyle/>
          <a:p>
            <a:pPr indent="-457200" lvl="0" marL="457200" marR="0" rtl="0" algn="l">
              <a:lnSpc>
                <a:spcPct val="150000"/>
              </a:lnSpc>
              <a:spcBef>
                <a:spcPts val="0"/>
              </a:spcBef>
              <a:spcAft>
                <a:spcPts val="0"/>
              </a:spcAft>
              <a:buClr>
                <a:schemeClr val="dk1"/>
              </a:buClr>
              <a:buSzPts val="2800"/>
              <a:buFont typeface="Noto Sans Symbols"/>
              <a:buChar char="⮚"/>
            </a:pPr>
            <a:r>
              <a:rPr lang="hr-HR" sz="2800">
                <a:solidFill>
                  <a:schemeClr val="dk1"/>
                </a:solidFill>
                <a:latin typeface="Century Gothic"/>
                <a:ea typeface="Century Gothic"/>
                <a:cs typeface="Century Gothic"/>
                <a:sym typeface="Century Gothic"/>
              </a:rPr>
              <a:t> tijekom reformacijskog pokreta došlo je do </a:t>
            </a:r>
            <a:r>
              <a:rPr b="1" lang="hr-HR" sz="2800">
                <a:solidFill>
                  <a:schemeClr val="dk1"/>
                </a:solidFill>
                <a:latin typeface="Century Gothic"/>
                <a:ea typeface="Century Gothic"/>
                <a:cs typeface="Century Gothic"/>
                <a:sym typeface="Century Gothic"/>
              </a:rPr>
              <a:t>rascjepa</a:t>
            </a:r>
            <a:r>
              <a:rPr lang="hr-HR" sz="2800">
                <a:solidFill>
                  <a:schemeClr val="dk1"/>
                </a:solidFill>
                <a:latin typeface="Century Gothic"/>
                <a:ea typeface="Century Gothic"/>
                <a:cs typeface="Century Gothic"/>
                <a:sym typeface="Century Gothic"/>
              </a:rPr>
              <a:t> u Katoličkoj Crkvi na </a:t>
            </a:r>
            <a:r>
              <a:rPr b="1" lang="hr-HR" sz="2800">
                <a:solidFill>
                  <a:schemeClr val="dk1"/>
                </a:solidFill>
                <a:latin typeface="Century Gothic"/>
                <a:ea typeface="Century Gothic"/>
                <a:cs typeface="Century Gothic"/>
                <a:sym typeface="Century Gothic"/>
              </a:rPr>
              <a:t>protestante</a:t>
            </a:r>
            <a:r>
              <a:rPr lang="hr-HR" sz="2800">
                <a:solidFill>
                  <a:schemeClr val="dk1"/>
                </a:solidFill>
                <a:latin typeface="Century Gothic"/>
                <a:ea typeface="Century Gothic"/>
                <a:cs typeface="Century Gothic"/>
                <a:sym typeface="Century Gothic"/>
              </a:rPr>
              <a:t> i </a:t>
            </a:r>
            <a:r>
              <a:rPr b="1" lang="hr-HR" sz="2800">
                <a:solidFill>
                  <a:schemeClr val="dk1"/>
                </a:solidFill>
                <a:latin typeface="Century Gothic"/>
                <a:ea typeface="Century Gothic"/>
                <a:cs typeface="Century Gothic"/>
                <a:sym typeface="Century Gothic"/>
              </a:rPr>
              <a:t>katolike</a:t>
            </a:r>
            <a:endParaRPr/>
          </a:p>
          <a:p>
            <a:pPr indent="-457200" lvl="0" marL="457200" marR="0" rtl="0" algn="l">
              <a:lnSpc>
                <a:spcPct val="150000"/>
              </a:lnSpc>
              <a:spcBef>
                <a:spcPts val="0"/>
              </a:spcBef>
              <a:spcAft>
                <a:spcPts val="0"/>
              </a:spcAft>
              <a:buClr>
                <a:schemeClr val="dk1"/>
              </a:buClr>
              <a:buSzPts val="2800"/>
              <a:buFont typeface="Noto Sans Symbols"/>
              <a:buChar char="⮚"/>
            </a:pPr>
            <a:r>
              <a:rPr lang="hr-HR" sz="2800">
                <a:solidFill>
                  <a:schemeClr val="dk1"/>
                </a:solidFill>
                <a:latin typeface="Century Gothic"/>
                <a:ea typeface="Century Gothic"/>
                <a:cs typeface="Century Gothic"/>
                <a:sym typeface="Century Gothic"/>
              </a:rPr>
              <a:t>on se pretvorio u krvave </a:t>
            </a:r>
            <a:r>
              <a:rPr b="1" lang="hr-HR" sz="2800">
                <a:solidFill>
                  <a:schemeClr val="dk1"/>
                </a:solidFill>
                <a:latin typeface="Century Gothic"/>
                <a:ea typeface="Century Gothic"/>
                <a:cs typeface="Century Gothic"/>
                <a:sym typeface="Century Gothic"/>
              </a:rPr>
              <a:t>vjerske ratove </a:t>
            </a:r>
            <a:r>
              <a:rPr lang="hr-HR" sz="2800">
                <a:solidFill>
                  <a:schemeClr val="dk1"/>
                </a:solidFill>
                <a:latin typeface="Century Gothic"/>
                <a:ea typeface="Century Gothic"/>
                <a:cs typeface="Century Gothic"/>
                <a:sym typeface="Century Gothic"/>
              </a:rPr>
              <a:t>između tih dviju strana</a:t>
            </a:r>
            <a:endParaRPr/>
          </a:p>
        </p:txBody>
      </p:sp>
      <p:pic>
        <p:nvPicPr>
          <p:cNvPr descr="https://i.ytimg.com/vi/F7rTJjj2T_8/maxresdefault.jpg" id="326" name="Google Shape;326;p26"/>
          <p:cNvPicPr preferRelativeResize="0"/>
          <p:nvPr/>
        </p:nvPicPr>
        <p:blipFill rotWithShape="1">
          <a:blip r:embed="rId3">
            <a:alphaModFix/>
          </a:blip>
          <a:srcRect b="0" l="0" r="0" t="0"/>
          <a:stretch/>
        </p:blipFill>
        <p:spPr>
          <a:xfrm>
            <a:off x="2698857" y="4181908"/>
            <a:ext cx="3701944" cy="2082343"/>
          </a:xfrm>
          <a:prstGeom prst="roundRect">
            <a:avLst>
              <a:gd fmla="val 11111" name="adj"/>
            </a:avLst>
          </a:prstGeom>
          <a:noFill/>
          <a:ln cap="rnd" cmpd="sng" w="190500">
            <a:solidFill>
              <a:srgbClr val="C8C6BD"/>
            </a:solidFill>
            <a:prstDash val="solid"/>
            <a:round/>
            <a:headEnd len="sm" w="sm" type="none"/>
            <a:tailEnd len="sm" w="sm" type="none"/>
          </a:ln>
          <a:effectLst>
            <a:outerShdw blurRad="101600" rotWithShape="0" algn="tl" dir="7200000" dist="50800">
              <a:srgbClr val="000000">
                <a:alpha val="44705"/>
              </a:srgbClr>
            </a:outerShdw>
          </a:effectLst>
        </p:spPr>
      </p:pic>
    </p:spTree>
  </p:cSld>
  <p:clrMapOvr>
    <a:masterClrMapping/>
  </p:clrMapOvr>
  <p:transition spd="slow">
    <p:randomBar dir="vert"/>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0" name="Shape 330"/>
        <p:cNvGrpSpPr/>
        <p:nvPr/>
      </p:nvGrpSpPr>
      <p:grpSpPr>
        <a:xfrm>
          <a:off x="0" y="0"/>
          <a:ext cx="0" cy="0"/>
          <a:chOff x="0" y="0"/>
          <a:chExt cx="0" cy="0"/>
        </a:xfrm>
      </p:grpSpPr>
      <p:sp>
        <p:nvSpPr>
          <p:cNvPr id="331" name="Google Shape;331;p27"/>
          <p:cNvSpPr/>
          <p:nvPr/>
        </p:nvSpPr>
        <p:spPr>
          <a:xfrm>
            <a:off x="138294" y="237744"/>
            <a:ext cx="5739733" cy="6382512"/>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32" name="Google Shape;332;p27"/>
          <p:cNvSpPr txBox="1"/>
          <p:nvPr>
            <p:ph type="title"/>
          </p:nvPr>
        </p:nvSpPr>
        <p:spPr>
          <a:xfrm>
            <a:off x="651510" y="642593"/>
            <a:ext cx="4711446" cy="174418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000"/>
              <a:buFont typeface="Century Gothic"/>
              <a:buNone/>
            </a:pPr>
            <a:r>
              <a:rPr lang="hr-HR"/>
              <a:t>Bartolomejska noć 1572.</a:t>
            </a:r>
            <a:endParaRPr/>
          </a:p>
        </p:txBody>
      </p:sp>
      <p:sp>
        <p:nvSpPr>
          <p:cNvPr id="333" name="Google Shape;333;p27"/>
          <p:cNvSpPr txBox="1"/>
          <p:nvPr>
            <p:ph idx="1" type="body"/>
          </p:nvPr>
        </p:nvSpPr>
        <p:spPr>
          <a:xfrm>
            <a:off x="651510" y="2386584"/>
            <a:ext cx="4711446" cy="3648456"/>
          </a:xfrm>
          <a:prstGeom prst="rect">
            <a:avLst/>
          </a:prstGeom>
          <a:noFill/>
          <a:ln>
            <a:noFill/>
          </a:ln>
        </p:spPr>
        <p:txBody>
          <a:bodyPr anchorCtr="0" anchor="t" bIns="45700" lIns="91425" spcFirstLastPara="1" rIns="91425" wrap="square" tIns="45700">
            <a:normAutofit/>
          </a:bodyPr>
          <a:lstStyle/>
          <a:p>
            <a:pPr indent="-182880" lvl="0" marL="182880" rtl="0" algn="l">
              <a:lnSpc>
                <a:spcPct val="90000"/>
              </a:lnSpc>
              <a:spcBef>
                <a:spcPts val="0"/>
              </a:spcBef>
              <a:spcAft>
                <a:spcPts val="0"/>
              </a:spcAft>
              <a:buSzPts val="1700"/>
              <a:buChar char="◦"/>
            </a:pPr>
            <a:r>
              <a:rPr lang="hr-HR" sz="1700"/>
              <a:t>nakon širenja protestantskih ideja i u Francuskoj se se stvara podjela između katolika i protestanata (uglavnom kalvinista nazvanih </a:t>
            </a:r>
            <a:r>
              <a:rPr b="1" lang="hr-HR" sz="1700"/>
              <a:t>HUGENOTI</a:t>
            </a:r>
            <a:r>
              <a:rPr lang="hr-HR" sz="1700"/>
              <a:t>)</a:t>
            </a:r>
            <a:endParaRPr/>
          </a:p>
          <a:p>
            <a:pPr indent="-182880" lvl="0" marL="182880" rtl="0" algn="l">
              <a:lnSpc>
                <a:spcPct val="90000"/>
              </a:lnSpc>
              <a:spcBef>
                <a:spcPts val="900"/>
              </a:spcBef>
              <a:spcAft>
                <a:spcPts val="0"/>
              </a:spcAft>
              <a:buSzPts val="1700"/>
              <a:buChar char="◦"/>
            </a:pPr>
            <a:r>
              <a:rPr lang="hr-HR" sz="1700"/>
              <a:t>godine 1527. sve hugenotske vođe okupili su se u Parizu na vjenčanju Henrika od Navarre (kasnije francuskog kralja Henrika IV.), protestantskog pretedenta na prijestolje </a:t>
            </a:r>
            <a:endParaRPr/>
          </a:p>
          <a:p>
            <a:pPr indent="-182880" lvl="0" marL="182880" rtl="0" algn="l">
              <a:lnSpc>
                <a:spcPct val="90000"/>
              </a:lnSpc>
              <a:spcBef>
                <a:spcPts val="900"/>
              </a:spcBef>
              <a:spcAft>
                <a:spcPts val="0"/>
              </a:spcAft>
              <a:buSzPts val="1700"/>
              <a:buChar char="◦"/>
            </a:pPr>
            <a:r>
              <a:rPr b="1" lang="hr-HR" sz="1700"/>
              <a:t>uz odobrenje majke tada aktualnog kralja Karla IX. (Katarine Medici), u stravičnom masakru ubijen je najveći dio protestantskog vodstva  - Bartolomejska noć</a:t>
            </a:r>
            <a:endParaRPr/>
          </a:p>
          <a:p>
            <a:pPr indent="-74929" lvl="0" marL="182880" rtl="0" algn="l">
              <a:lnSpc>
                <a:spcPct val="90000"/>
              </a:lnSpc>
              <a:spcBef>
                <a:spcPts val="900"/>
              </a:spcBef>
              <a:spcAft>
                <a:spcPts val="0"/>
              </a:spcAft>
              <a:buSzPts val="1700"/>
              <a:buNone/>
            </a:pPr>
            <a:r>
              <a:t/>
            </a:r>
            <a:endParaRPr sz="1700"/>
          </a:p>
        </p:txBody>
      </p:sp>
      <p:sp>
        <p:nvSpPr>
          <p:cNvPr id="334" name="Google Shape;334;p27"/>
          <p:cNvSpPr/>
          <p:nvPr/>
        </p:nvSpPr>
        <p:spPr>
          <a:xfrm>
            <a:off x="5878027" y="0"/>
            <a:ext cx="3265973"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pic>
        <p:nvPicPr>
          <p:cNvPr id="335" name="Google Shape;335;p27"/>
          <p:cNvPicPr preferRelativeResize="0"/>
          <p:nvPr/>
        </p:nvPicPr>
        <p:blipFill rotWithShape="1">
          <a:blip r:embed="rId3">
            <a:alphaModFix/>
          </a:blip>
          <a:srcRect b="0" l="0" r="0" t="0"/>
          <a:stretch/>
        </p:blipFill>
        <p:spPr>
          <a:xfrm>
            <a:off x="5087350" y="2624520"/>
            <a:ext cx="3918356" cy="235101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28"/>
          <p:cNvSpPr/>
          <p:nvPr/>
        </p:nvSpPr>
        <p:spPr>
          <a:xfrm>
            <a:off x="228600" y="1078371"/>
            <a:ext cx="7696200" cy="5134291"/>
          </a:xfrm>
          <a:prstGeom prst="rect">
            <a:avLst/>
          </a:prstGeom>
          <a:noFill/>
          <a:ln cap="flat" cmpd="sng" w="9525">
            <a:solidFill>
              <a:srgbClr val="8BD6C0"/>
            </a:solidFill>
            <a:prstDash val="solid"/>
            <a:round/>
            <a:headEnd len="sm" w="sm" type="none"/>
            <a:tailEnd len="sm" w="sm" type="none"/>
          </a:ln>
        </p:spPr>
        <p:txBody>
          <a:bodyPr anchorCtr="0" anchor="t" bIns="45700" lIns="91425" spcFirstLastPara="1" rIns="91425" wrap="square" tIns="45700">
            <a:spAutoFit/>
          </a:bodyPr>
          <a:lstStyle/>
          <a:p>
            <a:pPr indent="-457200" lvl="0" marL="457200" marR="0" rtl="0" algn="ctr">
              <a:lnSpc>
                <a:spcPct val="192307"/>
              </a:lnSpc>
              <a:spcBef>
                <a:spcPts val="0"/>
              </a:spcBef>
              <a:spcAft>
                <a:spcPts val="0"/>
              </a:spcAft>
              <a:buClr>
                <a:schemeClr val="dk1"/>
              </a:buClr>
              <a:buSzPts val="2600"/>
              <a:buFont typeface="Noto Sans Symbols"/>
              <a:buChar char="⮚"/>
            </a:pPr>
            <a:r>
              <a:rPr lang="hr-HR" sz="2600">
                <a:solidFill>
                  <a:schemeClr val="dk1"/>
                </a:solidFill>
                <a:latin typeface="Century Gothic"/>
                <a:ea typeface="Century Gothic"/>
                <a:cs typeface="Century Gothic"/>
                <a:sym typeface="Century Gothic"/>
              </a:rPr>
              <a:t>najveći političko-vjerski sukob zahvatio je </a:t>
            </a:r>
            <a:r>
              <a:rPr b="1" lang="hr-HR" sz="2600">
                <a:solidFill>
                  <a:schemeClr val="dk1"/>
                </a:solidFill>
                <a:latin typeface="Century Gothic"/>
                <a:ea typeface="Century Gothic"/>
                <a:cs typeface="Century Gothic"/>
                <a:sym typeface="Century Gothic"/>
              </a:rPr>
              <a:t>gotovo sve </a:t>
            </a:r>
            <a:r>
              <a:rPr lang="hr-HR" sz="2600">
                <a:solidFill>
                  <a:schemeClr val="dk1"/>
                </a:solidFill>
                <a:latin typeface="Century Gothic"/>
                <a:ea typeface="Century Gothic"/>
                <a:cs typeface="Century Gothic"/>
                <a:sym typeface="Century Gothic"/>
              </a:rPr>
              <a:t>europske zemlje</a:t>
            </a:r>
            <a:endParaRPr/>
          </a:p>
          <a:p>
            <a:pPr indent="-457200" lvl="0" marL="457200" marR="0" rtl="0" algn="ctr">
              <a:lnSpc>
                <a:spcPct val="192307"/>
              </a:lnSpc>
              <a:spcBef>
                <a:spcPts val="0"/>
              </a:spcBef>
              <a:spcAft>
                <a:spcPts val="0"/>
              </a:spcAft>
              <a:buClr>
                <a:schemeClr val="dk1"/>
              </a:buClr>
              <a:buSzPts val="2600"/>
              <a:buFont typeface="Noto Sans Symbols"/>
              <a:buChar char="⮚"/>
            </a:pPr>
            <a:r>
              <a:rPr lang="hr-HR" sz="2600">
                <a:solidFill>
                  <a:schemeClr val="dk1"/>
                </a:solidFill>
                <a:latin typeface="Century Gothic"/>
                <a:ea typeface="Century Gothic"/>
                <a:cs typeface="Century Gothic"/>
                <a:sym typeface="Century Gothic"/>
              </a:rPr>
              <a:t>na čelu protestantskih država bile su </a:t>
            </a:r>
            <a:r>
              <a:rPr b="1" lang="hr-HR" sz="2600">
                <a:solidFill>
                  <a:schemeClr val="dk1"/>
                </a:solidFill>
                <a:latin typeface="Century Gothic"/>
                <a:ea typeface="Century Gothic"/>
                <a:cs typeface="Century Gothic"/>
                <a:sym typeface="Century Gothic"/>
              </a:rPr>
              <a:t>Danska i Švedska</a:t>
            </a:r>
            <a:endParaRPr/>
          </a:p>
          <a:p>
            <a:pPr indent="-457200" lvl="0" marL="457200" marR="0" rtl="0" algn="ctr">
              <a:lnSpc>
                <a:spcPct val="192307"/>
              </a:lnSpc>
              <a:spcBef>
                <a:spcPts val="0"/>
              </a:spcBef>
              <a:spcAft>
                <a:spcPts val="0"/>
              </a:spcAft>
              <a:buClr>
                <a:schemeClr val="dk1"/>
              </a:buClr>
              <a:buSzPts val="2600"/>
              <a:buFont typeface="Noto Sans Symbols"/>
              <a:buChar char="⮚"/>
            </a:pPr>
            <a:r>
              <a:rPr lang="hr-HR" sz="2600">
                <a:solidFill>
                  <a:schemeClr val="dk1"/>
                </a:solidFill>
                <a:latin typeface="Century Gothic"/>
                <a:ea typeface="Century Gothic"/>
                <a:cs typeface="Century Gothic"/>
                <a:sym typeface="Century Gothic"/>
              </a:rPr>
              <a:t>katoličku stranu su predvodili </a:t>
            </a:r>
            <a:r>
              <a:rPr b="1" lang="hr-HR" sz="2600">
                <a:solidFill>
                  <a:schemeClr val="dk1"/>
                </a:solidFill>
                <a:latin typeface="Century Gothic"/>
                <a:ea typeface="Century Gothic"/>
                <a:cs typeface="Century Gothic"/>
                <a:sym typeface="Century Gothic"/>
              </a:rPr>
              <a:t>Habsburgovci</a:t>
            </a:r>
            <a:endParaRPr/>
          </a:p>
          <a:p>
            <a:pPr indent="-292100" lvl="0" marL="457200" marR="0" rtl="0" algn="ctr">
              <a:lnSpc>
                <a:spcPct val="192307"/>
              </a:lnSpc>
              <a:spcBef>
                <a:spcPts val="0"/>
              </a:spcBef>
              <a:spcAft>
                <a:spcPts val="0"/>
              </a:spcAft>
              <a:buClr>
                <a:schemeClr val="dk1"/>
              </a:buClr>
              <a:buSzPts val="2600"/>
              <a:buFont typeface="Noto Sans Symbols"/>
              <a:buNone/>
            </a:pPr>
            <a:r>
              <a:t/>
            </a:r>
            <a:endParaRPr sz="2600">
              <a:solidFill>
                <a:schemeClr val="dk1"/>
              </a:solidFill>
              <a:latin typeface="Century Gothic"/>
              <a:ea typeface="Century Gothic"/>
              <a:cs typeface="Century Gothic"/>
              <a:sym typeface="Century Gothic"/>
            </a:endParaRPr>
          </a:p>
          <a:p>
            <a:pPr indent="-292100" lvl="0" marL="457200" marR="0" rtl="0" algn="ctr">
              <a:lnSpc>
                <a:spcPct val="192307"/>
              </a:lnSpc>
              <a:spcBef>
                <a:spcPts val="0"/>
              </a:spcBef>
              <a:spcAft>
                <a:spcPts val="0"/>
              </a:spcAft>
              <a:buClr>
                <a:schemeClr val="dk1"/>
              </a:buClr>
              <a:buSzPts val="2600"/>
              <a:buFont typeface="Noto Sans Symbols"/>
              <a:buNone/>
            </a:pPr>
            <a:r>
              <a:t/>
            </a:r>
            <a:endParaRPr sz="2600">
              <a:solidFill>
                <a:schemeClr val="dk1"/>
              </a:solidFill>
              <a:latin typeface="Century Gothic"/>
              <a:ea typeface="Century Gothic"/>
              <a:cs typeface="Century Gothic"/>
              <a:sym typeface="Century Gothic"/>
            </a:endParaRPr>
          </a:p>
          <a:p>
            <a:pPr indent="-292100" lvl="0" marL="457200" marR="0" rtl="0" algn="ctr">
              <a:lnSpc>
                <a:spcPct val="192307"/>
              </a:lnSpc>
              <a:spcBef>
                <a:spcPts val="0"/>
              </a:spcBef>
              <a:spcAft>
                <a:spcPts val="0"/>
              </a:spcAft>
              <a:buClr>
                <a:schemeClr val="dk1"/>
              </a:buClr>
              <a:buSzPts val="2600"/>
              <a:buFont typeface="Noto Sans Symbols"/>
              <a:buNone/>
            </a:pPr>
            <a:r>
              <a:t/>
            </a:r>
            <a:endParaRPr b="1" sz="2600">
              <a:solidFill>
                <a:schemeClr val="dk1"/>
              </a:solidFill>
              <a:latin typeface="Century Gothic"/>
              <a:ea typeface="Century Gothic"/>
              <a:cs typeface="Century Gothic"/>
              <a:sym typeface="Century Gothic"/>
            </a:endParaRPr>
          </a:p>
        </p:txBody>
      </p:sp>
      <p:sp>
        <p:nvSpPr>
          <p:cNvPr id="341" name="Google Shape;341;p28"/>
          <p:cNvSpPr/>
          <p:nvPr/>
        </p:nvSpPr>
        <p:spPr>
          <a:xfrm>
            <a:off x="152400" y="228600"/>
            <a:ext cx="7010400" cy="668003"/>
          </a:xfrm>
          <a:prstGeom prst="rect">
            <a:avLst/>
          </a:prstGeom>
          <a:solidFill>
            <a:srgbClr val="D8F1EA"/>
          </a:solidFill>
          <a:ln>
            <a:noFill/>
          </a:ln>
        </p:spPr>
        <p:txBody>
          <a:bodyPr anchorCtr="0" anchor="t" bIns="45700" lIns="91425" spcFirstLastPara="1" rIns="91425" wrap="square" tIns="45700">
            <a:spAutoFit/>
          </a:bodyPr>
          <a:lstStyle/>
          <a:p>
            <a:pPr indent="0" lvl="0" marL="0" marR="0" rtl="0" algn="l">
              <a:lnSpc>
                <a:spcPct val="178571"/>
              </a:lnSpc>
              <a:spcBef>
                <a:spcPts val="0"/>
              </a:spcBef>
              <a:spcAft>
                <a:spcPts val="0"/>
              </a:spcAft>
              <a:buNone/>
            </a:pPr>
            <a:r>
              <a:rPr b="1" lang="hr-HR" sz="2800">
                <a:solidFill>
                  <a:schemeClr val="dk1"/>
                </a:solidFill>
                <a:latin typeface="Century Gothic"/>
                <a:ea typeface="Century Gothic"/>
                <a:cs typeface="Century Gothic"/>
                <a:sym typeface="Century Gothic"/>
              </a:rPr>
              <a:t>Tridesetogodišnji rat (1618. – 1648.)</a:t>
            </a:r>
            <a:endParaRPr/>
          </a:p>
        </p:txBody>
      </p:sp>
      <p:sp>
        <p:nvSpPr>
          <p:cNvPr id="342" name="Google Shape;342;p28"/>
          <p:cNvSpPr txBox="1"/>
          <p:nvPr>
            <p:ph idx="1" type="body"/>
          </p:nvPr>
        </p:nvSpPr>
        <p:spPr>
          <a:xfrm>
            <a:off x="731520" y="2103120"/>
            <a:ext cx="7680960" cy="3931920"/>
          </a:xfrm>
          <a:prstGeom prst="rect">
            <a:avLst/>
          </a:prstGeom>
          <a:noFill/>
          <a:ln>
            <a:noFill/>
          </a:ln>
        </p:spPr>
        <p:txBody>
          <a:bodyPr anchorCtr="0" anchor="t" bIns="45700" lIns="91425" spcFirstLastPara="1" rIns="91425" wrap="square" tIns="45700">
            <a:normAutofit/>
          </a:bodyPr>
          <a:lstStyle/>
          <a:p>
            <a:pPr indent="-68579" lvl="0" marL="182880" rtl="0" algn="l">
              <a:lnSpc>
                <a:spcPct val="100000"/>
              </a:lnSpc>
              <a:spcBef>
                <a:spcPts val="0"/>
              </a:spcBef>
              <a:spcAft>
                <a:spcPts val="0"/>
              </a:spcAft>
              <a:buSzPts val="1800"/>
              <a:buNone/>
            </a:pPr>
            <a:r>
              <a:t/>
            </a:r>
            <a:endParaRPr/>
          </a:p>
        </p:txBody>
      </p:sp>
    </p:spTree>
  </p:cSld>
  <p:clrMapOvr>
    <a:masterClrMapping/>
  </p:clrMapOvr>
  <mc:AlternateContent>
    <mc:Choice Requires="p14">
      <p:transition spd="slow" p14:dur="3400">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0"/>
                                        </p:tgtEl>
                                        <p:attrNameLst>
                                          <p:attrName>style.visibility</p:attrName>
                                        </p:attrNameLst>
                                      </p:cBhvr>
                                      <p:to>
                                        <p:strVal val="visible"/>
                                      </p:to>
                                    </p:set>
                                    <p:animEffect filter="fade" transition="in">
                                      <p:cBhvr>
                                        <p:cTn dur="1000"/>
                                        <p:tgtEl>
                                          <p:spTgt spid="3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pic>
        <p:nvPicPr>
          <p:cNvPr descr="http://s3.observador.pt/wp-content/uploads/2014/11/Westfaelischer_Friede_in_Muenster_Gerard_Terborch_1648_1280x640_acf_cropped.jpg" id="347" name="Google Shape;347;p29"/>
          <p:cNvPicPr preferRelativeResize="0"/>
          <p:nvPr>
            <p:ph idx="1" type="body"/>
          </p:nvPr>
        </p:nvPicPr>
        <p:blipFill rotWithShape="1">
          <a:blip r:embed="rId3">
            <a:alphaModFix/>
          </a:blip>
          <a:srcRect b="0" l="0" r="0" t="0"/>
          <a:stretch/>
        </p:blipFill>
        <p:spPr>
          <a:xfrm>
            <a:off x="1676400" y="3962400"/>
            <a:ext cx="4934672" cy="2467336"/>
          </a:xfrm>
          <a:prstGeom prst="roundRect">
            <a:avLst>
              <a:gd fmla="val 11111" name="adj"/>
            </a:avLst>
          </a:prstGeom>
          <a:noFill/>
          <a:ln cap="rnd" cmpd="sng" w="190500">
            <a:solidFill>
              <a:srgbClr val="C8C6BD"/>
            </a:solidFill>
            <a:prstDash val="solid"/>
            <a:round/>
            <a:headEnd len="sm" w="sm" type="none"/>
            <a:tailEnd len="sm" w="sm" type="none"/>
          </a:ln>
          <a:effectLst>
            <a:outerShdw blurRad="101600" rotWithShape="0" algn="tl" dir="7200000" dist="50800">
              <a:srgbClr val="000000">
                <a:alpha val="44705"/>
              </a:srgbClr>
            </a:outerShdw>
          </a:effectLst>
        </p:spPr>
      </p:pic>
      <p:sp>
        <p:nvSpPr>
          <p:cNvPr id="348" name="Google Shape;348;p29"/>
          <p:cNvSpPr/>
          <p:nvPr/>
        </p:nvSpPr>
        <p:spPr>
          <a:xfrm>
            <a:off x="96982" y="533400"/>
            <a:ext cx="8894618" cy="3857466"/>
          </a:xfrm>
          <a:prstGeom prst="rect">
            <a:avLst/>
          </a:prstGeom>
          <a:noFill/>
          <a:ln>
            <a:noFill/>
          </a:ln>
        </p:spPr>
        <p:txBody>
          <a:bodyPr anchorCtr="0" anchor="t" bIns="45700" lIns="91425" spcFirstLastPara="1" rIns="91425" wrap="square" tIns="45700">
            <a:spAutoFit/>
          </a:bodyPr>
          <a:lstStyle/>
          <a:p>
            <a:pPr indent="-457200" lvl="0" marL="457200" marR="0" rtl="0" algn="l">
              <a:lnSpc>
                <a:spcPct val="178571"/>
              </a:lnSpc>
              <a:spcBef>
                <a:spcPts val="0"/>
              </a:spcBef>
              <a:spcAft>
                <a:spcPts val="0"/>
              </a:spcAft>
              <a:buClr>
                <a:schemeClr val="dk1"/>
              </a:buClr>
              <a:buSzPts val="2800"/>
              <a:buFont typeface="Noto Sans Symbols"/>
              <a:buChar char="⮚"/>
            </a:pPr>
            <a:r>
              <a:rPr lang="hr-HR" sz="2800">
                <a:solidFill>
                  <a:schemeClr val="dk1"/>
                </a:solidFill>
                <a:latin typeface="Century Gothic"/>
                <a:ea typeface="Century Gothic"/>
                <a:cs typeface="Century Gothic"/>
                <a:sym typeface="Century Gothic"/>
              </a:rPr>
              <a:t>rat bez pobjednika je završio </a:t>
            </a:r>
            <a:r>
              <a:rPr b="1" lang="hr-HR" sz="2800">
                <a:solidFill>
                  <a:schemeClr val="dk1"/>
                </a:solidFill>
                <a:latin typeface="Century Gothic"/>
                <a:ea typeface="Century Gothic"/>
                <a:cs typeface="Century Gothic"/>
                <a:sym typeface="Century Gothic"/>
              </a:rPr>
              <a:t>1648. Westfalskim mirom</a:t>
            </a:r>
            <a:endParaRPr/>
          </a:p>
          <a:p>
            <a:pPr indent="-457200" lvl="0" marL="457200" marR="0" rtl="0" algn="l">
              <a:lnSpc>
                <a:spcPct val="178571"/>
              </a:lnSpc>
              <a:spcBef>
                <a:spcPts val="0"/>
              </a:spcBef>
              <a:spcAft>
                <a:spcPts val="0"/>
              </a:spcAft>
              <a:buClr>
                <a:schemeClr val="dk1"/>
              </a:buClr>
              <a:buSzPts val="2800"/>
              <a:buFont typeface="Noto Sans Symbols"/>
              <a:buChar char="⮚"/>
            </a:pPr>
            <a:r>
              <a:rPr b="1" lang="hr-HR" sz="2800">
                <a:solidFill>
                  <a:schemeClr val="dk1"/>
                </a:solidFill>
                <a:latin typeface="Century Gothic"/>
                <a:ea typeface="Century Gothic"/>
                <a:cs typeface="Century Gothic"/>
                <a:sym typeface="Century Gothic"/>
              </a:rPr>
              <a:t>načelo vjerske tolerancije </a:t>
            </a:r>
            <a:r>
              <a:rPr lang="hr-HR" sz="2800">
                <a:solidFill>
                  <a:schemeClr val="dk1"/>
                </a:solidFill>
                <a:latin typeface="Century Gothic"/>
                <a:ea typeface="Century Gothic"/>
                <a:cs typeface="Century Gothic"/>
                <a:sym typeface="Century Gothic"/>
              </a:rPr>
              <a:t>– katolici i protestanti imaju ista prava 🡪 prestanak vjerskih ratova</a:t>
            </a:r>
            <a:endParaRPr/>
          </a:p>
          <a:p>
            <a:pPr indent="-279400" lvl="0" marL="457200" marR="0" rtl="0" algn="l">
              <a:lnSpc>
                <a:spcPct val="178571"/>
              </a:lnSpc>
              <a:spcBef>
                <a:spcPts val="0"/>
              </a:spcBef>
              <a:spcAft>
                <a:spcPts val="0"/>
              </a:spcAft>
              <a:buClr>
                <a:schemeClr val="dk1"/>
              </a:buClr>
              <a:buSzPts val="2800"/>
              <a:buFont typeface="Noto Sans Symbols"/>
              <a:buNone/>
            </a:pPr>
            <a:r>
              <a:t/>
            </a:r>
            <a:endParaRPr sz="2800">
              <a:solidFill>
                <a:schemeClr val="dk1"/>
              </a:solidFill>
              <a:latin typeface="Century Gothic"/>
              <a:ea typeface="Century Gothic"/>
              <a:cs typeface="Century Gothic"/>
              <a:sym typeface="Century Gothic"/>
            </a:endParaRPr>
          </a:p>
          <a:p>
            <a:pPr indent="-279400" lvl="0" marL="457200" marR="0" rtl="0" algn="l">
              <a:lnSpc>
                <a:spcPct val="178571"/>
              </a:lnSpc>
              <a:spcBef>
                <a:spcPts val="0"/>
              </a:spcBef>
              <a:spcAft>
                <a:spcPts val="0"/>
              </a:spcAft>
              <a:buClr>
                <a:schemeClr val="dk1"/>
              </a:buClr>
              <a:buSzPts val="2800"/>
              <a:buFont typeface="Noto Sans Symbols"/>
              <a:buNone/>
            </a:pPr>
            <a:r>
              <a:t/>
            </a:r>
            <a:endParaRPr b="1" sz="2800">
              <a:solidFill>
                <a:schemeClr val="dk1"/>
              </a:solidFill>
              <a:latin typeface="Century Gothic"/>
              <a:ea typeface="Century Gothic"/>
              <a:cs typeface="Century Gothic"/>
              <a:sym typeface="Century Gothic"/>
            </a:endParaRPr>
          </a:p>
        </p:txBody>
      </p:sp>
    </p:spTree>
  </p:cSld>
  <p:clrMapOvr>
    <a:masterClrMapping/>
  </p:clrMapOvr>
  <mc:AlternateContent>
    <mc:Choice Requires="p14">
      <p:transition spd="slow" p14:dur="3400">
        <p14:reveal dir="l"/>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grpSp>
        <p:nvGrpSpPr>
          <p:cNvPr id="353" name="Google Shape;353;p30"/>
          <p:cNvGrpSpPr/>
          <p:nvPr/>
        </p:nvGrpSpPr>
        <p:grpSpPr>
          <a:xfrm>
            <a:off x="179766" y="130976"/>
            <a:ext cx="8964233" cy="6711983"/>
            <a:chOff x="0" y="14344"/>
            <a:chExt cx="8964233" cy="6711983"/>
          </a:xfrm>
        </p:grpSpPr>
        <p:sp>
          <p:nvSpPr>
            <p:cNvPr id="354" name="Google Shape;354;p30"/>
            <p:cNvSpPr/>
            <p:nvPr/>
          </p:nvSpPr>
          <p:spPr>
            <a:xfrm rot="5400000">
              <a:off x="-131703" y="146742"/>
              <a:ext cx="878021" cy="614614"/>
            </a:xfrm>
            <a:prstGeom prst="chevron">
              <a:avLst>
                <a:gd fmla="val 50000" name="adj"/>
              </a:avLst>
            </a:prstGeom>
            <a:solidFill>
              <a:srgbClr val="2383C6"/>
            </a:solidFill>
            <a:ln cap="flat" cmpd="sng" w="12700">
              <a:solidFill>
                <a:srgbClr val="2383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0"/>
            <p:cNvSpPr txBox="1"/>
            <p:nvPr/>
          </p:nvSpPr>
          <p:spPr>
            <a:xfrm>
              <a:off x="1" y="322345"/>
              <a:ext cx="614614" cy="263407"/>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dk1"/>
                </a:buClr>
                <a:buSzPts val="1600"/>
                <a:buFont typeface="Century Gothic"/>
                <a:buNone/>
              </a:pPr>
              <a:r>
                <a:rPr b="1" i="0" lang="hr-HR" sz="1600">
                  <a:solidFill>
                    <a:schemeClr val="dk1"/>
                  </a:solidFill>
                  <a:latin typeface="Century Gothic"/>
                  <a:ea typeface="Century Gothic"/>
                  <a:cs typeface="Century Gothic"/>
                  <a:sym typeface="Century Gothic"/>
                </a:rPr>
                <a:t>1517.</a:t>
              </a:r>
              <a:endParaRPr/>
            </a:p>
          </p:txBody>
        </p:sp>
        <p:sp>
          <p:nvSpPr>
            <p:cNvPr id="356" name="Google Shape;356;p30"/>
            <p:cNvSpPr/>
            <p:nvPr/>
          </p:nvSpPr>
          <p:spPr>
            <a:xfrm rot="5400000">
              <a:off x="4504067" y="-3875109"/>
              <a:ext cx="570713" cy="8349619"/>
            </a:xfrm>
            <a:prstGeom prst="round2SameRect">
              <a:avLst>
                <a:gd fmla="val 16667" name="adj1"/>
                <a:gd fmla="val 0" name="adj2"/>
              </a:avLst>
            </a:prstGeom>
            <a:solidFill>
              <a:schemeClr val="lt1">
                <a:alpha val="89803"/>
              </a:schemeClr>
            </a:solidFill>
            <a:ln cap="flat" cmpd="sng" w="12700">
              <a:solidFill>
                <a:srgbClr val="2383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0"/>
            <p:cNvSpPr txBox="1"/>
            <p:nvPr/>
          </p:nvSpPr>
          <p:spPr>
            <a:xfrm>
              <a:off x="614614" y="42204"/>
              <a:ext cx="8321759" cy="514993"/>
            </a:xfrm>
            <a:prstGeom prst="rect">
              <a:avLst/>
            </a:prstGeom>
            <a:noFill/>
            <a:ln>
              <a:noFill/>
            </a:ln>
          </p:spPr>
          <p:txBody>
            <a:bodyPr anchorCtr="0" anchor="ctr" bIns="17775" lIns="199125" spcFirstLastPara="1" rIns="17775" wrap="square" tIns="17775">
              <a:noAutofit/>
            </a:bodyPr>
            <a:lstStyle/>
            <a:p>
              <a:pPr indent="-285750" lvl="1" marL="285750" marR="0" rtl="0" algn="l">
                <a:lnSpc>
                  <a:spcPct val="90000"/>
                </a:lnSpc>
                <a:spcBef>
                  <a:spcPts val="0"/>
                </a:spcBef>
                <a:spcAft>
                  <a:spcPts val="0"/>
                </a:spcAft>
                <a:buClr>
                  <a:schemeClr val="dk1"/>
                </a:buClr>
                <a:buSzPts val="2800"/>
                <a:buFont typeface="Century Gothic"/>
                <a:buChar char="•"/>
              </a:pPr>
              <a:r>
                <a:rPr b="1" i="0" lang="hr-HR" sz="2800" u="none" cap="none" strike="noStrike">
                  <a:solidFill>
                    <a:schemeClr val="dk1"/>
                  </a:solidFill>
                  <a:latin typeface="Century Gothic"/>
                  <a:ea typeface="Century Gothic"/>
                  <a:cs typeface="Century Gothic"/>
                  <a:sym typeface="Century Gothic"/>
                </a:rPr>
                <a:t>OBJAVA 95 TEZA</a:t>
              </a:r>
              <a:endParaRPr/>
            </a:p>
          </p:txBody>
        </p:sp>
        <p:sp>
          <p:nvSpPr>
            <p:cNvPr id="358" name="Google Shape;358;p30"/>
            <p:cNvSpPr/>
            <p:nvPr/>
          </p:nvSpPr>
          <p:spPr>
            <a:xfrm rot="5400000">
              <a:off x="-131703" y="954994"/>
              <a:ext cx="878021" cy="614614"/>
            </a:xfrm>
            <a:prstGeom prst="chevron">
              <a:avLst>
                <a:gd fmla="val 50000" name="adj"/>
              </a:avLst>
            </a:prstGeom>
            <a:solidFill>
              <a:srgbClr val="24CED7"/>
            </a:solidFill>
            <a:ln cap="flat" cmpd="sng" w="12700">
              <a:solidFill>
                <a:srgbClr val="24CE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0"/>
            <p:cNvSpPr txBox="1"/>
            <p:nvPr/>
          </p:nvSpPr>
          <p:spPr>
            <a:xfrm>
              <a:off x="1" y="1130597"/>
              <a:ext cx="614614" cy="263407"/>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dk1"/>
                </a:buClr>
                <a:buSzPts val="1600"/>
                <a:buFont typeface="Century Gothic"/>
                <a:buNone/>
              </a:pPr>
              <a:r>
                <a:rPr b="1" lang="hr-HR" sz="1600">
                  <a:solidFill>
                    <a:schemeClr val="dk1"/>
                  </a:solidFill>
                  <a:latin typeface="Century Gothic"/>
                  <a:ea typeface="Century Gothic"/>
                  <a:cs typeface="Century Gothic"/>
                  <a:sym typeface="Century Gothic"/>
                </a:rPr>
                <a:t>1534. </a:t>
              </a:r>
              <a:endParaRPr/>
            </a:p>
          </p:txBody>
        </p:sp>
        <p:sp>
          <p:nvSpPr>
            <p:cNvPr id="360" name="Google Shape;360;p30"/>
            <p:cNvSpPr/>
            <p:nvPr/>
          </p:nvSpPr>
          <p:spPr>
            <a:xfrm rot="5400000">
              <a:off x="4504067" y="-3066161"/>
              <a:ext cx="570713" cy="8349619"/>
            </a:xfrm>
            <a:prstGeom prst="round2SameRect">
              <a:avLst>
                <a:gd fmla="val 16667" name="adj1"/>
                <a:gd fmla="val 0" name="adj2"/>
              </a:avLst>
            </a:prstGeom>
            <a:solidFill>
              <a:schemeClr val="lt1">
                <a:alpha val="89803"/>
              </a:schemeClr>
            </a:solidFill>
            <a:ln cap="flat" cmpd="sng" w="12700">
              <a:solidFill>
                <a:srgbClr val="24CE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0"/>
            <p:cNvSpPr txBox="1"/>
            <p:nvPr/>
          </p:nvSpPr>
          <p:spPr>
            <a:xfrm>
              <a:off x="614614" y="851152"/>
              <a:ext cx="8321759" cy="514993"/>
            </a:xfrm>
            <a:prstGeom prst="rect">
              <a:avLst/>
            </a:prstGeom>
            <a:noFill/>
            <a:ln>
              <a:noFill/>
            </a:ln>
          </p:spPr>
          <p:txBody>
            <a:bodyPr anchorCtr="0" anchor="ctr" bIns="17775" lIns="199125" spcFirstLastPara="1" rIns="17775" wrap="square" tIns="17775">
              <a:noAutofit/>
            </a:bodyPr>
            <a:lstStyle/>
            <a:p>
              <a:pPr indent="-285750" lvl="1" marL="285750" marR="0" rtl="0" algn="l">
                <a:lnSpc>
                  <a:spcPct val="90000"/>
                </a:lnSpc>
                <a:spcBef>
                  <a:spcPts val="0"/>
                </a:spcBef>
                <a:spcAft>
                  <a:spcPts val="0"/>
                </a:spcAft>
                <a:buClr>
                  <a:schemeClr val="dk1"/>
                </a:buClr>
                <a:buSzPts val="2800"/>
                <a:buFont typeface="Century Gothic"/>
                <a:buChar char="•"/>
              </a:pPr>
              <a:r>
                <a:rPr b="0" i="0" lang="hr-HR" sz="2800" u="none" cap="none" strike="noStrike">
                  <a:solidFill>
                    <a:schemeClr val="dk1"/>
                  </a:solidFill>
                  <a:latin typeface="Century Gothic"/>
                  <a:ea typeface="Century Gothic"/>
                  <a:cs typeface="Century Gothic"/>
                  <a:sym typeface="Century Gothic"/>
                </a:rPr>
                <a:t>ANGLIKANSKA CRKVA</a:t>
              </a:r>
              <a:endParaRPr/>
            </a:p>
          </p:txBody>
        </p:sp>
        <p:sp>
          <p:nvSpPr>
            <p:cNvPr id="362" name="Google Shape;362;p30"/>
            <p:cNvSpPr/>
            <p:nvPr/>
          </p:nvSpPr>
          <p:spPr>
            <a:xfrm rot="5400000">
              <a:off x="-131703" y="1763246"/>
              <a:ext cx="878021" cy="614614"/>
            </a:xfrm>
            <a:prstGeom prst="chevron">
              <a:avLst>
                <a:gd fmla="val 50000" name="adj"/>
              </a:avLst>
            </a:prstGeom>
            <a:solidFill>
              <a:schemeClr val="accent4"/>
            </a:solidFill>
            <a:ln cap="flat" cmpd="sng" w="127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30"/>
            <p:cNvSpPr txBox="1"/>
            <p:nvPr/>
          </p:nvSpPr>
          <p:spPr>
            <a:xfrm>
              <a:off x="1" y="1938849"/>
              <a:ext cx="614614" cy="263407"/>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dk1"/>
                </a:buClr>
                <a:buSzPts val="1600"/>
                <a:buFont typeface="Century Gothic"/>
                <a:buNone/>
              </a:pPr>
              <a:r>
                <a:rPr b="1" lang="hr-HR" sz="1600">
                  <a:solidFill>
                    <a:schemeClr val="dk1"/>
                  </a:solidFill>
                  <a:latin typeface="Century Gothic"/>
                  <a:ea typeface="Century Gothic"/>
                  <a:cs typeface="Century Gothic"/>
                  <a:sym typeface="Century Gothic"/>
                </a:rPr>
                <a:t>1540.</a:t>
              </a:r>
              <a:endParaRPr/>
            </a:p>
          </p:txBody>
        </p:sp>
        <p:sp>
          <p:nvSpPr>
            <p:cNvPr id="364" name="Google Shape;364;p30"/>
            <p:cNvSpPr/>
            <p:nvPr/>
          </p:nvSpPr>
          <p:spPr>
            <a:xfrm rot="5400000">
              <a:off x="4504067" y="-2257909"/>
              <a:ext cx="570713" cy="8349619"/>
            </a:xfrm>
            <a:prstGeom prst="round2SameRect">
              <a:avLst>
                <a:gd fmla="val 16667" name="adj1"/>
                <a:gd fmla="val 0" name="adj2"/>
              </a:avLst>
            </a:prstGeom>
            <a:solidFill>
              <a:schemeClr val="lt1">
                <a:alpha val="89803"/>
              </a:schemeClr>
            </a:solidFill>
            <a:ln cap="flat" cmpd="sng" w="127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30"/>
            <p:cNvSpPr txBox="1"/>
            <p:nvPr/>
          </p:nvSpPr>
          <p:spPr>
            <a:xfrm>
              <a:off x="614614" y="1659404"/>
              <a:ext cx="8321759" cy="514993"/>
            </a:xfrm>
            <a:prstGeom prst="rect">
              <a:avLst/>
            </a:prstGeom>
            <a:noFill/>
            <a:ln>
              <a:noFill/>
            </a:ln>
          </p:spPr>
          <p:txBody>
            <a:bodyPr anchorCtr="0" anchor="ctr" bIns="20300" lIns="227575" spcFirstLastPara="1" rIns="20300" wrap="square" tIns="20300">
              <a:noAutofit/>
            </a:bodyPr>
            <a:lstStyle/>
            <a:p>
              <a:pPr indent="-285750" lvl="1" marL="285750" marR="0" rtl="0" algn="l">
                <a:lnSpc>
                  <a:spcPct val="90000"/>
                </a:lnSpc>
                <a:spcBef>
                  <a:spcPts val="0"/>
                </a:spcBef>
                <a:spcAft>
                  <a:spcPts val="0"/>
                </a:spcAft>
                <a:buClr>
                  <a:schemeClr val="dk1"/>
                </a:buClr>
                <a:buSzPts val="3200"/>
                <a:buFont typeface="Century Gothic"/>
                <a:buChar char="•"/>
              </a:pPr>
              <a:r>
                <a:rPr b="0" i="0" lang="hr-HR" sz="3200" u="none" cap="none" strike="noStrike">
                  <a:solidFill>
                    <a:schemeClr val="dk1"/>
                  </a:solidFill>
                  <a:latin typeface="Century Gothic"/>
                  <a:ea typeface="Century Gothic"/>
                  <a:cs typeface="Century Gothic"/>
                  <a:sym typeface="Century Gothic"/>
                </a:rPr>
                <a:t>ISUSOVCI</a:t>
              </a:r>
              <a:endParaRPr b="0" i="0" sz="3800" u="none" cap="none" strike="noStrike">
                <a:solidFill>
                  <a:schemeClr val="dk1"/>
                </a:solidFill>
                <a:latin typeface="Century Gothic"/>
                <a:ea typeface="Century Gothic"/>
                <a:cs typeface="Century Gothic"/>
                <a:sym typeface="Century Gothic"/>
              </a:endParaRPr>
            </a:p>
          </p:txBody>
        </p:sp>
        <p:sp>
          <p:nvSpPr>
            <p:cNvPr id="366" name="Google Shape;366;p30"/>
            <p:cNvSpPr/>
            <p:nvPr/>
          </p:nvSpPr>
          <p:spPr>
            <a:xfrm rot="5400000">
              <a:off x="-131703" y="2571498"/>
              <a:ext cx="878021" cy="614614"/>
            </a:xfrm>
            <a:prstGeom prst="chevron">
              <a:avLst>
                <a:gd fmla="val 50000" name="adj"/>
              </a:avLst>
            </a:prstGeom>
            <a:solidFill>
              <a:srgbClr val="3B8850"/>
            </a:solidFill>
            <a:ln cap="flat" cmpd="sng" w="12700">
              <a:solidFill>
                <a:srgbClr val="3B88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30"/>
            <p:cNvSpPr txBox="1"/>
            <p:nvPr/>
          </p:nvSpPr>
          <p:spPr>
            <a:xfrm>
              <a:off x="1" y="2747101"/>
              <a:ext cx="614614" cy="263407"/>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dk1"/>
                </a:buClr>
                <a:buSzPts val="1600"/>
                <a:buFont typeface="Century Gothic"/>
                <a:buNone/>
              </a:pPr>
              <a:r>
                <a:rPr b="1" lang="hr-HR" sz="1600">
                  <a:solidFill>
                    <a:schemeClr val="dk1"/>
                  </a:solidFill>
                  <a:latin typeface="Century Gothic"/>
                  <a:ea typeface="Century Gothic"/>
                  <a:cs typeface="Century Gothic"/>
                  <a:sym typeface="Century Gothic"/>
                </a:rPr>
                <a:t>1541.</a:t>
              </a:r>
              <a:endParaRPr/>
            </a:p>
          </p:txBody>
        </p:sp>
        <p:sp>
          <p:nvSpPr>
            <p:cNvPr id="368" name="Google Shape;368;p30"/>
            <p:cNvSpPr/>
            <p:nvPr/>
          </p:nvSpPr>
          <p:spPr>
            <a:xfrm rot="5400000">
              <a:off x="4504067" y="-1449656"/>
              <a:ext cx="570713" cy="8349619"/>
            </a:xfrm>
            <a:prstGeom prst="round2SameRect">
              <a:avLst>
                <a:gd fmla="val 16667" name="adj1"/>
                <a:gd fmla="val 0" name="adj2"/>
              </a:avLst>
            </a:prstGeom>
            <a:solidFill>
              <a:schemeClr val="lt1">
                <a:alpha val="89803"/>
              </a:schemeClr>
            </a:solidFill>
            <a:ln cap="flat" cmpd="sng" w="12700">
              <a:solidFill>
                <a:srgbClr val="3B88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30"/>
            <p:cNvSpPr txBox="1"/>
            <p:nvPr/>
          </p:nvSpPr>
          <p:spPr>
            <a:xfrm>
              <a:off x="614614" y="2467657"/>
              <a:ext cx="8321759" cy="514993"/>
            </a:xfrm>
            <a:prstGeom prst="rect">
              <a:avLst/>
            </a:prstGeom>
            <a:noFill/>
            <a:ln>
              <a:noFill/>
            </a:ln>
          </p:spPr>
          <p:txBody>
            <a:bodyPr anchorCtr="0" anchor="ctr" bIns="17775" lIns="199125" spcFirstLastPara="1" rIns="17775" wrap="square" tIns="17775">
              <a:noAutofit/>
            </a:bodyPr>
            <a:lstStyle/>
            <a:p>
              <a:pPr indent="-285750" lvl="1" marL="285750" marR="0" rtl="0" algn="l">
                <a:lnSpc>
                  <a:spcPct val="90000"/>
                </a:lnSpc>
                <a:spcBef>
                  <a:spcPts val="0"/>
                </a:spcBef>
                <a:spcAft>
                  <a:spcPts val="0"/>
                </a:spcAft>
                <a:buClr>
                  <a:schemeClr val="dk1"/>
                </a:buClr>
                <a:buSzPts val="2800"/>
                <a:buFont typeface="Century Gothic"/>
                <a:buChar char="•"/>
              </a:pPr>
              <a:r>
                <a:rPr b="0" i="0" lang="hr-HR" sz="2800" u="none" cap="none" strike="noStrike">
                  <a:solidFill>
                    <a:schemeClr val="dk1"/>
                  </a:solidFill>
                  <a:latin typeface="Century Gothic"/>
                  <a:ea typeface="Century Gothic"/>
                  <a:cs typeface="Century Gothic"/>
                  <a:sym typeface="Century Gothic"/>
                </a:rPr>
                <a:t>KALVINIZAM</a:t>
              </a:r>
              <a:endParaRPr/>
            </a:p>
          </p:txBody>
        </p:sp>
        <p:sp>
          <p:nvSpPr>
            <p:cNvPr id="370" name="Google Shape;370;p30"/>
            <p:cNvSpPr/>
            <p:nvPr/>
          </p:nvSpPr>
          <p:spPr>
            <a:xfrm rot="5400000">
              <a:off x="-131703" y="3379751"/>
              <a:ext cx="878021" cy="614614"/>
            </a:xfrm>
            <a:prstGeom prst="chevron">
              <a:avLst>
                <a:gd fmla="val 50000" name="adj"/>
              </a:avLst>
            </a:prstGeom>
            <a:solidFill>
              <a:srgbClr val="61A39F"/>
            </a:solidFill>
            <a:ln cap="flat" cmpd="sng" w="12700">
              <a:solidFill>
                <a:srgbClr val="61A3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30"/>
            <p:cNvSpPr txBox="1"/>
            <p:nvPr/>
          </p:nvSpPr>
          <p:spPr>
            <a:xfrm>
              <a:off x="1" y="3555354"/>
              <a:ext cx="614614" cy="263407"/>
            </a:xfrm>
            <a:prstGeom prst="rect">
              <a:avLst/>
            </a:prstGeom>
            <a:noFill/>
            <a:ln>
              <a:noFill/>
            </a:ln>
          </p:spPr>
          <p:txBody>
            <a:bodyPr anchorCtr="0" anchor="ctr" bIns="8875" lIns="8875" spcFirstLastPara="1" rIns="8875" wrap="square" tIns="8875">
              <a:noAutofit/>
            </a:bodyPr>
            <a:lstStyle/>
            <a:p>
              <a:pPr indent="0" lvl="0" marL="0" marR="0" rtl="0" algn="ctr">
                <a:lnSpc>
                  <a:spcPct val="90000"/>
                </a:lnSpc>
                <a:spcBef>
                  <a:spcPts val="0"/>
                </a:spcBef>
                <a:spcAft>
                  <a:spcPts val="0"/>
                </a:spcAft>
                <a:buClr>
                  <a:schemeClr val="dk1"/>
                </a:buClr>
                <a:buSzPts val="1400"/>
                <a:buFont typeface="Century Gothic"/>
                <a:buNone/>
              </a:pPr>
              <a:r>
                <a:rPr b="1" lang="hr-HR" sz="1400">
                  <a:solidFill>
                    <a:schemeClr val="dk1"/>
                  </a:solidFill>
                  <a:latin typeface="Century Gothic"/>
                  <a:ea typeface="Century Gothic"/>
                  <a:cs typeface="Century Gothic"/>
                  <a:sym typeface="Century Gothic"/>
                </a:rPr>
                <a:t>1545. – 1563</a:t>
              </a:r>
              <a:r>
                <a:rPr b="1" lang="hr-HR" sz="1400">
                  <a:solidFill>
                    <a:schemeClr val="lt1"/>
                  </a:solidFill>
                  <a:latin typeface="Century Gothic"/>
                  <a:ea typeface="Century Gothic"/>
                  <a:cs typeface="Century Gothic"/>
                  <a:sym typeface="Century Gothic"/>
                </a:rPr>
                <a:t>.</a:t>
              </a:r>
              <a:endParaRPr/>
            </a:p>
          </p:txBody>
        </p:sp>
        <p:sp>
          <p:nvSpPr>
            <p:cNvPr id="372" name="Google Shape;372;p30"/>
            <p:cNvSpPr/>
            <p:nvPr/>
          </p:nvSpPr>
          <p:spPr>
            <a:xfrm rot="5400000">
              <a:off x="4503917" y="-641254"/>
              <a:ext cx="571013" cy="8349619"/>
            </a:xfrm>
            <a:prstGeom prst="round2SameRect">
              <a:avLst>
                <a:gd fmla="val 16667" name="adj1"/>
                <a:gd fmla="val 0" name="adj2"/>
              </a:avLst>
            </a:prstGeom>
            <a:solidFill>
              <a:schemeClr val="lt1">
                <a:alpha val="89803"/>
              </a:schemeClr>
            </a:solidFill>
            <a:ln cap="flat" cmpd="sng" w="12700">
              <a:solidFill>
                <a:srgbClr val="61A3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30"/>
            <p:cNvSpPr txBox="1"/>
            <p:nvPr/>
          </p:nvSpPr>
          <p:spPr>
            <a:xfrm>
              <a:off x="614615" y="3275923"/>
              <a:ext cx="8321744" cy="515263"/>
            </a:xfrm>
            <a:prstGeom prst="rect">
              <a:avLst/>
            </a:prstGeom>
            <a:noFill/>
            <a:ln>
              <a:noFill/>
            </a:ln>
          </p:spPr>
          <p:txBody>
            <a:bodyPr anchorCtr="0" anchor="ctr" bIns="17775" lIns="199125" spcFirstLastPara="1" rIns="17775" wrap="square" tIns="17775">
              <a:noAutofit/>
            </a:bodyPr>
            <a:lstStyle/>
            <a:p>
              <a:pPr indent="-285750" lvl="1" marL="285750" marR="0" rtl="0" algn="l">
                <a:lnSpc>
                  <a:spcPct val="90000"/>
                </a:lnSpc>
                <a:spcBef>
                  <a:spcPts val="0"/>
                </a:spcBef>
                <a:spcAft>
                  <a:spcPts val="0"/>
                </a:spcAft>
                <a:buClr>
                  <a:schemeClr val="dk1"/>
                </a:buClr>
                <a:buSzPts val="2800"/>
                <a:buFont typeface="Century Gothic"/>
                <a:buChar char="•"/>
              </a:pPr>
              <a:r>
                <a:rPr b="1" i="0" lang="hr-HR" sz="2800" u="none" cap="none" strike="noStrike">
                  <a:solidFill>
                    <a:schemeClr val="dk1"/>
                  </a:solidFill>
                  <a:latin typeface="Century Gothic"/>
                  <a:ea typeface="Century Gothic"/>
                  <a:cs typeface="Century Gothic"/>
                  <a:sym typeface="Century Gothic"/>
                </a:rPr>
                <a:t>TRIDENTSKI KONCIL</a:t>
              </a:r>
              <a:endParaRPr/>
            </a:p>
          </p:txBody>
        </p:sp>
        <p:sp>
          <p:nvSpPr>
            <p:cNvPr id="374" name="Google Shape;374;p30"/>
            <p:cNvSpPr/>
            <p:nvPr/>
          </p:nvSpPr>
          <p:spPr>
            <a:xfrm rot="5400000">
              <a:off x="-131703" y="4188003"/>
              <a:ext cx="878021" cy="614614"/>
            </a:xfrm>
            <a:prstGeom prst="chevron">
              <a:avLst>
                <a:gd fmla="val 50000" name="adj"/>
              </a:avLst>
            </a:prstGeom>
            <a:solidFill>
              <a:srgbClr val="2383C6"/>
            </a:solidFill>
            <a:ln cap="flat" cmpd="sng" w="12700">
              <a:solidFill>
                <a:srgbClr val="2383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0"/>
            <p:cNvSpPr txBox="1"/>
            <p:nvPr/>
          </p:nvSpPr>
          <p:spPr>
            <a:xfrm>
              <a:off x="1" y="4363606"/>
              <a:ext cx="614614" cy="263407"/>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dk1"/>
                </a:buClr>
                <a:buSzPts val="1600"/>
                <a:buFont typeface="Century Gothic"/>
                <a:buNone/>
              </a:pPr>
              <a:r>
                <a:rPr b="1" lang="hr-HR" sz="1600">
                  <a:solidFill>
                    <a:schemeClr val="dk1"/>
                  </a:solidFill>
                  <a:latin typeface="Century Gothic"/>
                  <a:ea typeface="Century Gothic"/>
                  <a:cs typeface="Century Gothic"/>
                  <a:sym typeface="Century Gothic"/>
                </a:rPr>
                <a:t>1555. </a:t>
              </a:r>
              <a:endParaRPr/>
            </a:p>
          </p:txBody>
        </p:sp>
        <p:sp>
          <p:nvSpPr>
            <p:cNvPr id="376" name="Google Shape;376;p30"/>
            <p:cNvSpPr/>
            <p:nvPr/>
          </p:nvSpPr>
          <p:spPr>
            <a:xfrm rot="5400000">
              <a:off x="4504067" y="166847"/>
              <a:ext cx="570713" cy="8349619"/>
            </a:xfrm>
            <a:prstGeom prst="round2SameRect">
              <a:avLst>
                <a:gd fmla="val 16667" name="adj1"/>
                <a:gd fmla="val 0" name="adj2"/>
              </a:avLst>
            </a:prstGeom>
            <a:solidFill>
              <a:schemeClr val="lt1">
                <a:alpha val="89803"/>
              </a:schemeClr>
            </a:solidFill>
            <a:ln cap="flat" cmpd="sng" w="12700">
              <a:solidFill>
                <a:srgbClr val="2383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30"/>
            <p:cNvSpPr txBox="1"/>
            <p:nvPr/>
          </p:nvSpPr>
          <p:spPr>
            <a:xfrm>
              <a:off x="614614" y="4084160"/>
              <a:ext cx="8321759" cy="514993"/>
            </a:xfrm>
            <a:prstGeom prst="rect">
              <a:avLst/>
            </a:prstGeom>
            <a:noFill/>
            <a:ln>
              <a:noFill/>
            </a:ln>
          </p:spPr>
          <p:txBody>
            <a:bodyPr anchorCtr="0" anchor="ctr" bIns="17775" lIns="199125" spcFirstLastPara="1" rIns="17775" wrap="square" tIns="17775">
              <a:noAutofit/>
            </a:bodyPr>
            <a:lstStyle/>
            <a:p>
              <a:pPr indent="-285750" lvl="1" marL="285750" marR="0" rtl="0" algn="l">
                <a:lnSpc>
                  <a:spcPct val="90000"/>
                </a:lnSpc>
                <a:spcBef>
                  <a:spcPts val="0"/>
                </a:spcBef>
                <a:spcAft>
                  <a:spcPts val="0"/>
                </a:spcAft>
                <a:buClr>
                  <a:schemeClr val="dk1"/>
                </a:buClr>
                <a:buSzPts val="2800"/>
                <a:buFont typeface="Century Gothic"/>
                <a:buChar char="•"/>
              </a:pPr>
              <a:r>
                <a:rPr b="1" i="0" lang="hr-HR" sz="2800" u="none" cap="none" strike="noStrike">
                  <a:solidFill>
                    <a:schemeClr val="dk1"/>
                  </a:solidFill>
                  <a:latin typeface="Century Gothic"/>
                  <a:ea typeface="Century Gothic"/>
                  <a:cs typeface="Century Gothic"/>
                  <a:sym typeface="Century Gothic"/>
                </a:rPr>
                <a:t>MIR U AUGSBURGU</a:t>
              </a:r>
              <a:endParaRPr/>
            </a:p>
          </p:txBody>
        </p:sp>
        <p:sp>
          <p:nvSpPr>
            <p:cNvPr id="378" name="Google Shape;378;p30"/>
            <p:cNvSpPr/>
            <p:nvPr/>
          </p:nvSpPr>
          <p:spPr>
            <a:xfrm rot="5400000">
              <a:off x="-131703" y="4996255"/>
              <a:ext cx="878021" cy="614614"/>
            </a:xfrm>
            <a:prstGeom prst="chevron">
              <a:avLst>
                <a:gd fmla="val 50000" name="adj"/>
              </a:avLst>
            </a:prstGeom>
            <a:solidFill>
              <a:srgbClr val="24CED7"/>
            </a:solidFill>
            <a:ln cap="flat" cmpd="sng" w="12700">
              <a:solidFill>
                <a:srgbClr val="24CE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0"/>
            <p:cNvSpPr txBox="1"/>
            <p:nvPr/>
          </p:nvSpPr>
          <p:spPr>
            <a:xfrm>
              <a:off x="1" y="5171858"/>
              <a:ext cx="614614" cy="263407"/>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dk1"/>
                </a:buClr>
                <a:buSzPts val="1600"/>
                <a:buFont typeface="Century Gothic"/>
                <a:buNone/>
              </a:pPr>
              <a:r>
                <a:rPr b="1" lang="hr-HR" sz="1600">
                  <a:solidFill>
                    <a:schemeClr val="dk1"/>
                  </a:solidFill>
                  <a:latin typeface="Century Gothic"/>
                  <a:ea typeface="Century Gothic"/>
                  <a:cs typeface="Century Gothic"/>
                  <a:sym typeface="Century Gothic"/>
                </a:rPr>
                <a:t>1572.</a:t>
              </a:r>
              <a:endParaRPr/>
            </a:p>
          </p:txBody>
        </p:sp>
        <p:sp>
          <p:nvSpPr>
            <p:cNvPr id="380" name="Google Shape;380;p30"/>
            <p:cNvSpPr/>
            <p:nvPr/>
          </p:nvSpPr>
          <p:spPr>
            <a:xfrm rot="5400000">
              <a:off x="4504067" y="975099"/>
              <a:ext cx="570713" cy="8349619"/>
            </a:xfrm>
            <a:prstGeom prst="round2SameRect">
              <a:avLst>
                <a:gd fmla="val 16667" name="adj1"/>
                <a:gd fmla="val 0" name="adj2"/>
              </a:avLst>
            </a:prstGeom>
            <a:solidFill>
              <a:schemeClr val="lt1">
                <a:alpha val="89803"/>
              </a:schemeClr>
            </a:solidFill>
            <a:ln cap="flat" cmpd="sng" w="12700">
              <a:solidFill>
                <a:srgbClr val="24CE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0"/>
            <p:cNvSpPr txBox="1"/>
            <p:nvPr/>
          </p:nvSpPr>
          <p:spPr>
            <a:xfrm>
              <a:off x="614614" y="4892412"/>
              <a:ext cx="8321759" cy="514993"/>
            </a:xfrm>
            <a:prstGeom prst="rect">
              <a:avLst/>
            </a:prstGeom>
            <a:noFill/>
            <a:ln>
              <a:noFill/>
            </a:ln>
          </p:spPr>
          <p:txBody>
            <a:bodyPr anchorCtr="0" anchor="ctr" bIns="17775" lIns="199125" spcFirstLastPara="1" rIns="17775" wrap="square" tIns="17775">
              <a:noAutofit/>
            </a:bodyPr>
            <a:lstStyle/>
            <a:p>
              <a:pPr indent="-285750" lvl="1" marL="285750" marR="0" rtl="0" algn="l">
                <a:lnSpc>
                  <a:spcPct val="90000"/>
                </a:lnSpc>
                <a:spcBef>
                  <a:spcPts val="0"/>
                </a:spcBef>
                <a:spcAft>
                  <a:spcPts val="0"/>
                </a:spcAft>
                <a:buClr>
                  <a:schemeClr val="dk1"/>
                </a:buClr>
                <a:buSzPts val="2800"/>
                <a:buFont typeface="Century Gothic"/>
                <a:buChar char="•"/>
              </a:pPr>
              <a:r>
                <a:rPr b="1" i="0" lang="hr-HR" sz="2800" u="none" cap="none" strike="noStrike">
                  <a:solidFill>
                    <a:schemeClr val="dk1"/>
                  </a:solidFill>
                  <a:latin typeface="Century Gothic"/>
                  <a:ea typeface="Century Gothic"/>
                  <a:cs typeface="Century Gothic"/>
                  <a:sym typeface="Century Gothic"/>
                </a:rPr>
                <a:t>BARTOLOMEJSKA NOĆ</a:t>
              </a:r>
              <a:endParaRPr/>
            </a:p>
          </p:txBody>
        </p:sp>
        <p:sp>
          <p:nvSpPr>
            <p:cNvPr id="382" name="Google Shape;382;p30"/>
            <p:cNvSpPr/>
            <p:nvPr/>
          </p:nvSpPr>
          <p:spPr>
            <a:xfrm rot="5400000">
              <a:off x="-131703" y="5980010"/>
              <a:ext cx="878021" cy="614614"/>
            </a:xfrm>
            <a:prstGeom prst="chevron">
              <a:avLst>
                <a:gd fmla="val 50000" name="adj"/>
              </a:avLst>
            </a:prstGeom>
            <a:solidFill>
              <a:schemeClr val="accent4"/>
            </a:solidFill>
            <a:ln cap="flat" cmpd="sng" w="127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0"/>
            <p:cNvSpPr txBox="1"/>
            <p:nvPr/>
          </p:nvSpPr>
          <p:spPr>
            <a:xfrm>
              <a:off x="1" y="6155613"/>
              <a:ext cx="614614" cy="263407"/>
            </a:xfrm>
            <a:prstGeom prst="rect">
              <a:avLst/>
            </a:prstGeom>
            <a:noFill/>
            <a:ln>
              <a:noFill/>
            </a:ln>
          </p:spPr>
          <p:txBody>
            <a:bodyPr anchorCtr="0" anchor="ctr" bIns="8875" lIns="8875" spcFirstLastPara="1" rIns="8875" wrap="square" tIns="8875">
              <a:noAutofit/>
            </a:bodyPr>
            <a:lstStyle/>
            <a:p>
              <a:pPr indent="0" lvl="0" marL="0" marR="0" rtl="0" algn="ctr">
                <a:lnSpc>
                  <a:spcPct val="90000"/>
                </a:lnSpc>
                <a:spcBef>
                  <a:spcPts val="0"/>
                </a:spcBef>
                <a:spcAft>
                  <a:spcPts val="0"/>
                </a:spcAft>
                <a:buClr>
                  <a:schemeClr val="dk1"/>
                </a:buClr>
                <a:buSzPts val="1400"/>
                <a:buFont typeface="Century Gothic"/>
                <a:buNone/>
              </a:pPr>
              <a:r>
                <a:rPr b="1" lang="hr-HR" sz="1400">
                  <a:solidFill>
                    <a:schemeClr val="dk1"/>
                  </a:solidFill>
                  <a:latin typeface="Century Gothic"/>
                  <a:ea typeface="Century Gothic"/>
                  <a:cs typeface="Century Gothic"/>
                  <a:sym typeface="Century Gothic"/>
                </a:rPr>
                <a:t>1618-1648.</a:t>
              </a:r>
              <a:endParaRPr/>
            </a:p>
          </p:txBody>
        </p:sp>
        <p:sp>
          <p:nvSpPr>
            <p:cNvPr id="384" name="Google Shape;384;p30"/>
            <p:cNvSpPr/>
            <p:nvPr/>
          </p:nvSpPr>
          <p:spPr>
            <a:xfrm rot="5400000">
              <a:off x="4328564" y="1958855"/>
              <a:ext cx="921719" cy="8349619"/>
            </a:xfrm>
            <a:prstGeom prst="round2SameRect">
              <a:avLst>
                <a:gd fmla="val 16667" name="adj1"/>
                <a:gd fmla="val 0" name="adj2"/>
              </a:avLst>
            </a:prstGeom>
            <a:solidFill>
              <a:schemeClr val="lt1">
                <a:alpha val="89803"/>
              </a:schemeClr>
            </a:solidFill>
            <a:ln cap="flat" cmpd="sng" w="127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30"/>
            <p:cNvSpPr txBox="1"/>
            <p:nvPr/>
          </p:nvSpPr>
          <p:spPr>
            <a:xfrm>
              <a:off x="614615" y="5717800"/>
              <a:ext cx="8304624" cy="831729"/>
            </a:xfrm>
            <a:prstGeom prst="rect">
              <a:avLst/>
            </a:prstGeom>
            <a:noFill/>
            <a:ln>
              <a:noFill/>
            </a:ln>
          </p:spPr>
          <p:txBody>
            <a:bodyPr anchorCtr="0" anchor="ctr" bIns="17775" lIns="199125" spcFirstLastPara="1" rIns="17775" wrap="square" tIns="17775">
              <a:noAutofit/>
            </a:bodyPr>
            <a:lstStyle/>
            <a:p>
              <a:pPr indent="-285750" lvl="1" marL="285750" marR="0" rtl="0" algn="l">
                <a:lnSpc>
                  <a:spcPct val="90000"/>
                </a:lnSpc>
                <a:spcBef>
                  <a:spcPts val="0"/>
                </a:spcBef>
                <a:spcAft>
                  <a:spcPts val="0"/>
                </a:spcAft>
                <a:buClr>
                  <a:schemeClr val="dk1"/>
                </a:buClr>
                <a:buSzPts val="2800"/>
                <a:buFont typeface="Century Gothic"/>
                <a:buChar char="•"/>
              </a:pPr>
              <a:r>
                <a:rPr b="1" i="0" lang="hr-HR" sz="2800" u="none" cap="none" strike="noStrike">
                  <a:solidFill>
                    <a:schemeClr val="dk1"/>
                  </a:solidFill>
                  <a:latin typeface="Century Gothic"/>
                  <a:ea typeface="Century Gothic"/>
                  <a:cs typeface="Century Gothic"/>
                  <a:sym typeface="Century Gothic"/>
                </a:rPr>
                <a:t>TRIDESETOGODIŠNJI RAT (WESTFALSKI MIR 1648.)</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Savon">
  <a:themeElements>
    <a:clrScheme name="Savon">
      <a:dk1>
        <a:srgbClr val="000000"/>
      </a:dk1>
      <a:lt1>
        <a:srgbClr val="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2019-09-22T13:34:17Z</dcterms:created>
  <dc:creator>Erija</dc:creator>
</cp:coreProperties>
</file>