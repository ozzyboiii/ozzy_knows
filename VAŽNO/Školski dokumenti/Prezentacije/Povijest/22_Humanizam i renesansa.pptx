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9144000"/>
  <p:embeddedFontLst>
    <p:embeddedFont>
      <p:font typeface="Geo"/>
      <p:regular r:id="rId28"/>
      <p: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iLpPuYW3O/8XgUAtLaISu8fIAk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Geo-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Geo-italic.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4" name="Shape 14"/>
        <p:cNvGrpSpPr/>
        <p:nvPr/>
      </p:nvGrpSpPr>
      <p:grpSpPr>
        <a:xfrm>
          <a:off x="0" y="0"/>
          <a:ext cx="0" cy="0"/>
          <a:chOff x="0" y="0"/>
          <a:chExt cx="0" cy="0"/>
        </a:xfrm>
      </p:grpSpPr>
      <p:sp>
        <p:nvSpPr>
          <p:cNvPr id="15" name="Google Shape;15;p25"/>
          <p:cNvSpPr/>
          <p:nvPr/>
        </p:nvSpPr>
        <p:spPr>
          <a:xfrm>
            <a:off x="0" y="0"/>
            <a:ext cx="12192000" cy="68580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
              <a:ea typeface="Geo"/>
              <a:cs typeface="Geo"/>
              <a:sym typeface="Geo"/>
            </a:endParaRPr>
          </a:p>
        </p:txBody>
      </p:sp>
      <p:sp>
        <p:nvSpPr>
          <p:cNvPr id="16" name="Google Shape;16;p25"/>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5"/>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5"/>
          <p:cNvSpPr/>
          <p:nvPr/>
        </p:nvSpPr>
        <p:spPr>
          <a:xfrm>
            <a:off x="5135880" y="1267730"/>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 name="Google Shape;19;p25"/>
          <p:cNvGrpSpPr/>
          <p:nvPr/>
        </p:nvGrpSpPr>
        <p:grpSpPr>
          <a:xfrm>
            <a:off x="5250180" y="1267730"/>
            <a:ext cx="1691640" cy="615934"/>
            <a:chOff x="5250180" y="1267730"/>
            <a:chExt cx="1691640" cy="615934"/>
          </a:xfrm>
        </p:grpSpPr>
        <p:cxnSp>
          <p:nvCxnSpPr>
            <p:cNvPr id="20" name="Google Shape;20;p25"/>
            <p:cNvCxnSpPr/>
            <p:nvPr/>
          </p:nvCxnSpPr>
          <p:spPr>
            <a:xfrm>
              <a:off x="525018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21" name="Google Shape;21;p25"/>
            <p:cNvCxnSpPr/>
            <p:nvPr/>
          </p:nvCxnSpPr>
          <p:spPr>
            <a:xfrm>
              <a:off x="694182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22" name="Google Shape;22;p25"/>
            <p:cNvCxnSpPr/>
            <p:nvPr/>
          </p:nvCxnSpPr>
          <p:spPr>
            <a:xfrm>
              <a:off x="5250180" y="1883664"/>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grpSp>
      <p:sp>
        <p:nvSpPr>
          <p:cNvPr id="23" name="Google Shape;23;p25"/>
          <p:cNvSpPr txBox="1"/>
          <p:nvPr>
            <p:ph type="ctrTitle"/>
          </p:nvPr>
        </p:nvSpPr>
        <p:spPr>
          <a:xfrm>
            <a:off x="1629103" y="2244830"/>
            <a:ext cx="8933796" cy="2437232"/>
          </a:xfrm>
          <a:prstGeom prst="rect">
            <a:avLst/>
          </a:prstGeom>
          <a:noFill/>
          <a:ln>
            <a:noFill/>
          </a:ln>
        </p:spPr>
        <p:txBody>
          <a:bodyPr anchorCtr="0" anchor="ctr" bIns="45700" lIns="91425" spcFirstLastPara="1" rIns="91425" wrap="square" tIns="45700">
            <a:normAutofit/>
          </a:bodyPr>
          <a:lstStyle>
            <a:lvl1pPr lvl="0" algn="ctr">
              <a:lnSpc>
                <a:spcPct val="83000"/>
              </a:lnSpc>
              <a:spcBef>
                <a:spcPts val="0"/>
              </a:spcBef>
              <a:spcAft>
                <a:spcPts val="0"/>
              </a:spcAft>
              <a:buClr>
                <a:srgbClr val="262626"/>
              </a:buClr>
              <a:buSzPts val="6800"/>
              <a:buFont typeface="Geo"/>
              <a:buNone/>
              <a:defRPr b="0" sz="6800" cap="none">
                <a:solidFill>
                  <a:srgbClr val="262626"/>
                </a:solidFill>
                <a:latin typeface="Geo"/>
                <a:ea typeface="Geo"/>
                <a:cs typeface="Geo"/>
                <a:sym typeface="Ge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5"/>
          <p:cNvSpPr txBox="1"/>
          <p:nvPr>
            <p:ph idx="1" type="subTitle"/>
          </p:nvPr>
        </p:nvSpPr>
        <p:spPr>
          <a:xfrm>
            <a:off x="1629101" y="4682062"/>
            <a:ext cx="8936846" cy="457201"/>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0"/>
              </a:spcBef>
              <a:spcAft>
                <a:spcPts val="0"/>
              </a:spcAft>
              <a:buSzPts val="1800"/>
              <a:buNone/>
              <a:defRPr sz="1800">
                <a:solidFill>
                  <a:srgbClr val="0C0C0C"/>
                </a:solidFill>
              </a:defRPr>
            </a:lvl1pPr>
            <a:lvl2pPr lvl="1" algn="ctr">
              <a:lnSpc>
                <a:spcPct val="120000"/>
              </a:lnSpc>
              <a:spcBef>
                <a:spcPts val="500"/>
              </a:spcBef>
              <a:spcAft>
                <a:spcPts val="0"/>
              </a:spcAft>
              <a:buSzPts val="1600"/>
              <a:buNone/>
              <a:defRPr sz="1600"/>
            </a:lvl2pPr>
            <a:lvl3pPr lvl="2" algn="ctr">
              <a:lnSpc>
                <a:spcPct val="120000"/>
              </a:lnSpc>
              <a:spcBef>
                <a:spcPts val="500"/>
              </a:spcBef>
              <a:spcAft>
                <a:spcPts val="0"/>
              </a:spcAft>
              <a:buSzPts val="1600"/>
              <a:buNone/>
              <a:defRPr sz="16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00000"/>
              </a:lnSpc>
              <a:spcBef>
                <a:spcPts val="5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25" name="Google Shape;25;p25"/>
          <p:cNvSpPr txBox="1"/>
          <p:nvPr>
            <p:ph idx="10" type="dt"/>
          </p:nvPr>
        </p:nvSpPr>
        <p:spPr>
          <a:xfrm>
            <a:off x="5318760" y="1341256"/>
            <a:ext cx="1554480" cy="485546"/>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Geo"/>
                <a:ea typeface="Geo"/>
                <a:cs typeface="Geo"/>
                <a:sym typeface="Ge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5"/>
          <p:cNvSpPr txBox="1"/>
          <p:nvPr>
            <p:ph idx="11" type="ftr"/>
          </p:nvPr>
        </p:nvSpPr>
        <p:spPr>
          <a:xfrm>
            <a:off x="1629100" y="5177408"/>
            <a:ext cx="5730295"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5"/>
          <p:cNvSpPr txBox="1"/>
          <p:nvPr>
            <p:ph idx="12" type="sldNum"/>
          </p:nvPr>
        </p:nvSpPr>
        <p:spPr>
          <a:xfrm>
            <a:off x="8606920" y="5177408"/>
            <a:ext cx="1955980"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800" u="none" cap="none" strike="noStrike">
                <a:solidFill>
                  <a:srgbClr val="262626"/>
                </a:solidFill>
                <a:latin typeface="Geo"/>
                <a:ea typeface="Geo"/>
                <a:cs typeface="Geo"/>
                <a:sym typeface="Geo"/>
              </a:defRPr>
            </a:lvl1pPr>
            <a:lvl2pPr indent="0" lvl="1" marL="0" algn="r">
              <a:spcBef>
                <a:spcPts val="0"/>
              </a:spcBef>
              <a:buNone/>
              <a:defRPr b="0" i="0" sz="800" u="none" cap="none" strike="noStrike">
                <a:solidFill>
                  <a:srgbClr val="262626"/>
                </a:solidFill>
                <a:latin typeface="Geo"/>
                <a:ea typeface="Geo"/>
                <a:cs typeface="Geo"/>
                <a:sym typeface="Geo"/>
              </a:defRPr>
            </a:lvl2pPr>
            <a:lvl3pPr indent="0" lvl="2" marL="0" algn="r">
              <a:spcBef>
                <a:spcPts val="0"/>
              </a:spcBef>
              <a:buNone/>
              <a:defRPr b="0" i="0" sz="800" u="none" cap="none" strike="noStrike">
                <a:solidFill>
                  <a:srgbClr val="262626"/>
                </a:solidFill>
                <a:latin typeface="Geo"/>
                <a:ea typeface="Geo"/>
                <a:cs typeface="Geo"/>
                <a:sym typeface="Geo"/>
              </a:defRPr>
            </a:lvl3pPr>
            <a:lvl4pPr indent="0" lvl="3" marL="0" algn="r">
              <a:spcBef>
                <a:spcPts val="0"/>
              </a:spcBef>
              <a:buNone/>
              <a:defRPr b="0" i="0" sz="800" u="none" cap="none" strike="noStrike">
                <a:solidFill>
                  <a:srgbClr val="262626"/>
                </a:solidFill>
                <a:latin typeface="Geo"/>
                <a:ea typeface="Geo"/>
                <a:cs typeface="Geo"/>
                <a:sym typeface="Geo"/>
              </a:defRPr>
            </a:lvl4pPr>
            <a:lvl5pPr indent="0" lvl="4" marL="0" algn="r">
              <a:spcBef>
                <a:spcPts val="0"/>
              </a:spcBef>
              <a:buNone/>
              <a:defRPr b="0" i="0" sz="800" u="none" cap="none" strike="noStrike">
                <a:solidFill>
                  <a:srgbClr val="262626"/>
                </a:solidFill>
                <a:latin typeface="Geo"/>
                <a:ea typeface="Geo"/>
                <a:cs typeface="Geo"/>
                <a:sym typeface="Geo"/>
              </a:defRPr>
            </a:lvl5pPr>
            <a:lvl6pPr indent="0" lvl="5" marL="0" algn="r">
              <a:spcBef>
                <a:spcPts val="0"/>
              </a:spcBef>
              <a:buNone/>
              <a:defRPr b="0" i="0" sz="800" u="none" cap="none" strike="noStrike">
                <a:solidFill>
                  <a:srgbClr val="262626"/>
                </a:solidFill>
                <a:latin typeface="Geo"/>
                <a:ea typeface="Geo"/>
                <a:cs typeface="Geo"/>
                <a:sym typeface="Geo"/>
              </a:defRPr>
            </a:lvl6pPr>
            <a:lvl7pPr indent="0" lvl="6" marL="0" algn="r">
              <a:spcBef>
                <a:spcPts val="0"/>
              </a:spcBef>
              <a:buNone/>
              <a:defRPr b="0" i="0" sz="800" u="none" cap="none" strike="noStrike">
                <a:solidFill>
                  <a:srgbClr val="262626"/>
                </a:solidFill>
                <a:latin typeface="Geo"/>
                <a:ea typeface="Geo"/>
                <a:cs typeface="Geo"/>
                <a:sym typeface="Geo"/>
              </a:defRPr>
            </a:lvl7pPr>
            <a:lvl8pPr indent="0" lvl="7" marL="0" algn="r">
              <a:spcBef>
                <a:spcPts val="0"/>
              </a:spcBef>
              <a:buNone/>
              <a:defRPr b="0" i="0" sz="800" u="none" cap="none" strike="noStrike">
                <a:solidFill>
                  <a:srgbClr val="262626"/>
                </a:solidFill>
                <a:latin typeface="Geo"/>
                <a:ea typeface="Geo"/>
                <a:cs typeface="Geo"/>
                <a:sym typeface="Geo"/>
              </a:defRPr>
            </a:lvl8pPr>
            <a:lvl9pPr indent="0" lvl="8" marL="0" algn="r">
              <a:spcBef>
                <a:spcPts val="0"/>
              </a:spcBef>
              <a:buNone/>
              <a:defRPr b="0" i="0" sz="800" u="none" cap="none" strike="noStrike">
                <a:solidFill>
                  <a:srgbClr val="262626"/>
                </a:solidFill>
                <a:latin typeface="Geo"/>
                <a:ea typeface="Geo"/>
                <a:cs typeface="Geo"/>
                <a:sym typeface="Ge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2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6"/>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9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31" name="Google Shape;31;p26"/>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6"/>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6"/>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27"/>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7"/>
          <p:cNvSpPr txBox="1"/>
          <p:nvPr>
            <p:ph idx="1" type="body"/>
          </p:nvPr>
        </p:nvSpPr>
        <p:spPr>
          <a:xfrm>
            <a:off x="1066800" y="2103120"/>
            <a:ext cx="466344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900"/>
              </a:spcBef>
              <a:spcAft>
                <a:spcPts val="0"/>
              </a:spcAft>
              <a:buSzPts val="1800"/>
              <a:buChar char="◦"/>
              <a:defRPr sz="1800"/>
            </a:lvl1pPr>
            <a:lvl2pPr indent="-330200" lvl="1" marL="914400" algn="l">
              <a:lnSpc>
                <a:spcPct val="120000"/>
              </a:lnSpc>
              <a:spcBef>
                <a:spcPts val="500"/>
              </a:spcBef>
              <a:spcAft>
                <a:spcPts val="0"/>
              </a:spcAft>
              <a:buSzPts val="1600"/>
              <a:buChar char="◦"/>
              <a:defRPr sz="1600"/>
            </a:lvl2pPr>
            <a:lvl3pPr indent="-317500" lvl="2" marL="1371600" algn="l">
              <a:lnSpc>
                <a:spcPct val="120000"/>
              </a:lnSpc>
              <a:spcBef>
                <a:spcPts val="500"/>
              </a:spcBef>
              <a:spcAft>
                <a:spcPts val="0"/>
              </a:spcAft>
              <a:buSzPts val="1400"/>
              <a:buChar char="◦"/>
              <a:defRPr sz="1400"/>
            </a:lvl3pPr>
            <a:lvl4pPr indent="-317500" lvl="3" marL="1828800" algn="l">
              <a:lnSpc>
                <a:spcPct val="120000"/>
              </a:lnSpc>
              <a:spcBef>
                <a:spcPts val="500"/>
              </a:spcBef>
              <a:spcAft>
                <a:spcPts val="0"/>
              </a:spcAft>
              <a:buSzPts val="1400"/>
              <a:buChar char="◦"/>
              <a:defRPr sz="1400"/>
            </a:lvl4pPr>
            <a:lvl5pPr indent="-317500" lvl="4" marL="2286000" algn="l">
              <a:lnSpc>
                <a:spcPct val="12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37" name="Google Shape;37;p27"/>
          <p:cNvSpPr txBox="1"/>
          <p:nvPr>
            <p:ph idx="2" type="body"/>
          </p:nvPr>
        </p:nvSpPr>
        <p:spPr>
          <a:xfrm>
            <a:off x="6461760" y="2103120"/>
            <a:ext cx="466344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900"/>
              </a:spcBef>
              <a:spcAft>
                <a:spcPts val="0"/>
              </a:spcAft>
              <a:buSzPts val="1800"/>
              <a:buChar char="◦"/>
              <a:defRPr sz="1800"/>
            </a:lvl1pPr>
            <a:lvl2pPr indent="-330200" lvl="1" marL="914400" algn="l">
              <a:lnSpc>
                <a:spcPct val="120000"/>
              </a:lnSpc>
              <a:spcBef>
                <a:spcPts val="500"/>
              </a:spcBef>
              <a:spcAft>
                <a:spcPts val="0"/>
              </a:spcAft>
              <a:buSzPts val="1600"/>
              <a:buChar char="◦"/>
              <a:defRPr sz="1600"/>
            </a:lvl2pPr>
            <a:lvl3pPr indent="-317500" lvl="2" marL="1371600" algn="l">
              <a:lnSpc>
                <a:spcPct val="120000"/>
              </a:lnSpc>
              <a:spcBef>
                <a:spcPts val="500"/>
              </a:spcBef>
              <a:spcAft>
                <a:spcPts val="0"/>
              </a:spcAft>
              <a:buSzPts val="1400"/>
              <a:buChar char="◦"/>
              <a:defRPr sz="1400"/>
            </a:lvl3pPr>
            <a:lvl4pPr indent="-317500" lvl="3" marL="1828800" algn="l">
              <a:lnSpc>
                <a:spcPct val="120000"/>
              </a:lnSpc>
              <a:spcBef>
                <a:spcPts val="500"/>
              </a:spcBef>
              <a:spcAft>
                <a:spcPts val="0"/>
              </a:spcAft>
              <a:buSzPts val="1400"/>
              <a:buChar char="◦"/>
              <a:defRPr sz="1400"/>
            </a:lvl4pPr>
            <a:lvl5pPr indent="-317500" lvl="4" marL="2286000" algn="l">
              <a:lnSpc>
                <a:spcPct val="12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38" name="Google Shape;38;p27"/>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7"/>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7"/>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1" name="Shape 41"/>
        <p:cNvGrpSpPr/>
        <p:nvPr/>
      </p:nvGrpSpPr>
      <p:grpSpPr>
        <a:xfrm>
          <a:off x="0" y="0"/>
          <a:ext cx="0" cy="0"/>
          <a:chOff x="0" y="0"/>
          <a:chExt cx="0" cy="0"/>
        </a:xfrm>
      </p:grpSpPr>
      <p:sp>
        <p:nvSpPr>
          <p:cNvPr id="42" name="Google Shape;42;p28"/>
          <p:cNvSpPr/>
          <p:nvPr/>
        </p:nvSpPr>
        <p:spPr>
          <a:xfrm>
            <a:off x="0" y="0"/>
            <a:ext cx="12192000" cy="68580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sp>
        <p:nvSpPr>
          <p:cNvPr id="43" name="Google Shape;43;p28"/>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8"/>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8"/>
          <p:cNvSpPr/>
          <p:nvPr/>
        </p:nvSpPr>
        <p:spPr>
          <a:xfrm>
            <a:off x="5135880" y="1267730"/>
            <a:ext cx="1920240" cy="73152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8"/>
          <p:cNvSpPr txBox="1"/>
          <p:nvPr>
            <p:ph type="title"/>
          </p:nvPr>
        </p:nvSpPr>
        <p:spPr>
          <a:xfrm>
            <a:off x="1629156" y="2275165"/>
            <a:ext cx="8933688" cy="2406895"/>
          </a:xfrm>
          <a:prstGeom prst="rect">
            <a:avLst/>
          </a:prstGeom>
          <a:noFill/>
          <a:ln>
            <a:noFill/>
          </a:ln>
        </p:spPr>
        <p:txBody>
          <a:bodyPr anchorCtr="0" anchor="ctr" bIns="45700" lIns="91425" spcFirstLastPara="1" rIns="91425" wrap="square" tIns="45700">
            <a:normAutofit/>
          </a:bodyPr>
          <a:lstStyle>
            <a:lvl1pPr lvl="0" algn="ctr">
              <a:lnSpc>
                <a:spcPct val="83000"/>
              </a:lnSpc>
              <a:spcBef>
                <a:spcPts val="0"/>
              </a:spcBef>
              <a:spcAft>
                <a:spcPts val="0"/>
              </a:spcAft>
              <a:buClr>
                <a:srgbClr val="262626"/>
              </a:buClr>
              <a:buSzPts val="6800"/>
              <a:buFont typeface="Geo"/>
              <a:buNone/>
              <a:defRPr sz="6800" cap="none">
                <a:solidFill>
                  <a:srgbClr val="262626"/>
                </a:solidFill>
                <a:latin typeface="Geo"/>
                <a:ea typeface="Geo"/>
                <a:cs typeface="Geo"/>
                <a:sym typeface="Ge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47" name="Google Shape;47;p28"/>
          <p:cNvGrpSpPr/>
          <p:nvPr/>
        </p:nvGrpSpPr>
        <p:grpSpPr>
          <a:xfrm>
            <a:off x="5250180" y="1267730"/>
            <a:ext cx="1691640" cy="615934"/>
            <a:chOff x="5250180" y="1267730"/>
            <a:chExt cx="1691640" cy="615934"/>
          </a:xfrm>
        </p:grpSpPr>
        <p:cxnSp>
          <p:nvCxnSpPr>
            <p:cNvPr id="48" name="Google Shape;48;p28"/>
            <p:cNvCxnSpPr/>
            <p:nvPr/>
          </p:nvCxnSpPr>
          <p:spPr>
            <a:xfrm>
              <a:off x="525018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49" name="Google Shape;49;p28"/>
            <p:cNvCxnSpPr/>
            <p:nvPr/>
          </p:nvCxnSpPr>
          <p:spPr>
            <a:xfrm>
              <a:off x="694182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50" name="Google Shape;50;p28"/>
            <p:cNvCxnSpPr/>
            <p:nvPr/>
          </p:nvCxnSpPr>
          <p:spPr>
            <a:xfrm>
              <a:off x="5250180" y="1883664"/>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grpSp>
      <p:sp>
        <p:nvSpPr>
          <p:cNvPr id="51" name="Google Shape;51;p28"/>
          <p:cNvSpPr txBox="1"/>
          <p:nvPr>
            <p:ph idx="1" type="body"/>
          </p:nvPr>
        </p:nvSpPr>
        <p:spPr>
          <a:xfrm>
            <a:off x="1629156" y="4682062"/>
            <a:ext cx="8939784" cy="457200"/>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900"/>
              </a:spcBef>
              <a:spcAft>
                <a:spcPts val="0"/>
              </a:spcAft>
              <a:buSzPts val="1800"/>
              <a:buNone/>
              <a:defRPr sz="1800">
                <a:solidFill>
                  <a:srgbClr val="0C0C0C"/>
                </a:solidFill>
              </a:defRPr>
            </a:lvl1pPr>
            <a:lvl2pPr indent="-228600" lvl="1" marL="914400" algn="l">
              <a:lnSpc>
                <a:spcPct val="120000"/>
              </a:lnSpc>
              <a:spcBef>
                <a:spcPts val="500"/>
              </a:spcBef>
              <a:spcAft>
                <a:spcPts val="0"/>
              </a:spcAft>
              <a:buSzPts val="1600"/>
              <a:buNone/>
              <a:defRPr sz="1600">
                <a:solidFill>
                  <a:srgbClr val="888888"/>
                </a:solidFill>
              </a:defRPr>
            </a:lvl2pPr>
            <a:lvl3pPr indent="-228600" lvl="2" marL="1371600" algn="l">
              <a:lnSpc>
                <a:spcPct val="120000"/>
              </a:lnSpc>
              <a:spcBef>
                <a:spcPts val="500"/>
              </a:spcBef>
              <a:spcAft>
                <a:spcPts val="0"/>
              </a:spcAft>
              <a:buSzPts val="1600"/>
              <a:buNone/>
              <a:defRPr sz="1600">
                <a:solidFill>
                  <a:srgbClr val="888888"/>
                </a:solidFill>
              </a:defRPr>
            </a:lvl3pPr>
            <a:lvl4pPr indent="-228600" lvl="3" marL="1828800" algn="l">
              <a:lnSpc>
                <a:spcPct val="120000"/>
              </a:lnSpc>
              <a:spcBef>
                <a:spcPts val="500"/>
              </a:spcBef>
              <a:spcAft>
                <a:spcPts val="0"/>
              </a:spcAft>
              <a:buSzPts val="1400"/>
              <a:buNone/>
              <a:defRPr sz="1400">
                <a:solidFill>
                  <a:srgbClr val="888888"/>
                </a:solidFill>
              </a:defRPr>
            </a:lvl4pPr>
            <a:lvl5pPr indent="-228600" lvl="4" marL="2286000" algn="l">
              <a:lnSpc>
                <a:spcPct val="120000"/>
              </a:lnSpc>
              <a:spcBef>
                <a:spcPts val="500"/>
              </a:spcBef>
              <a:spcAft>
                <a:spcPts val="0"/>
              </a:spcAft>
              <a:buSzPts val="1400"/>
              <a:buNone/>
              <a:defRPr sz="1400">
                <a:solidFill>
                  <a:srgbClr val="888888"/>
                </a:solidFill>
              </a:defRPr>
            </a:lvl5pPr>
            <a:lvl6pPr indent="-228600" lvl="5" marL="2743200" algn="l">
              <a:lnSpc>
                <a:spcPct val="100000"/>
              </a:lnSpc>
              <a:spcBef>
                <a:spcPts val="500"/>
              </a:spcBef>
              <a:spcAft>
                <a:spcPts val="0"/>
              </a:spcAft>
              <a:buSzPts val="1400"/>
              <a:buNone/>
              <a:defRPr sz="1400">
                <a:solidFill>
                  <a:srgbClr val="888888"/>
                </a:solidFill>
              </a:defRPr>
            </a:lvl6pPr>
            <a:lvl7pPr indent="-228600" lvl="6" marL="3200400" algn="l">
              <a:lnSpc>
                <a:spcPct val="100000"/>
              </a:lnSpc>
              <a:spcBef>
                <a:spcPts val="500"/>
              </a:spcBef>
              <a:spcAft>
                <a:spcPts val="0"/>
              </a:spcAft>
              <a:buSzPts val="1400"/>
              <a:buNone/>
              <a:defRPr sz="1400">
                <a:solidFill>
                  <a:srgbClr val="888888"/>
                </a:solidFill>
              </a:defRPr>
            </a:lvl7pPr>
            <a:lvl8pPr indent="-228600" lvl="7" marL="3657600" algn="l">
              <a:lnSpc>
                <a:spcPct val="100000"/>
              </a:lnSpc>
              <a:spcBef>
                <a:spcPts val="500"/>
              </a:spcBef>
              <a:spcAft>
                <a:spcPts val="0"/>
              </a:spcAft>
              <a:buSzPts val="1400"/>
              <a:buNone/>
              <a:defRPr sz="1400">
                <a:solidFill>
                  <a:srgbClr val="888888"/>
                </a:solidFill>
              </a:defRPr>
            </a:lvl8pPr>
            <a:lvl9pPr indent="-228600" lvl="8" marL="4114800" algn="l">
              <a:lnSpc>
                <a:spcPct val="100000"/>
              </a:lnSpc>
              <a:spcBef>
                <a:spcPts val="500"/>
              </a:spcBef>
              <a:spcAft>
                <a:spcPts val="0"/>
              </a:spcAft>
              <a:buSzPts val="1400"/>
              <a:buNone/>
              <a:defRPr sz="1400">
                <a:solidFill>
                  <a:srgbClr val="888888"/>
                </a:solidFill>
              </a:defRPr>
            </a:lvl9pPr>
          </a:lstStyle>
          <a:p/>
        </p:txBody>
      </p:sp>
      <p:sp>
        <p:nvSpPr>
          <p:cNvPr id="52" name="Google Shape;52;p28"/>
          <p:cNvSpPr txBox="1"/>
          <p:nvPr>
            <p:ph idx="10" type="dt"/>
          </p:nvPr>
        </p:nvSpPr>
        <p:spPr>
          <a:xfrm>
            <a:off x="5318760" y="1344502"/>
            <a:ext cx="1554480" cy="498781"/>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Geo"/>
                <a:ea typeface="Geo"/>
                <a:cs typeface="Geo"/>
                <a:sym typeface="Ge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p:nvPr>
            <p:ph idx="11" type="ftr"/>
          </p:nvPr>
        </p:nvSpPr>
        <p:spPr>
          <a:xfrm>
            <a:off x="1629157" y="5177408"/>
            <a:ext cx="5660134"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8"/>
          <p:cNvSpPr txBox="1"/>
          <p:nvPr>
            <p:ph idx="12" type="sldNum"/>
          </p:nvPr>
        </p:nvSpPr>
        <p:spPr>
          <a:xfrm>
            <a:off x="8604504" y="5177408"/>
            <a:ext cx="1958339"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800">
                <a:solidFill>
                  <a:srgbClr val="262626"/>
                </a:solidFill>
                <a:latin typeface="Geo"/>
                <a:ea typeface="Geo"/>
                <a:cs typeface="Geo"/>
                <a:sym typeface="Geo"/>
              </a:defRPr>
            </a:lvl1pPr>
            <a:lvl2pPr indent="0" lvl="1" marL="0" algn="r">
              <a:spcBef>
                <a:spcPts val="0"/>
              </a:spcBef>
              <a:buNone/>
              <a:defRPr sz="800">
                <a:solidFill>
                  <a:srgbClr val="262626"/>
                </a:solidFill>
                <a:latin typeface="Geo"/>
                <a:ea typeface="Geo"/>
                <a:cs typeface="Geo"/>
                <a:sym typeface="Geo"/>
              </a:defRPr>
            </a:lvl2pPr>
            <a:lvl3pPr indent="0" lvl="2" marL="0" algn="r">
              <a:spcBef>
                <a:spcPts val="0"/>
              </a:spcBef>
              <a:buNone/>
              <a:defRPr sz="800">
                <a:solidFill>
                  <a:srgbClr val="262626"/>
                </a:solidFill>
                <a:latin typeface="Geo"/>
                <a:ea typeface="Geo"/>
                <a:cs typeface="Geo"/>
                <a:sym typeface="Geo"/>
              </a:defRPr>
            </a:lvl3pPr>
            <a:lvl4pPr indent="0" lvl="3" marL="0" algn="r">
              <a:spcBef>
                <a:spcPts val="0"/>
              </a:spcBef>
              <a:buNone/>
              <a:defRPr sz="800">
                <a:solidFill>
                  <a:srgbClr val="262626"/>
                </a:solidFill>
                <a:latin typeface="Geo"/>
                <a:ea typeface="Geo"/>
                <a:cs typeface="Geo"/>
                <a:sym typeface="Geo"/>
              </a:defRPr>
            </a:lvl4pPr>
            <a:lvl5pPr indent="0" lvl="4" marL="0" algn="r">
              <a:spcBef>
                <a:spcPts val="0"/>
              </a:spcBef>
              <a:buNone/>
              <a:defRPr sz="800">
                <a:solidFill>
                  <a:srgbClr val="262626"/>
                </a:solidFill>
                <a:latin typeface="Geo"/>
                <a:ea typeface="Geo"/>
                <a:cs typeface="Geo"/>
                <a:sym typeface="Geo"/>
              </a:defRPr>
            </a:lvl5pPr>
            <a:lvl6pPr indent="0" lvl="5" marL="0" algn="r">
              <a:spcBef>
                <a:spcPts val="0"/>
              </a:spcBef>
              <a:buNone/>
              <a:defRPr sz="800">
                <a:solidFill>
                  <a:srgbClr val="262626"/>
                </a:solidFill>
                <a:latin typeface="Geo"/>
                <a:ea typeface="Geo"/>
                <a:cs typeface="Geo"/>
                <a:sym typeface="Geo"/>
              </a:defRPr>
            </a:lvl6pPr>
            <a:lvl7pPr indent="0" lvl="6" marL="0" algn="r">
              <a:spcBef>
                <a:spcPts val="0"/>
              </a:spcBef>
              <a:buNone/>
              <a:defRPr sz="800">
                <a:solidFill>
                  <a:srgbClr val="262626"/>
                </a:solidFill>
                <a:latin typeface="Geo"/>
                <a:ea typeface="Geo"/>
                <a:cs typeface="Geo"/>
                <a:sym typeface="Geo"/>
              </a:defRPr>
            </a:lvl7pPr>
            <a:lvl8pPr indent="0" lvl="7" marL="0" algn="r">
              <a:spcBef>
                <a:spcPts val="0"/>
              </a:spcBef>
              <a:buNone/>
              <a:defRPr sz="800">
                <a:solidFill>
                  <a:srgbClr val="262626"/>
                </a:solidFill>
                <a:latin typeface="Geo"/>
                <a:ea typeface="Geo"/>
                <a:cs typeface="Geo"/>
                <a:sym typeface="Geo"/>
              </a:defRPr>
            </a:lvl8pPr>
            <a:lvl9pPr indent="0" lvl="8" marL="0" algn="r">
              <a:spcBef>
                <a:spcPts val="0"/>
              </a:spcBef>
              <a:buNone/>
              <a:defRPr sz="800">
                <a:solidFill>
                  <a:srgbClr val="262626"/>
                </a:solidFill>
                <a:latin typeface="Geo"/>
                <a:ea typeface="Geo"/>
                <a:cs typeface="Geo"/>
                <a:sym typeface="Ge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29"/>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9"/>
          <p:cNvSpPr txBox="1"/>
          <p:nvPr>
            <p:ph idx="1" type="body"/>
          </p:nvPr>
        </p:nvSpPr>
        <p:spPr>
          <a:xfrm>
            <a:off x="1069848" y="2074334"/>
            <a:ext cx="466344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0"/>
              </a:spcBef>
              <a:spcAft>
                <a:spcPts val="0"/>
              </a:spcAft>
              <a:buSzPts val="1900"/>
              <a:buNone/>
              <a:defRPr b="1" i="0" sz="1900">
                <a:solidFill>
                  <a:schemeClr val="dk1"/>
                </a:solidFill>
                <a:latin typeface="Geo"/>
                <a:ea typeface="Geo"/>
                <a:cs typeface="Geo"/>
                <a:sym typeface="Geo"/>
              </a:defRPr>
            </a:lvl1pPr>
            <a:lvl2pPr indent="-228600" lvl="1" marL="914400" algn="l">
              <a:lnSpc>
                <a:spcPct val="120000"/>
              </a:lnSpc>
              <a:spcBef>
                <a:spcPts val="500"/>
              </a:spcBef>
              <a:spcAft>
                <a:spcPts val="0"/>
              </a:spcAft>
              <a:buSzPts val="1800"/>
              <a:buNone/>
              <a:defRPr b="1" sz="18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58" name="Google Shape;58;p29"/>
          <p:cNvSpPr txBox="1"/>
          <p:nvPr>
            <p:ph idx="2" type="body"/>
          </p:nvPr>
        </p:nvSpPr>
        <p:spPr>
          <a:xfrm>
            <a:off x="1069848" y="2792472"/>
            <a:ext cx="4663440" cy="316382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900"/>
              </a:spcBef>
              <a:spcAft>
                <a:spcPts val="0"/>
              </a:spcAft>
              <a:buSzPts val="1800"/>
              <a:buChar char="◦"/>
              <a:defRPr sz="1800"/>
            </a:lvl1pPr>
            <a:lvl2pPr indent="-330200" lvl="1" marL="914400" algn="l">
              <a:lnSpc>
                <a:spcPct val="120000"/>
              </a:lnSpc>
              <a:spcBef>
                <a:spcPts val="500"/>
              </a:spcBef>
              <a:spcAft>
                <a:spcPts val="0"/>
              </a:spcAft>
              <a:buSzPts val="1600"/>
              <a:buChar char="◦"/>
              <a:defRPr sz="1600"/>
            </a:lvl2pPr>
            <a:lvl3pPr indent="-317500" lvl="2" marL="1371600" algn="l">
              <a:lnSpc>
                <a:spcPct val="120000"/>
              </a:lnSpc>
              <a:spcBef>
                <a:spcPts val="500"/>
              </a:spcBef>
              <a:spcAft>
                <a:spcPts val="0"/>
              </a:spcAft>
              <a:buSzPts val="1400"/>
              <a:buChar char="◦"/>
              <a:defRPr sz="1400"/>
            </a:lvl3pPr>
            <a:lvl4pPr indent="-317500" lvl="3" marL="1828800" algn="l">
              <a:lnSpc>
                <a:spcPct val="120000"/>
              </a:lnSpc>
              <a:spcBef>
                <a:spcPts val="500"/>
              </a:spcBef>
              <a:spcAft>
                <a:spcPts val="0"/>
              </a:spcAft>
              <a:buSzPts val="1400"/>
              <a:buChar char="◦"/>
              <a:defRPr sz="1400"/>
            </a:lvl4pPr>
            <a:lvl5pPr indent="-317500" lvl="4" marL="2286000" algn="l">
              <a:lnSpc>
                <a:spcPct val="12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59" name="Google Shape;59;p29"/>
          <p:cNvSpPr txBox="1"/>
          <p:nvPr>
            <p:ph idx="3" type="body"/>
          </p:nvPr>
        </p:nvSpPr>
        <p:spPr>
          <a:xfrm>
            <a:off x="6458712" y="2074334"/>
            <a:ext cx="466344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0"/>
              </a:spcBef>
              <a:spcAft>
                <a:spcPts val="0"/>
              </a:spcAft>
              <a:buSzPts val="1900"/>
              <a:buNone/>
              <a:defRPr b="1" sz="1900">
                <a:solidFill>
                  <a:schemeClr val="dk1"/>
                </a:solidFill>
              </a:defRPr>
            </a:lvl1pPr>
            <a:lvl2pPr indent="-228600" lvl="1" marL="914400" algn="l">
              <a:lnSpc>
                <a:spcPct val="120000"/>
              </a:lnSpc>
              <a:spcBef>
                <a:spcPts val="500"/>
              </a:spcBef>
              <a:spcAft>
                <a:spcPts val="0"/>
              </a:spcAft>
              <a:buSzPts val="1800"/>
              <a:buNone/>
              <a:defRPr b="1" sz="18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60" name="Google Shape;60;p29"/>
          <p:cNvSpPr txBox="1"/>
          <p:nvPr>
            <p:ph idx="4" type="body"/>
          </p:nvPr>
        </p:nvSpPr>
        <p:spPr>
          <a:xfrm>
            <a:off x="6458712" y="2792471"/>
            <a:ext cx="4663440" cy="316450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900"/>
              </a:spcBef>
              <a:spcAft>
                <a:spcPts val="0"/>
              </a:spcAft>
              <a:buSzPts val="1800"/>
              <a:buChar char="◦"/>
              <a:defRPr sz="1800"/>
            </a:lvl1pPr>
            <a:lvl2pPr indent="-330200" lvl="1" marL="914400" algn="l">
              <a:lnSpc>
                <a:spcPct val="120000"/>
              </a:lnSpc>
              <a:spcBef>
                <a:spcPts val="500"/>
              </a:spcBef>
              <a:spcAft>
                <a:spcPts val="0"/>
              </a:spcAft>
              <a:buSzPts val="1600"/>
              <a:buChar char="◦"/>
              <a:defRPr sz="1600"/>
            </a:lvl2pPr>
            <a:lvl3pPr indent="-317500" lvl="2" marL="1371600" algn="l">
              <a:lnSpc>
                <a:spcPct val="120000"/>
              </a:lnSpc>
              <a:spcBef>
                <a:spcPts val="500"/>
              </a:spcBef>
              <a:spcAft>
                <a:spcPts val="0"/>
              </a:spcAft>
              <a:buSzPts val="1400"/>
              <a:buChar char="◦"/>
              <a:defRPr sz="1400"/>
            </a:lvl3pPr>
            <a:lvl4pPr indent="-317500" lvl="3" marL="1828800" algn="l">
              <a:lnSpc>
                <a:spcPct val="120000"/>
              </a:lnSpc>
              <a:spcBef>
                <a:spcPts val="500"/>
              </a:spcBef>
              <a:spcAft>
                <a:spcPts val="0"/>
              </a:spcAft>
              <a:buSzPts val="1400"/>
              <a:buChar char="◦"/>
              <a:defRPr sz="1400"/>
            </a:lvl4pPr>
            <a:lvl5pPr indent="-317500" lvl="4" marL="2286000" algn="l">
              <a:lnSpc>
                <a:spcPct val="12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61" name="Google Shape;61;p29"/>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9"/>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9"/>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30"/>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30"/>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0"/>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31"/>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1"/>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3" name="Shape 73"/>
        <p:cNvGrpSpPr/>
        <p:nvPr/>
      </p:nvGrpSpPr>
      <p:grpSpPr>
        <a:xfrm>
          <a:off x="0" y="0"/>
          <a:ext cx="0" cy="0"/>
          <a:chOff x="0" y="0"/>
          <a:chExt cx="0" cy="0"/>
        </a:xfrm>
      </p:grpSpPr>
      <p:sp>
        <p:nvSpPr>
          <p:cNvPr id="74" name="Google Shape;74;p32"/>
          <p:cNvSpPr/>
          <p:nvPr/>
        </p:nvSpPr>
        <p:spPr>
          <a:xfrm>
            <a:off x="8119870" y="237744"/>
            <a:ext cx="3826596" cy="6382512"/>
          </a:xfrm>
          <a:prstGeom prst="rect">
            <a:avLst/>
          </a:prstGeom>
          <a:solidFill>
            <a:srgbClr val="D8D8D8">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2"/>
          <p:cNvSpPr/>
          <p:nvPr/>
        </p:nvSpPr>
        <p:spPr>
          <a:xfrm>
            <a:off x="8254660" y="374904"/>
            <a:ext cx="3557016"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2"/>
          <p:cNvSpPr txBox="1"/>
          <p:nvPr>
            <p:ph type="title"/>
          </p:nvPr>
        </p:nvSpPr>
        <p:spPr>
          <a:xfrm>
            <a:off x="8458200" y="607392"/>
            <a:ext cx="3161963" cy="164592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Geo"/>
              <a:buNone/>
              <a:defRPr b="0" sz="3200" cap="none">
                <a:solidFill>
                  <a:schemeClr val="dk1"/>
                </a:solidFill>
                <a:latin typeface="Geo"/>
                <a:ea typeface="Geo"/>
                <a:cs typeface="Geo"/>
                <a:sym typeface="Ge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2"/>
          <p:cNvSpPr txBox="1"/>
          <p:nvPr>
            <p:ph idx="1" type="body"/>
          </p:nvPr>
        </p:nvSpPr>
        <p:spPr>
          <a:xfrm>
            <a:off x="685800" y="609600"/>
            <a:ext cx="6858000" cy="5334000"/>
          </a:xfrm>
          <a:prstGeom prst="rect">
            <a:avLst/>
          </a:prstGeom>
          <a:noFill/>
          <a:ln>
            <a:noFill/>
          </a:ln>
        </p:spPr>
        <p:txBody>
          <a:bodyPr anchorCtr="0" anchor="t" bIns="45700" lIns="91425" spcFirstLastPara="1" rIns="91425" wrap="square" tIns="45700">
            <a:normAutofit/>
          </a:bodyPr>
          <a:lstStyle>
            <a:lvl1pPr indent="-349250" lvl="0" marL="457200" algn="l">
              <a:lnSpc>
                <a:spcPct val="120000"/>
              </a:lnSpc>
              <a:spcBef>
                <a:spcPts val="900"/>
              </a:spcBef>
              <a:spcAft>
                <a:spcPts val="0"/>
              </a:spcAft>
              <a:buSzPts val="1900"/>
              <a:buChar char="◦"/>
              <a:defRPr sz="1900"/>
            </a:lvl1pPr>
            <a:lvl2pPr indent="-330200" lvl="1" marL="914400" algn="l">
              <a:lnSpc>
                <a:spcPct val="120000"/>
              </a:lnSpc>
              <a:spcBef>
                <a:spcPts val="500"/>
              </a:spcBef>
              <a:spcAft>
                <a:spcPts val="0"/>
              </a:spcAft>
              <a:buSzPts val="1600"/>
              <a:buChar char="◦"/>
              <a:defRPr sz="1600"/>
            </a:lvl2pPr>
            <a:lvl3pPr indent="-317500" lvl="2" marL="1371600" algn="l">
              <a:lnSpc>
                <a:spcPct val="120000"/>
              </a:lnSpc>
              <a:spcBef>
                <a:spcPts val="500"/>
              </a:spcBef>
              <a:spcAft>
                <a:spcPts val="0"/>
              </a:spcAft>
              <a:buSzPts val="1400"/>
              <a:buChar char="◦"/>
              <a:defRPr sz="1400"/>
            </a:lvl3pPr>
            <a:lvl4pPr indent="-317500" lvl="3" marL="1828800" algn="l">
              <a:lnSpc>
                <a:spcPct val="120000"/>
              </a:lnSpc>
              <a:spcBef>
                <a:spcPts val="500"/>
              </a:spcBef>
              <a:spcAft>
                <a:spcPts val="0"/>
              </a:spcAft>
              <a:buSzPts val="1400"/>
              <a:buChar char="◦"/>
              <a:defRPr sz="1400"/>
            </a:lvl4pPr>
            <a:lvl5pPr indent="-317500" lvl="4" marL="2286000" algn="l">
              <a:lnSpc>
                <a:spcPct val="12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78" name="Google Shape;78;p32"/>
          <p:cNvSpPr txBox="1"/>
          <p:nvPr>
            <p:ph idx="2" type="body"/>
          </p:nvPr>
        </p:nvSpPr>
        <p:spPr>
          <a:xfrm>
            <a:off x="8458200" y="2336800"/>
            <a:ext cx="3161963" cy="36068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800"/>
              <a:buNone/>
              <a:defRPr sz="1800">
                <a:solidFill>
                  <a:schemeClr val="dk1"/>
                </a:solidFill>
              </a:defRPr>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79" name="Google Shape;79;p32"/>
          <p:cNvSpPr txBox="1"/>
          <p:nvPr>
            <p:ph idx="10" type="dt"/>
          </p:nvPr>
        </p:nvSpPr>
        <p:spPr>
          <a:xfrm>
            <a:off x="5588000" y="6035040"/>
            <a:ext cx="1955800"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2"/>
          <p:cNvSpPr txBox="1"/>
          <p:nvPr>
            <p:ph idx="11" type="ftr"/>
          </p:nvPr>
        </p:nvSpPr>
        <p:spPr>
          <a:xfrm>
            <a:off x="685801" y="6035040"/>
            <a:ext cx="45847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2"/>
          <p:cNvSpPr txBox="1"/>
          <p:nvPr>
            <p:ph idx="12" type="sldNum"/>
          </p:nvPr>
        </p:nvSpPr>
        <p:spPr>
          <a:xfrm>
            <a:off x="10396728" y="6035040"/>
            <a:ext cx="1223435"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800">
                <a:solidFill>
                  <a:srgbClr val="262626"/>
                </a:solidFill>
                <a:latin typeface="Geo"/>
                <a:ea typeface="Geo"/>
                <a:cs typeface="Geo"/>
                <a:sym typeface="Geo"/>
              </a:defRPr>
            </a:lvl1pPr>
            <a:lvl2pPr indent="0" lvl="1" marL="0" algn="r">
              <a:spcBef>
                <a:spcPts val="0"/>
              </a:spcBef>
              <a:buNone/>
              <a:defRPr sz="800">
                <a:solidFill>
                  <a:srgbClr val="262626"/>
                </a:solidFill>
                <a:latin typeface="Geo"/>
                <a:ea typeface="Geo"/>
                <a:cs typeface="Geo"/>
                <a:sym typeface="Geo"/>
              </a:defRPr>
            </a:lvl2pPr>
            <a:lvl3pPr indent="0" lvl="2" marL="0" algn="r">
              <a:spcBef>
                <a:spcPts val="0"/>
              </a:spcBef>
              <a:buNone/>
              <a:defRPr sz="800">
                <a:solidFill>
                  <a:srgbClr val="262626"/>
                </a:solidFill>
                <a:latin typeface="Geo"/>
                <a:ea typeface="Geo"/>
                <a:cs typeface="Geo"/>
                <a:sym typeface="Geo"/>
              </a:defRPr>
            </a:lvl3pPr>
            <a:lvl4pPr indent="0" lvl="3" marL="0" algn="r">
              <a:spcBef>
                <a:spcPts val="0"/>
              </a:spcBef>
              <a:buNone/>
              <a:defRPr sz="800">
                <a:solidFill>
                  <a:srgbClr val="262626"/>
                </a:solidFill>
                <a:latin typeface="Geo"/>
                <a:ea typeface="Geo"/>
                <a:cs typeface="Geo"/>
                <a:sym typeface="Geo"/>
              </a:defRPr>
            </a:lvl4pPr>
            <a:lvl5pPr indent="0" lvl="4" marL="0" algn="r">
              <a:spcBef>
                <a:spcPts val="0"/>
              </a:spcBef>
              <a:buNone/>
              <a:defRPr sz="800">
                <a:solidFill>
                  <a:srgbClr val="262626"/>
                </a:solidFill>
                <a:latin typeface="Geo"/>
                <a:ea typeface="Geo"/>
                <a:cs typeface="Geo"/>
                <a:sym typeface="Geo"/>
              </a:defRPr>
            </a:lvl5pPr>
            <a:lvl6pPr indent="0" lvl="5" marL="0" algn="r">
              <a:spcBef>
                <a:spcPts val="0"/>
              </a:spcBef>
              <a:buNone/>
              <a:defRPr sz="800">
                <a:solidFill>
                  <a:srgbClr val="262626"/>
                </a:solidFill>
                <a:latin typeface="Geo"/>
                <a:ea typeface="Geo"/>
                <a:cs typeface="Geo"/>
                <a:sym typeface="Geo"/>
              </a:defRPr>
            </a:lvl6pPr>
            <a:lvl7pPr indent="0" lvl="6" marL="0" algn="r">
              <a:spcBef>
                <a:spcPts val="0"/>
              </a:spcBef>
              <a:buNone/>
              <a:defRPr sz="800">
                <a:solidFill>
                  <a:srgbClr val="262626"/>
                </a:solidFill>
                <a:latin typeface="Geo"/>
                <a:ea typeface="Geo"/>
                <a:cs typeface="Geo"/>
                <a:sym typeface="Geo"/>
              </a:defRPr>
            </a:lvl7pPr>
            <a:lvl8pPr indent="0" lvl="7" marL="0" algn="r">
              <a:spcBef>
                <a:spcPts val="0"/>
              </a:spcBef>
              <a:buNone/>
              <a:defRPr sz="800">
                <a:solidFill>
                  <a:srgbClr val="262626"/>
                </a:solidFill>
                <a:latin typeface="Geo"/>
                <a:ea typeface="Geo"/>
                <a:cs typeface="Geo"/>
                <a:sym typeface="Geo"/>
              </a:defRPr>
            </a:lvl8pPr>
            <a:lvl9pPr indent="0" lvl="8" marL="0" algn="r">
              <a:spcBef>
                <a:spcPts val="0"/>
              </a:spcBef>
              <a:buNone/>
              <a:defRPr sz="800">
                <a:solidFill>
                  <a:srgbClr val="262626"/>
                </a:solidFill>
                <a:latin typeface="Geo"/>
                <a:ea typeface="Geo"/>
                <a:cs typeface="Geo"/>
                <a:sym typeface="Ge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2" name="Shape 82"/>
        <p:cNvGrpSpPr/>
        <p:nvPr/>
      </p:nvGrpSpPr>
      <p:grpSpPr>
        <a:xfrm>
          <a:off x="0" y="0"/>
          <a:ext cx="0" cy="0"/>
          <a:chOff x="0" y="0"/>
          <a:chExt cx="0" cy="0"/>
        </a:xfrm>
      </p:grpSpPr>
      <p:sp>
        <p:nvSpPr>
          <p:cNvPr id="83" name="Google Shape;83;p33"/>
          <p:cNvSpPr/>
          <p:nvPr/>
        </p:nvSpPr>
        <p:spPr>
          <a:xfrm>
            <a:off x="8119870" y="237744"/>
            <a:ext cx="3826596" cy="6382512"/>
          </a:xfrm>
          <a:prstGeom prst="rect">
            <a:avLst/>
          </a:prstGeom>
          <a:solidFill>
            <a:srgbClr val="D8D8D8">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3"/>
          <p:cNvSpPr/>
          <p:nvPr>
            <p:ph idx="2" type="pic"/>
          </p:nvPr>
        </p:nvSpPr>
        <p:spPr>
          <a:xfrm>
            <a:off x="228599" y="237744"/>
            <a:ext cx="7696201" cy="6382512"/>
          </a:xfrm>
          <a:prstGeom prst="rect">
            <a:avLst/>
          </a:prstGeom>
          <a:solidFill>
            <a:srgbClr val="7ED1D9"/>
          </a:solidFill>
          <a:ln>
            <a:noFill/>
          </a:ln>
        </p:spPr>
      </p:sp>
      <p:sp>
        <p:nvSpPr>
          <p:cNvPr id="85" name="Google Shape;85;p33"/>
          <p:cNvSpPr txBox="1"/>
          <p:nvPr>
            <p:ph idx="10" type="dt"/>
          </p:nvPr>
        </p:nvSpPr>
        <p:spPr>
          <a:xfrm>
            <a:off x="5662337" y="6035040"/>
            <a:ext cx="2071963"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1">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3"/>
          <p:cNvSpPr txBox="1"/>
          <p:nvPr>
            <p:ph idx="11" type="ftr"/>
          </p:nvPr>
        </p:nvSpPr>
        <p:spPr>
          <a:xfrm>
            <a:off x="612648" y="6035040"/>
            <a:ext cx="4588002"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1" sz="1000">
                <a:solidFill>
                  <a:srgbClr val="FFFFFF"/>
                </a:solidFill>
                <a:latin typeface="Geo"/>
                <a:ea typeface="Geo"/>
                <a:cs typeface="Geo"/>
                <a:sym typeface="Ge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3"/>
          <p:cNvSpPr txBox="1"/>
          <p:nvPr>
            <p:ph idx="12" type="sldNum"/>
          </p:nvPr>
        </p:nvSpPr>
        <p:spPr>
          <a:xfrm>
            <a:off x="10396728" y="6035040"/>
            <a:ext cx="1225296"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8" name="Google Shape;88;p33"/>
          <p:cNvSpPr/>
          <p:nvPr/>
        </p:nvSpPr>
        <p:spPr>
          <a:xfrm>
            <a:off x="8254660" y="374904"/>
            <a:ext cx="3557016"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3"/>
          <p:cNvSpPr txBox="1"/>
          <p:nvPr>
            <p:ph type="title"/>
          </p:nvPr>
        </p:nvSpPr>
        <p:spPr>
          <a:xfrm>
            <a:off x="8477250" y="603504"/>
            <a:ext cx="3144774" cy="164592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3200"/>
              <a:buFont typeface="Geo"/>
              <a:buNone/>
              <a:defRPr b="0" sz="3200">
                <a:solidFill>
                  <a:schemeClr val="dk1"/>
                </a:solidFill>
                <a:latin typeface="Geo"/>
                <a:ea typeface="Geo"/>
                <a:cs typeface="Geo"/>
                <a:sym typeface="Ge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33"/>
          <p:cNvSpPr txBox="1"/>
          <p:nvPr>
            <p:ph idx="1" type="body"/>
          </p:nvPr>
        </p:nvSpPr>
        <p:spPr>
          <a:xfrm>
            <a:off x="8477250" y="2386584"/>
            <a:ext cx="3144774" cy="351129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800"/>
              <a:buNone/>
              <a:defRPr sz="1800">
                <a:solidFill>
                  <a:schemeClr val="dk1"/>
                </a:solidFill>
              </a:defRPr>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1" name="Shape 91"/>
        <p:cNvGrpSpPr/>
        <p:nvPr/>
      </p:nvGrpSpPr>
      <p:grpSpPr>
        <a:xfrm>
          <a:off x="0" y="0"/>
          <a:ext cx="0" cy="0"/>
          <a:chOff x="0" y="0"/>
          <a:chExt cx="0" cy="0"/>
        </a:xfrm>
      </p:grpSpPr>
      <p:sp>
        <p:nvSpPr>
          <p:cNvPr id="92" name="Google Shape;92;p34"/>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34"/>
          <p:cNvSpPr txBox="1"/>
          <p:nvPr>
            <p:ph idx="1" type="body"/>
          </p:nvPr>
        </p:nvSpPr>
        <p:spPr>
          <a:xfrm rot="5400000">
            <a:off x="4171188" y="-1001268"/>
            <a:ext cx="3849624" cy="100584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9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94" name="Google Shape;94;p34"/>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4"/>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4"/>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7" name="Shape 97"/>
        <p:cNvGrpSpPr/>
        <p:nvPr/>
      </p:nvGrpSpPr>
      <p:grpSpPr>
        <a:xfrm>
          <a:off x="0" y="0"/>
          <a:ext cx="0" cy="0"/>
          <a:chOff x="0" y="0"/>
          <a:chExt cx="0" cy="0"/>
        </a:xfrm>
      </p:grpSpPr>
      <p:sp>
        <p:nvSpPr>
          <p:cNvPr id="98" name="Google Shape;98;p35"/>
          <p:cNvSpPr txBox="1"/>
          <p:nvPr>
            <p:ph type="title"/>
          </p:nvPr>
        </p:nvSpPr>
        <p:spPr>
          <a:xfrm rot="5400000">
            <a:off x="7543800" y="2209800"/>
            <a:ext cx="5257800" cy="2362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35"/>
          <p:cNvSpPr txBox="1"/>
          <p:nvPr>
            <p:ph idx="1" type="body"/>
          </p:nvPr>
        </p:nvSpPr>
        <p:spPr>
          <a:xfrm rot="5400000">
            <a:off x="2247900" y="-647700"/>
            <a:ext cx="5257800" cy="80772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9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00" name="Google Shape;100;p35"/>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5"/>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5"/>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
              <a:ea typeface="Geo"/>
              <a:cs typeface="Geo"/>
              <a:sym typeface="Geo"/>
            </a:endParaRPr>
          </a:p>
        </p:txBody>
      </p:sp>
      <p:sp>
        <p:nvSpPr>
          <p:cNvPr id="7" name="Google Shape;7;p24"/>
          <p:cNvSpPr/>
          <p:nvPr/>
        </p:nvSpPr>
        <p:spPr>
          <a:xfrm>
            <a:off x="234696" y="237744"/>
            <a:ext cx="11722608" cy="6382512"/>
          </a:xfrm>
          <a:prstGeom prst="rect">
            <a:avLst/>
          </a:prstGeom>
          <a:solidFill>
            <a:srgbClr val="BFBFB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24"/>
          <p:cNvSpPr/>
          <p:nvPr/>
        </p:nvSpPr>
        <p:spPr>
          <a:xfrm>
            <a:off x="371856" y="374904"/>
            <a:ext cx="11448288" cy="6108192"/>
          </a:xfrm>
          <a:prstGeom prst="rect">
            <a:avLst/>
          </a:prstGeom>
          <a:noFill/>
          <a:ln cap="sq" cmpd="sng" w="9525">
            <a:solidFill>
              <a:srgbClr val="26262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24"/>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62626"/>
              </a:buClr>
              <a:buSzPts val="3800"/>
              <a:buFont typeface="Geo"/>
              <a:buNone/>
              <a:defRPr b="0" i="1" sz="3800" u="none" cap="none" strike="noStrike">
                <a:solidFill>
                  <a:srgbClr val="262626"/>
                </a:solidFill>
                <a:latin typeface="Geo"/>
                <a:ea typeface="Geo"/>
                <a:cs typeface="Geo"/>
                <a:sym typeface="Ge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24"/>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17500" lvl="0" marL="457200" marR="0" rtl="0" algn="l">
              <a:lnSpc>
                <a:spcPct val="120000"/>
              </a:lnSpc>
              <a:spcBef>
                <a:spcPts val="900"/>
              </a:spcBef>
              <a:spcAft>
                <a:spcPts val="0"/>
              </a:spcAft>
              <a:buClr>
                <a:srgbClr val="262626"/>
              </a:buClr>
              <a:buSzPts val="1400"/>
              <a:buFont typeface="Garamond"/>
              <a:buChar char="◦"/>
              <a:defRPr b="0" i="0" sz="1400" u="none" cap="none" strike="noStrike">
                <a:solidFill>
                  <a:schemeClr val="dk1"/>
                </a:solidFill>
                <a:latin typeface="Geo"/>
                <a:ea typeface="Geo"/>
                <a:cs typeface="Geo"/>
                <a:sym typeface="Geo"/>
              </a:defRPr>
            </a:lvl1pPr>
            <a:lvl2pPr indent="-311150" lvl="1" marL="914400" marR="0" rtl="0" algn="l">
              <a:lnSpc>
                <a:spcPct val="120000"/>
              </a:lnSpc>
              <a:spcBef>
                <a:spcPts val="500"/>
              </a:spcBef>
              <a:spcAft>
                <a:spcPts val="0"/>
              </a:spcAft>
              <a:buClr>
                <a:srgbClr val="262626"/>
              </a:buClr>
              <a:buSzPts val="1300"/>
              <a:buFont typeface="Garamond"/>
              <a:buChar char="◦"/>
              <a:defRPr b="0" i="0" sz="1300" u="none" cap="none" strike="noStrike">
                <a:solidFill>
                  <a:schemeClr val="dk1"/>
                </a:solidFill>
                <a:latin typeface="Geo"/>
                <a:ea typeface="Geo"/>
                <a:cs typeface="Geo"/>
                <a:sym typeface="Geo"/>
              </a:defRPr>
            </a:lvl2pPr>
            <a:lvl3pPr indent="-298450" lvl="2" marL="1371600" marR="0" rtl="0" algn="l">
              <a:lnSpc>
                <a:spcPct val="120000"/>
              </a:lnSpc>
              <a:spcBef>
                <a:spcPts val="500"/>
              </a:spcBef>
              <a:spcAft>
                <a:spcPts val="0"/>
              </a:spcAft>
              <a:buClr>
                <a:srgbClr val="262626"/>
              </a:buClr>
              <a:buSzPts val="1100"/>
              <a:buFont typeface="Garamond"/>
              <a:buChar char="◦"/>
              <a:defRPr b="0" i="0" sz="1100" u="none" cap="none" strike="noStrike">
                <a:solidFill>
                  <a:schemeClr val="dk1"/>
                </a:solidFill>
                <a:latin typeface="Geo"/>
                <a:ea typeface="Geo"/>
                <a:cs typeface="Geo"/>
                <a:sym typeface="Geo"/>
              </a:defRPr>
            </a:lvl3pPr>
            <a:lvl4pPr indent="-298450" lvl="3" marL="1828800" marR="0" rtl="0" algn="l">
              <a:lnSpc>
                <a:spcPct val="120000"/>
              </a:lnSpc>
              <a:spcBef>
                <a:spcPts val="500"/>
              </a:spcBef>
              <a:spcAft>
                <a:spcPts val="0"/>
              </a:spcAft>
              <a:buClr>
                <a:srgbClr val="262626"/>
              </a:buClr>
              <a:buSzPts val="1100"/>
              <a:buFont typeface="Garamond"/>
              <a:buChar char="◦"/>
              <a:defRPr b="0" i="0" sz="1100" u="none" cap="none" strike="noStrike">
                <a:solidFill>
                  <a:schemeClr val="dk1"/>
                </a:solidFill>
                <a:latin typeface="Geo"/>
                <a:ea typeface="Geo"/>
                <a:cs typeface="Geo"/>
                <a:sym typeface="Geo"/>
              </a:defRPr>
            </a:lvl4pPr>
            <a:lvl5pPr indent="-298450" lvl="4" marL="2286000" marR="0" rtl="0" algn="l">
              <a:lnSpc>
                <a:spcPct val="120000"/>
              </a:lnSpc>
              <a:spcBef>
                <a:spcPts val="500"/>
              </a:spcBef>
              <a:spcAft>
                <a:spcPts val="0"/>
              </a:spcAft>
              <a:buClr>
                <a:srgbClr val="262626"/>
              </a:buClr>
              <a:buSzPts val="1100"/>
              <a:buFont typeface="Garamond"/>
              <a:buChar char="◦"/>
              <a:defRPr b="0" i="0" sz="1100" u="none" cap="none" strike="noStrike">
                <a:solidFill>
                  <a:schemeClr val="dk1"/>
                </a:solidFill>
                <a:latin typeface="Geo"/>
                <a:ea typeface="Geo"/>
                <a:cs typeface="Geo"/>
                <a:sym typeface="Geo"/>
              </a:defRPr>
            </a:lvl5pPr>
            <a:lvl6pPr indent="-317500" lvl="5" marL="27432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eo"/>
                <a:ea typeface="Geo"/>
                <a:cs typeface="Geo"/>
                <a:sym typeface="Geo"/>
              </a:defRPr>
            </a:lvl6pPr>
            <a:lvl7pPr indent="-317500" lvl="6" marL="32004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eo"/>
                <a:ea typeface="Geo"/>
                <a:cs typeface="Geo"/>
                <a:sym typeface="Geo"/>
              </a:defRPr>
            </a:lvl7pPr>
            <a:lvl8pPr indent="-317500" lvl="7" marL="3657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eo"/>
                <a:ea typeface="Geo"/>
                <a:cs typeface="Geo"/>
                <a:sym typeface="Geo"/>
              </a:defRPr>
            </a:lvl8pPr>
            <a:lvl9pPr indent="-317500" lvl="8" marL="4114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Geo"/>
                <a:ea typeface="Geo"/>
                <a:cs typeface="Geo"/>
                <a:sym typeface="Geo"/>
              </a:defRPr>
            </a:lvl9pPr>
          </a:lstStyle>
          <a:p/>
        </p:txBody>
      </p:sp>
      <p:sp>
        <p:nvSpPr>
          <p:cNvPr id="11" name="Google Shape;11;p24"/>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800" u="none" cap="none" strike="noStrike">
                <a:solidFill>
                  <a:srgbClr val="3F3F3F"/>
                </a:solidFill>
                <a:latin typeface="Geo"/>
                <a:ea typeface="Geo"/>
                <a:cs typeface="Geo"/>
                <a:sym typeface="Geo"/>
              </a:defRPr>
            </a:lvl1pPr>
            <a:lvl2pPr lvl="1" marR="0" rtl="0" algn="l">
              <a:spcBef>
                <a:spcPts val="0"/>
              </a:spcBef>
              <a:spcAft>
                <a:spcPts val="0"/>
              </a:spcAft>
              <a:buSzPts val="1400"/>
              <a:buNone/>
              <a:defRPr b="0" i="0" sz="1800" u="none" cap="none" strike="noStrike">
                <a:solidFill>
                  <a:schemeClr val="dk1"/>
                </a:solidFill>
                <a:latin typeface="Geo"/>
                <a:ea typeface="Geo"/>
                <a:cs typeface="Geo"/>
                <a:sym typeface="Geo"/>
              </a:defRPr>
            </a:lvl2pPr>
            <a:lvl3pPr lvl="2" marR="0" rtl="0" algn="l">
              <a:spcBef>
                <a:spcPts val="0"/>
              </a:spcBef>
              <a:spcAft>
                <a:spcPts val="0"/>
              </a:spcAft>
              <a:buSzPts val="1400"/>
              <a:buNone/>
              <a:defRPr b="0" i="0" sz="1800" u="none" cap="none" strike="noStrike">
                <a:solidFill>
                  <a:schemeClr val="dk1"/>
                </a:solidFill>
                <a:latin typeface="Geo"/>
                <a:ea typeface="Geo"/>
                <a:cs typeface="Geo"/>
                <a:sym typeface="Geo"/>
              </a:defRPr>
            </a:lvl3pPr>
            <a:lvl4pPr lvl="3" marR="0" rtl="0" algn="l">
              <a:spcBef>
                <a:spcPts val="0"/>
              </a:spcBef>
              <a:spcAft>
                <a:spcPts val="0"/>
              </a:spcAft>
              <a:buSzPts val="1400"/>
              <a:buNone/>
              <a:defRPr b="0" i="0" sz="1800" u="none" cap="none" strike="noStrike">
                <a:solidFill>
                  <a:schemeClr val="dk1"/>
                </a:solidFill>
                <a:latin typeface="Geo"/>
                <a:ea typeface="Geo"/>
                <a:cs typeface="Geo"/>
                <a:sym typeface="Geo"/>
              </a:defRPr>
            </a:lvl4pPr>
            <a:lvl5pPr lvl="4" marR="0" rtl="0" algn="l">
              <a:spcBef>
                <a:spcPts val="0"/>
              </a:spcBef>
              <a:spcAft>
                <a:spcPts val="0"/>
              </a:spcAft>
              <a:buSzPts val="1400"/>
              <a:buNone/>
              <a:defRPr b="0" i="0" sz="1800" u="none" cap="none" strike="noStrike">
                <a:solidFill>
                  <a:schemeClr val="dk1"/>
                </a:solidFill>
                <a:latin typeface="Geo"/>
                <a:ea typeface="Geo"/>
                <a:cs typeface="Geo"/>
                <a:sym typeface="Geo"/>
              </a:defRPr>
            </a:lvl5pPr>
            <a:lvl6pPr lvl="5" marR="0" rtl="0" algn="l">
              <a:spcBef>
                <a:spcPts val="0"/>
              </a:spcBef>
              <a:spcAft>
                <a:spcPts val="0"/>
              </a:spcAft>
              <a:buSzPts val="1400"/>
              <a:buNone/>
              <a:defRPr b="0" i="0" sz="1800" u="none" cap="none" strike="noStrike">
                <a:solidFill>
                  <a:schemeClr val="dk1"/>
                </a:solidFill>
                <a:latin typeface="Geo"/>
                <a:ea typeface="Geo"/>
                <a:cs typeface="Geo"/>
                <a:sym typeface="Geo"/>
              </a:defRPr>
            </a:lvl6pPr>
            <a:lvl7pPr lvl="6" marR="0" rtl="0" algn="l">
              <a:spcBef>
                <a:spcPts val="0"/>
              </a:spcBef>
              <a:spcAft>
                <a:spcPts val="0"/>
              </a:spcAft>
              <a:buSzPts val="1400"/>
              <a:buNone/>
              <a:defRPr b="0" i="0" sz="1800" u="none" cap="none" strike="noStrike">
                <a:solidFill>
                  <a:schemeClr val="dk1"/>
                </a:solidFill>
                <a:latin typeface="Geo"/>
                <a:ea typeface="Geo"/>
                <a:cs typeface="Geo"/>
                <a:sym typeface="Geo"/>
              </a:defRPr>
            </a:lvl7pPr>
            <a:lvl8pPr lvl="7" marR="0" rtl="0" algn="l">
              <a:spcBef>
                <a:spcPts val="0"/>
              </a:spcBef>
              <a:spcAft>
                <a:spcPts val="0"/>
              </a:spcAft>
              <a:buSzPts val="1400"/>
              <a:buNone/>
              <a:defRPr b="0" i="0" sz="1800" u="none" cap="none" strike="noStrike">
                <a:solidFill>
                  <a:schemeClr val="dk1"/>
                </a:solidFill>
                <a:latin typeface="Geo"/>
                <a:ea typeface="Geo"/>
                <a:cs typeface="Geo"/>
                <a:sym typeface="Geo"/>
              </a:defRPr>
            </a:lvl8pPr>
            <a:lvl9pPr lvl="8" marR="0" rtl="0" algn="l">
              <a:spcBef>
                <a:spcPts val="0"/>
              </a:spcBef>
              <a:spcAft>
                <a:spcPts val="0"/>
              </a:spcAft>
              <a:buSzPts val="1400"/>
              <a:buNone/>
              <a:defRPr b="0" i="0" sz="1800" u="none" cap="none" strike="noStrike">
                <a:solidFill>
                  <a:schemeClr val="dk1"/>
                </a:solidFill>
                <a:latin typeface="Geo"/>
                <a:ea typeface="Geo"/>
                <a:cs typeface="Geo"/>
                <a:sym typeface="Geo"/>
              </a:defRPr>
            </a:lvl9pPr>
          </a:lstStyle>
          <a:p/>
        </p:txBody>
      </p:sp>
      <p:sp>
        <p:nvSpPr>
          <p:cNvPr id="12" name="Google Shape;12;p24"/>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262626"/>
                </a:solidFill>
                <a:latin typeface="Geo"/>
                <a:ea typeface="Geo"/>
                <a:cs typeface="Geo"/>
                <a:sym typeface="Geo"/>
              </a:defRPr>
            </a:lvl1pPr>
            <a:lvl2pPr lvl="1" marR="0" rtl="0" algn="l">
              <a:spcBef>
                <a:spcPts val="0"/>
              </a:spcBef>
              <a:spcAft>
                <a:spcPts val="0"/>
              </a:spcAft>
              <a:buSzPts val="1400"/>
              <a:buNone/>
              <a:defRPr b="0" i="0" sz="1800" u="none" cap="none" strike="noStrike">
                <a:solidFill>
                  <a:schemeClr val="dk1"/>
                </a:solidFill>
                <a:latin typeface="Geo"/>
                <a:ea typeface="Geo"/>
                <a:cs typeface="Geo"/>
                <a:sym typeface="Geo"/>
              </a:defRPr>
            </a:lvl2pPr>
            <a:lvl3pPr lvl="2" marR="0" rtl="0" algn="l">
              <a:spcBef>
                <a:spcPts val="0"/>
              </a:spcBef>
              <a:spcAft>
                <a:spcPts val="0"/>
              </a:spcAft>
              <a:buSzPts val="1400"/>
              <a:buNone/>
              <a:defRPr b="0" i="0" sz="1800" u="none" cap="none" strike="noStrike">
                <a:solidFill>
                  <a:schemeClr val="dk1"/>
                </a:solidFill>
                <a:latin typeface="Geo"/>
                <a:ea typeface="Geo"/>
                <a:cs typeface="Geo"/>
                <a:sym typeface="Geo"/>
              </a:defRPr>
            </a:lvl3pPr>
            <a:lvl4pPr lvl="3" marR="0" rtl="0" algn="l">
              <a:spcBef>
                <a:spcPts val="0"/>
              </a:spcBef>
              <a:spcAft>
                <a:spcPts val="0"/>
              </a:spcAft>
              <a:buSzPts val="1400"/>
              <a:buNone/>
              <a:defRPr b="0" i="0" sz="1800" u="none" cap="none" strike="noStrike">
                <a:solidFill>
                  <a:schemeClr val="dk1"/>
                </a:solidFill>
                <a:latin typeface="Geo"/>
                <a:ea typeface="Geo"/>
                <a:cs typeface="Geo"/>
                <a:sym typeface="Geo"/>
              </a:defRPr>
            </a:lvl4pPr>
            <a:lvl5pPr lvl="4" marR="0" rtl="0" algn="l">
              <a:spcBef>
                <a:spcPts val="0"/>
              </a:spcBef>
              <a:spcAft>
                <a:spcPts val="0"/>
              </a:spcAft>
              <a:buSzPts val="1400"/>
              <a:buNone/>
              <a:defRPr b="0" i="0" sz="1800" u="none" cap="none" strike="noStrike">
                <a:solidFill>
                  <a:schemeClr val="dk1"/>
                </a:solidFill>
                <a:latin typeface="Geo"/>
                <a:ea typeface="Geo"/>
                <a:cs typeface="Geo"/>
                <a:sym typeface="Geo"/>
              </a:defRPr>
            </a:lvl5pPr>
            <a:lvl6pPr lvl="5" marR="0" rtl="0" algn="l">
              <a:spcBef>
                <a:spcPts val="0"/>
              </a:spcBef>
              <a:spcAft>
                <a:spcPts val="0"/>
              </a:spcAft>
              <a:buSzPts val="1400"/>
              <a:buNone/>
              <a:defRPr b="0" i="0" sz="1800" u="none" cap="none" strike="noStrike">
                <a:solidFill>
                  <a:schemeClr val="dk1"/>
                </a:solidFill>
                <a:latin typeface="Geo"/>
                <a:ea typeface="Geo"/>
                <a:cs typeface="Geo"/>
                <a:sym typeface="Geo"/>
              </a:defRPr>
            </a:lvl6pPr>
            <a:lvl7pPr lvl="6" marR="0" rtl="0" algn="l">
              <a:spcBef>
                <a:spcPts val="0"/>
              </a:spcBef>
              <a:spcAft>
                <a:spcPts val="0"/>
              </a:spcAft>
              <a:buSzPts val="1400"/>
              <a:buNone/>
              <a:defRPr b="0" i="0" sz="1800" u="none" cap="none" strike="noStrike">
                <a:solidFill>
                  <a:schemeClr val="dk1"/>
                </a:solidFill>
                <a:latin typeface="Geo"/>
                <a:ea typeface="Geo"/>
                <a:cs typeface="Geo"/>
                <a:sym typeface="Geo"/>
              </a:defRPr>
            </a:lvl7pPr>
            <a:lvl8pPr lvl="7" marR="0" rtl="0" algn="l">
              <a:spcBef>
                <a:spcPts val="0"/>
              </a:spcBef>
              <a:spcAft>
                <a:spcPts val="0"/>
              </a:spcAft>
              <a:buSzPts val="1400"/>
              <a:buNone/>
              <a:defRPr b="0" i="0" sz="1800" u="none" cap="none" strike="noStrike">
                <a:solidFill>
                  <a:schemeClr val="dk1"/>
                </a:solidFill>
                <a:latin typeface="Geo"/>
                <a:ea typeface="Geo"/>
                <a:cs typeface="Geo"/>
                <a:sym typeface="Geo"/>
              </a:defRPr>
            </a:lvl8pPr>
            <a:lvl9pPr lvl="8" marR="0" rtl="0" algn="l">
              <a:spcBef>
                <a:spcPts val="0"/>
              </a:spcBef>
              <a:spcAft>
                <a:spcPts val="0"/>
              </a:spcAft>
              <a:buSzPts val="1400"/>
              <a:buNone/>
              <a:defRPr b="0" i="0" sz="1800" u="none" cap="none" strike="noStrike">
                <a:solidFill>
                  <a:schemeClr val="dk1"/>
                </a:solidFill>
                <a:latin typeface="Geo"/>
                <a:ea typeface="Geo"/>
                <a:cs typeface="Geo"/>
                <a:sym typeface="Geo"/>
              </a:defRPr>
            </a:lvl9pPr>
          </a:lstStyle>
          <a:p/>
        </p:txBody>
      </p:sp>
      <p:sp>
        <p:nvSpPr>
          <p:cNvPr id="13" name="Google Shape;13;p24"/>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800" u="none" cap="none" strike="noStrike">
                <a:solidFill>
                  <a:srgbClr val="3F3F3F"/>
                </a:solidFill>
                <a:latin typeface="Geo"/>
                <a:ea typeface="Geo"/>
                <a:cs typeface="Geo"/>
                <a:sym typeface="Geo"/>
              </a:defRPr>
            </a:lvl1pPr>
            <a:lvl2pPr indent="0" lvl="1" marL="0" marR="0" rtl="0" algn="r">
              <a:spcBef>
                <a:spcPts val="0"/>
              </a:spcBef>
              <a:buNone/>
              <a:defRPr b="0" i="0" sz="800" u="none" cap="none" strike="noStrike">
                <a:solidFill>
                  <a:srgbClr val="3F3F3F"/>
                </a:solidFill>
                <a:latin typeface="Geo"/>
                <a:ea typeface="Geo"/>
                <a:cs typeface="Geo"/>
                <a:sym typeface="Geo"/>
              </a:defRPr>
            </a:lvl2pPr>
            <a:lvl3pPr indent="0" lvl="2" marL="0" marR="0" rtl="0" algn="r">
              <a:spcBef>
                <a:spcPts val="0"/>
              </a:spcBef>
              <a:buNone/>
              <a:defRPr b="0" i="0" sz="800" u="none" cap="none" strike="noStrike">
                <a:solidFill>
                  <a:srgbClr val="3F3F3F"/>
                </a:solidFill>
                <a:latin typeface="Geo"/>
                <a:ea typeface="Geo"/>
                <a:cs typeface="Geo"/>
                <a:sym typeface="Geo"/>
              </a:defRPr>
            </a:lvl3pPr>
            <a:lvl4pPr indent="0" lvl="3" marL="0" marR="0" rtl="0" algn="r">
              <a:spcBef>
                <a:spcPts val="0"/>
              </a:spcBef>
              <a:buNone/>
              <a:defRPr b="0" i="0" sz="800" u="none" cap="none" strike="noStrike">
                <a:solidFill>
                  <a:srgbClr val="3F3F3F"/>
                </a:solidFill>
                <a:latin typeface="Geo"/>
                <a:ea typeface="Geo"/>
                <a:cs typeface="Geo"/>
                <a:sym typeface="Geo"/>
              </a:defRPr>
            </a:lvl4pPr>
            <a:lvl5pPr indent="0" lvl="4" marL="0" marR="0" rtl="0" algn="r">
              <a:spcBef>
                <a:spcPts val="0"/>
              </a:spcBef>
              <a:buNone/>
              <a:defRPr b="0" i="0" sz="800" u="none" cap="none" strike="noStrike">
                <a:solidFill>
                  <a:srgbClr val="3F3F3F"/>
                </a:solidFill>
                <a:latin typeface="Geo"/>
                <a:ea typeface="Geo"/>
                <a:cs typeface="Geo"/>
                <a:sym typeface="Geo"/>
              </a:defRPr>
            </a:lvl5pPr>
            <a:lvl6pPr indent="0" lvl="5" marL="0" marR="0" rtl="0" algn="r">
              <a:spcBef>
                <a:spcPts val="0"/>
              </a:spcBef>
              <a:buNone/>
              <a:defRPr b="0" i="0" sz="800" u="none" cap="none" strike="noStrike">
                <a:solidFill>
                  <a:srgbClr val="3F3F3F"/>
                </a:solidFill>
                <a:latin typeface="Geo"/>
                <a:ea typeface="Geo"/>
                <a:cs typeface="Geo"/>
                <a:sym typeface="Geo"/>
              </a:defRPr>
            </a:lvl6pPr>
            <a:lvl7pPr indent="0" lvl="6" marL="0" marR="0" rtl="0" algn="r">
              <a:spcBef>
                <a:spcPts val="0"/>
              </a:spcBef>
              <a:buNone/>
              <a:defRPr b="0" i="0" sz="800" u="none" cap="none" strike="noStrike">
                <a:solidFill>
                  <a:srgbClr val="3F3F3F"/>
                </a:solidFill>
                <a:latin typeface="Geo"/>
                <a:ea typeface="Geo"/>
                <a:cs typeface="Geo"/>
                <a:sym typeface="Geo"/>
              </a:defRPr>
            </a:lvl7pPr>
            <a:lvl8pPr indent="0" lvl="7" marL="0" marR="0" rtl="0" algn="r">
              <a:spcBef>
                <a:spcPts val="0"/>
              </a:spcBef>
              <a:buNone/>
              <a:defRPr b="0" i="0" sz="800" u="none" cap="none" strike="noStrike">
                <a:solidFill>
                  <a:srgbClr val="3F3F3F"/>
                </a:solidFill>
                <a:latin typeface="Geo"/>
                <a:ea typeface="Geo"/>
                <a:cs typeface="Geo"/>
                <a:sym typeface="Geo"/>
              </a:defRPr>
            </a:lvl8pPr>
            <a:lvl9pPr indent="0" lvl="8" marL="0" marR="0" rtl="0" algn="r">
              <a:spcBef>
                <a:spcPts val="0"/>
              </a:spcBef>
              <a:buNone/>
              <a:defRPr b="0" i="0" sz="800" u="none" cap="none" strike="noStrike">
                <a:solidFill>
                  <a:srgbClr val="3F3F3F"/>
                </a:solidFill>
                <a:latin typeface="Geo"/>
                <a:ea typeface="Geo"/>
                <a:cs typeface="Geo"/>
                <a:sym typeface="Ge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5.jpg"/><Relationship Id="rId5" Type="http://schemas.openxmlformats.org/officeDocument/2006/relationships/image" Target="../media/image4.jpg"/><Relationship Id="rId6" Type="http://schemas.openxmlformats.org/officeDocument/2006/relationships/image" Target="../media/image11.png"/><Relationship Id="rId7"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3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7.jp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jpg"/><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jpg"/><Relationship Id="rId4" Type="http://schemas.openxmlformats.org/officeDocument/2006/relationships/image" Target="../media/image3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jpg"/><Relationship Id="rId4"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8.jpg"/><Relationship Id="rId4" Type="http://schemas.openxmlformats.org/officeDocument/2006/relationships/image" Target="../media/image3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jpg"/><Relationship Id="rId4" Type="http://schemas.openxmlformats.org/officeDocument/2006/relationships/image" Target="../media/image3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9.jpg"/><Relationship Id="rId4" Type="http://schemas.openxmlformats.org/officeDocument/2006/relationships/image" Target="../media/image3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jpg"/><Relationship Id="rId4" Type="http://schemas.openxmlformats.org/officeDocument/2006/relationships/image" Target="../media/image2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pic>
        <p:nvPicPr>
          <p:cNvPr descr="A circular bypass route of a maze" id="107" name="Google Shape;107;p1"/>
          <p:cNvPicPr preferRelativeResize="0"/>
          <p:nvPr/>
        </p:nvPicPr>
        <p:blipFill rotWithShape="1">
          <a:blip r:embed="rId3">
            <a:alphaModFix/>
          </a:blip>
          <a:srcRect b="22275" l="0" r="0" t="13438"/>
          <a:stretch/>
        </p:blipFill>
        <p:spPr>
          <a:xfrm>
            <a:off x="20" y="10"/>
            <a:ext cx="12191979" cy="6857990"/>
          </a:xfrm>
          <a:prstGeom prst="rect">
            <a:avLst/>
          </a:prstGeom>
          <a:noFill/>
          <a:ln>
            <a:noFill/>
          </a:ln>
        </p:spPr>
      </p:pic>
      <p:sp>
        <p:nvSpPr>
          <p:cNvPr id="108" name="Google Shape;108;p1"/>
          <p:cNvSpPr/>
          <p:nvPr/>
        </p:nvSpPr>
        <p:spPr>
          <a:xfrm>
            <a:off x="1020314" y="0"/>
            <a:ext cx="6525472" cy="6858000"/>
          </a:xfrm>
          <a:prstGeom prst="rect">
            <a:avLst/>
          </a:prstGeom>
          <a:solidFill>
            <a:srgbClr val="FEFE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
        <p:nvSpPr>
          <p:cNvPr id="109" name="Google Shape;109;p1"/>
          <p:cNvSpPr/>
          <p:nvPr/>
        </p:nvSpPr>
        <p:spPr>
          <a:xfrm>
            <a:off x="1338682" y="320040"/>
            <a:ext cx="5888736" cy="6217920"/>
          </a:xfrm>
          <a:prstGeom prst="rect">
            <a:avLst/>
          </a:prstGeom>
          <a:noFill/>
          <a:ln cap="sq"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
        <p:nvSpPr>
          <p:cNvPr id="110" name="Google Shape;110;p1"/>
          <p:cNvSpPr txBox="1"/>
          <p:nvPr>
            <p:ph type="ctrTitle"/>
          </p:nvPr>
        </p:nvSpPr>
        <p:spPr>
          <a:xfrm>
            <a:off x="1578316" y="1348844"/>
            <a:ext cx="5409468" cy="3042706"/>
          </a:xfrm>
          <a:prstGeom prst="rect">
            <a:avLst/>
          </a:prstGeom>
          <a:noFill/>
          <a:ln>
            <a:noFill/>
          </a:ln>
        </p:spPr>
        <p:txBody>
          <a:bodyPr anchorCtr="0" anchor="ctr" bIns="45700" lIns="91425" spcFirstLastPara="1" rIns="91425" wrap="square" tIns="45700">
            <a:normAutofit/>
          </a:bodyPr>
          <a:lstStyle/>
          <a:p>
            <a:pPr indent="0" lvl="0" marL="0" rtl="0" algn="ctr">
              <a:lnSpc>
                <a:spcPct val="83000"/>
              </a:lnSpc>
              <a:spcBef>
                <a:spcPts val="0"/>
              </a:spcBef>
              <a:spcAft>
                <a:spcPts val="0"/>
              </a:spcAft>
              <a:buClr>
                <a:schemeClr val="dk1"/>
              </a:buClr>
              <a:buSzPts val="6000"/>
              <a:buFont typeface="Geo"/>
              <a:buNone/>
            </a:pPr>
            <a:r>
              <a:rPr lang="en-US" sz="6000">
                <a:solidFill>
                  <a:schemeClr val="dk1"/>
                </a:solidFill>
              </a:rPr>
              <a:t>Humanizam i renesansa</a:t>
            </a:r>
            <a:endParaRPr/>
          </a:p>
        </p:txBody>
      </p:sp>
      <p:sp>
        <p:nvSpPr>
          <p:cNvPr id="111" name="Google Shape;111;p1"/>
          <p:cNvSpPr txBox="1"/>
          <p:nvPr>
            <p:ph idx="1" type="subTitle"/>
          </p:nvPr>
        </p:nvSpPr>
        <p:spPr>
          <a:xfrm>
            <a:off x="1578316" y="4682061"/>
            <a:ext cx="5409468" cy="950976"/>
          </a:xfrm>
          <a:prstGeom prst="rect">
            <a:avLst/>
          </a:prstGeom>
          <a:noFill/>
          <a:ln>
            <a:noFill/>
          </a:ln>
        </p:spPr>
        <p:txBody>
          <a:bodyPr anchorCtr="0" anchor="t" bIns="45700" lIns="91425" spcFirstLastPara="1" rIns="91425" wrap="square" tIns="45700">
            <a:normAutofit/>
          </a:bodyPr>
          <a:lstStyle/>
          <a:p>
            <a:pPr indent="0" lvl="0" marL="0" rtl="0" algn="ctr">
              <a:lnSpc>
                <a:spcPct val="120000"/>
              </a:lnSpc>
              <a:spcBef>
                <a:spcPts val="0"/>
              </a:spcBef>
              <a:spcAft>
                <a:spcPts val="0"/>
              </a:spcAft>
              <a:buSzPts val="1800"/>
              <a:buNone/>
            </a:pPr>
            <a:r>
              <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800"/>
              <a:buFont typeface="Geo"/>
              <a:buNone/>
            </a:pPr>
            <a:r>
              <a:t/>
            </a:r>
            <a:endParaRPr/>
          </a:p>
        </p:txBody>
      </p:sp>
      <p:pic>
        <p:nvPicPr>
          <p:cNvPr descr="Text&#10;&#10;Description automatically generated" id="117" name="Google Shape;117;p2"/>
          <p:cNvPicPr preferRelativeResize="0"/>
          <p:nvPr>
            <p:ph idx="1" type="body"/>
          </p:nvPr>
        </p:nvPicPr>
        <p:blipFill rotWithShape="1">
          <a:blip r:embed="rId3">
            <a:alphaModFix/>
          </a:blip>
          <a:srcRect b="0" l="0" r="0" t="0"/>
          <a:stretch/>
        </p:blipFill>
        <p:spPr>
          <a:xfrm>
            <a:off x="838200" y="1486044"/>
            <a:ext cx="10515600" cy="3516580"/>
          </a:xfrm>
          <a:prstGeom prst="rect">
            <a:avLst/>
          </a:prstGeom>
          <a:noFill/>
          <a:ln>
            <a:noFill/>
          </a:ln>
        </p:spPr>
      </p:pic>
      <p:sp>
        <p:nvSpPr>
          <p:cNvPr id="118" name="Google Shape;118;p2"/>
          <p:cNvSpPr txBox="1"/>
          <p:nvPr/>
        </p:nvSpPr>
        <p:spPr>
          <a:xfrm>
            <a:off x="4800601" y="4474475"/>
            <a:ext cx="612218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Pico della Mirandola, </a:t>
            </a:r>
            <a:r>
              <a:rPr i="1" lang="en-US" sz="1800">
                <a:solidFill>
                  <a:schemeClr val="dk1"/>
                </a:solidFill>
                <a:latin typeface="Arial"/>
                <a:ea typeface="Arial"/>
                <a:cs typeface="Arial"/>
                <a:sym typeface="Arial"/>
              </a:rPr>
              <a:t>Govor o dostojanstvu čovjeka</a:t>
            </a:r>
            <a:r>
              <a:rPr lang="en-US" sz="1800">
                <a:solidFill>
                  <a:schemeClr val="dk1"/>
                </a:solidFill>
                <a:latin typeface="Arial"/>
                <a:ea typeface="Arial"/>
                <a:cs typeface="Arial"/>
                <a:sym typeface="Arial"/>
              </a:rPr>
              <a:t>, 1486.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800"/>
              <a:buFont typeface="Geo"/>
              <a:buNone/>
            </a:pPr>
            <a:r>
              <a:t/>
            </a:r>
            <a:endParaRPr/>
          </a:p>
        </p:txBody>
      </p:sp>
      <p:pic>
        <p:nvPicPr>
          <p:cNvPr id="124" name="Google Shape;124;p3"/>
          <p:cNvPicPr preferRelativeResize="0"/>
          <p:nvPr>
            <p:ph idx="1" type="body"/>
          </p:nvPr>
        </p:nvPicPr>
        <p:blipFill rotWithShape="1">
          <a:blip r:embed="rId3">
            <a:alphaModFix/>
          </a:blip>
          <a:srcRect b="0" l="0" r="0" t="0"/>
          <a:stretch/>
        </p:blipFill>
        <p:spPr>
          <a:xfrm>
            <a:off x="251541" y="340518"/>
            <a:ext cx="3249126" cy="4503289"/>
          </a:xfrm>
          <a:prstGeom prst="rect">
            <a:avLst/>
          </a:prstGeom>
          <a:noFill/>
          <a:ln>
            <a:noFill/>
          </a:ln>
        </p:spPr>
      </p:pic>
      <p:sp>
        <p:nvSpPr>
          <p:cNvPr id="125" name="Google Shape;125;p3"/>
          <p:cNvSpPr txBox="1"/>
          <p:nvPr/>
        </p:nvSpPr>
        <p:spPr>
          <a:xfrm>
            <a:off x="226995" y="4785248"/>
            <a:ext cx="39453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Vitruvijev čovjek</a:t>
            </a:r>
            <a:r>
              <a:rPr lang="en-US" sz="1800">
                <a:solidFill>
                  <a:schemeClr val="dk1"/>
                </a:solidFill>
                <a:latin typeface="Arial"/>
                <a:ea typeface="Arial"/>
                <a:cs typeface="Arial"/>
                <a:sym typeface="Arial"/>
              </a:rPr>
              <a:t>, Leonardo da Vinci</a:t>
            </a:r>
            <a:endParaRPr/>
          </a:p>
        </p:txBody>
      </p:sp>
      <p:pic>
        <p:nvPicPr>
          <p:cNvPr id="126" name="Google Shape;126;p3"/>
          <p:cNvPicPr preferRelativeResize="0"/>
          <p:nvPr/>
        </p:nvPicPr>
        <p:blipFill rotWithShape="1">
          <a:blip r:embed="rId4">
            <a:alphaModFix/>
          </a:blip>
          <a:srcRect b="0" l="0" r="0" t="0"/>
          <a:stretch/>
        </p:blipFill>
        <p:spPr>
          <a:xfrm>
            <a:off x="3687730" y="340518"/>
            <a:ext cx="2471737" cy="2471737"/>
          </a:xfrm>
          <a:prstGeom prst="rect">
            <a:avLst/>
          </a:prstGeom>
          <a:noFill/>
          <a:ln>
            <a:noFill/>
          </a:ln>
        </p:spPr>
      </p:pic>
      <p:sp>
        <p:nvSpPr>
          <p:cNvPr id="127" name="Google Shape;127;p3"/>
          <p:cNvSpPr txBox="1"/>
          <p:nvPr/>
        </p:nvSpPr>
        <p:spPr>
          <a:xfrm>
            <a:off x="3744330" y="2751399"/>
            <a:ext cx="22392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eo"/>
                <a:ea typeface="Geo"/>
                <a:cs typeface="Geo"/>
                <a:sym typeface="Geo"/>
              </a:rPr>
              <a:t>talijanska kovanica, 1€</a:t>
            </a:r>
            <a:endParaRPr/>
          </a:p>
        </p:txBody>
      </p:sp>
      <p:sp>
        <p:nvSpPr>
          <p:cNvPr id="128" name="Google Shape;128;p3"/>
          <p:cNvSpPr txBox="1"/>
          <p:nvPr/>
        </p:nvSpPr>
        <p:spPr>
          <a:xfrm>
            <a:off x="3525213" y="3155034"/>
            <a:ext cx="658802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Geo"/>
                <a:ea typeface="Geo"/>
                <a:cs typeface="Geo"/>
                <a:sym typeface="Geo"/>
              </a:rPr>
              <a:t>Homo universalis </a:t>
            </a:r>
            <a:r>
              <a:rPr lang="en-US" sz="2400">
                <a:solidFill>
                  <a:schemeClr val="dk1"/>
                </a:solidFill>
                <a:latin typeface="Geo"/>
                <a:ea typeface="Geo"/>
                <a:cs typeface="Geo"/>
                <a:sym typeface="Geo"/>
              </a:rPr>
              <a:t>(tal. </a:t>
            </a:r>
            <a:r>
              <a:rPr i="1" lang="en-US" sz="2400">
                <a:solidFill>
                  <a:schemeClr val="dk1"/>
                </a:solidFill>
                <a:latin typeface="Geo"/>
                <a:ea typeface="Geo"/>
                <a:cs typeface="Geo"/>
                <a:sym typeface="Geo"/>
              </a:rPr>
              <a:t>uomo universale</a:t>
            </a:r>
            <a:r>
              <a:rPr lang="en-US" sz="2400">
                <a:solidFill>
                  <a:schemeClr val="dk1"/>
                </a:solidFill>
                <a:latin typeface="Geo"/>
                <a:ea typeface="Geo"/>
                <a:cs typeface="Geo"/>
                <a:sym typeface="Geo"/>
              </a:rPr>
              <a:t>) </a:t>
            </a:r>
            <a:endParaRPr/>
          </a:p>
        </p:txBody>
      </p:sp>
      <p:pic>
        <p:nvPicPr>
          <p:cNvPr id="129" name="Google Shape;129;p3"/>
          <p:cNvPicPr preferRelativeResize="0"/>
          <p:nvPr/>
        </p:nvPicPr>
        <p:blipFill rotWithShape="1">
          <a:blip r:embed="rId5">
            <a:alphaModFix/>
          </a:blip>
          <a:srcRect b="0" l="0" r="0" t="0"/>
          <a:stretch/>
        </p:blipFill>
        <p:spPr>
          <a:xfrm>
            <a:off x="4816167" y="3633487"/>
            <a:ext cx="1706077" cy="2672853"/>
          </a:xfrm>
          <a:prstGeom prst="rect">
            <a:avLst/>
          </a:prstGeom>
          <a:noFill/>
          <a:ln>
            <a:noFill/>
          </a:ln>
        </p:spPr>
      </p:pic>
      <p:sp>
        <p:nvSpPr>
          <p:cNvPr id="130" name="Google Shape;130;p3"/>
          <p:cNvSpPr txBox="1"/>
          <p:nvPr/>
        </p:nvSpPr>
        <p:spPr>
          <a:xfrm>
            <a:off x="4752928" y="6215406"/>
            <a:ext cx="183255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Leonardo da Vinci</a:t>
            </a:r>
            <a:endParaRPr/>
          </a:p>
        </p:txBody>
      </p:sp>
      <p:pic>
        <p:nvPicPr>
          <p:cNvPr id="131" name="Google Shape;131;p3"/>
          <p:cNvPicPr preferRelativeResize="0"/>
          <p:nvPr/>
        </p:nvPicPr>
        <p:blipFill rotWithShape="1">
          <a:blip r:embed="rId6">
            <a:alphaModFix/>
          </a:blip>
          <a:srcRect b="0" l="0" r="0" t="0"/>
          <a:stretch/>
        </p:blipFill>
        <p:spPr>
          <a:xfrm>
            <a:off x="6970144" y="269317"/>
            <a:ext cx="4155056" cy="2077528"/>
          </a:xfrm>
          <a:prstGeom prst="rect">
            <a:avLst/>
          </a:prstGeom>
          <a:noFill/>
          <a:ln>
            <a:noFill/>
          </a:ln>
        </p:spPr>
      </p:pic>
      <p:pic>
        <p:nvPicPr>
          <p:cNvPr id="132" name="Google Shape;132;p3"/>
          <p:cNvPicPr preferRelativeResize="0"/>
          <p:nvPr/>
        </p:nvPicPr>
        <p:blipFill rotWithShape="1">
          <a:blip r:embed="rId7">
            <a:alphaModFix/>
          </a:blip>
          <a:srcRect b="0" l="0" r="0" t="0"/>
          <a:stretch/>
        </p:blipFill>
        <p:spPr>
          <a:xfrm>
            <a:off x="7064573" y="3572928"/>
            <a:ext cx="3966197" cy="2642478"/>
          </a:xfrm>
          <a:prstGeom prst="rect">
            <a:avLst/>
          </a:prstGeom>
          <a:noFill/>
          <a:ln>
            <a:noFill/>
          </a:ln>
        </p:spPr>
      </p:pic>
      <p:sp>
        <p:nvSpPr>
          <p:cNvPr id="133" name="Google Shape;133;p3"/>
          <p:cNvSpPr txBox="1"/>
          <p:nvPr/>
        </p:nvSpPr>
        <p:spPr>
          <a:xfrm>
            <a:off x="7102945" y="2346115"/>
            <a:ext cx="40222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Geo"/>
                <a:ea typeface="Geo"/>
                <a:cs typeface="Geo"/>
                <a:sym typeface="Geo"/>
              </a:rPr>
              <a:t>Posljednja večera</a:t>
            </a:r>
            <a:r>
              <a:rPr lang="en-US" sz="1800">
                <a:solidFill>
                  <a:schemeClr val="dk1"/>
                </a:solidFill>
                <a:latin typeface="Geo"/>
                <a:ea typeface="Geo"/>
                <a:cs typeface="Geo"/>
                <a:sym typeface="Geo"/>
              </a:rPr>
              <a:t>, Leonardo da Vinci</a:t>
            </a:r>
            <a:endParaRPr/>
          </a:p>
        </p:txBody>
      </p:sp>
      <p:sp>
        <p:nvSpPr>
          <p:cNvPr id="134" name="Google Shape;134;p3"/>
          <p:cNvSpPr txBox="1"/>
          <p:nvPr/>
        </p:nvSpPr>
        <p:spPr>
          <a:xfrm>
            <a:off x="7036543" y="6171762"/>
            <a:ext cx="357341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eo"/>
                <a:ea typeface="Geo"/>
                <a:cs typeface="Geo"/>
                <a:sym typeface="Geo"/>
              </a:rPr>
              <a:t>Leteća sprava, Leonardo da Vinci</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par>
                                <p:cTn fill="hold" nodeType="with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par>
                                <p:cTn fill="hold" nodeType="with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par>
                                <p:cTn fill="hold" nodeType="with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par>
                                <p:cTn fill="hold" nodeType="with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par>
                                <p:cTn fill="hold" nodeType="with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 name="Shape 138"/>
        <p:cNvGrpSpPr/>
        <p:nvPr/>
      </p:nvGrpSpPr>
      <p:grpSpPr>
        <a:xfrm>
          <a:off x="0" y="0"/>
          <a:ext cx="0" cy="0"/>
          <a:chOff x="0" y="0"/>
          <a:chExt cx="0" cy="0"/>
        </a:xfrm>
      </p:grpSpPr>
      <p:sp>
        <p:nvSpPr>
          <p:cNvPr id="139" name="Google Shape;139;p4"/>
          <p:cNvSpPr txBox="1"/>
          <p:nvPr>
            <p:ph type="title"/>
          </p:nvPr>
        </p:nvSpPr>
        <p:spPr>
          <a:xfrm>
            <a:off x="6579450" y="727627"/>
            <a:ext cx="4957553" cy="16459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800"/>
              <a:buFont typeface="Geo"/>
              <a:buNone/>
            </a:pPr>
            <a:r>
              <a:t/>
            </a:r>
            <a:endParaRPr/>
          </a:p>
        </p:txBody>
      </p:sp>
      <p:sp>
        <p:nvSpPr>
          <p:cNvPr id="140" name="Google Shape;140;p4"/>
          <p:cNvSpPr/>
          <p:nvPr/>
        </p:nvSpPr>
        <p:spPr>
          <a:xfrm>
            <a:off x="728836" y="721224"/>
            <a:ext cx="5367164" cy="541555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
        <p:nvSpPr>
          <p:cNvPr id="141" name="Google Shape;141;p4"/>
          <p:cNvSpPr/>
          <p:nvPr/>
        </p:nvSpPr>
        <p:spPr>
          <a:xfrm>
            <a:off x="885217" y="892220"/>
            <a:ext cx="5054517" cy="5097085"/>
          </a:xfrm>
          <a:prstGeom prst="rect">
            <a:avLst/>
          </a:prstGeom>
          <a:noFill/>
          <a:ln cap="sq" cmpd="sng" w="9525">
            <a:solidFill>
              <a:srgbClr val="40404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pic>
        <p:nvPicPr>
          <p:cNvPr descr="A person with a long beard and a hat&#10;&#10;Description automatically generated with low confidence" id="142" name="Google Shape;142;p4"/>
          <p:cNvPicPr preferRelativeResize="0"/>
          <p:nvPr/>
        </p:nvPicPr>
        <p:blipFill rotWithShape="1">
          <a:blip r:embed="rId3">
            <a:alphaModFix/>
          </a:blip>
          <a:srcRect b="0" l="0" r="0" t="0"/>
          <a:stretch/>
        </p:blipFill>
        <p:spPr>
          <a:xfrm>
            <a:off x="1425035" y="1206900"/>
            <a:ext cx="3974879" cy="4462365"/>
          </a:xfrm>
          <a:prstGeom prst="rect">
            <a:avLst/>
          </a:prstGeom>
          <a:noFill/>
          <a:ln>
            <a:noFill/>
          </a:ln>
        </p:spPr>
      </p:pic>
      <p:sp>
        <p:nvSpPr>
          <p:cNvPr id="143" name="Google Shape;143;p4"/>
          <p:cNvSpPr txBox="1"/>
          <p:nvPr>
            <p:ph idx="1" type="body"/>
          </p:nvPr>
        </p:nvSpPr>
        <p:spPr>
          <a:xfrm>
            <a:off x="6579450" y="2538919"/>
            <a:ext cx="4957554" cy="3496120"/>
          </a:xfrm>
          <a:prstGeom prst="rect">
            <a:avLst/>
          </a:prstGeom>
          <a:noFill/>
          <a:ln>
            <a:noFill/>
          </a:ln>
        </p:spPr>
        <p:txBody>
          <a:bodyPr anchorCtr="0" anchor="t" bIns="45700" lIns="91425" spcFirstLastPara="1" rIns="91425" wrap="square" tIns="45700">
            <a:normAutofit/>
          </a:bodyPr>
          <a:lstStyle/>
          <a:p>
            <a:pPr indent="-182880" lvl="0" marL="182880" rtl="0" algn="l">
              <a:lnSpc>
                <a:spcPct val="120000"/>
              </a:lnSpc>
              <a:spcBef>
                <a:spcPts val="0"/>
              </a:spcBef>
              <a:spcAft>
                <a:spcPts val="0"/>
              </a:spcAft>
              <a:buSzPts val="2000"/>
              <a:buChar char="◦"/>
            </a:pPr>
            <a:r>
              <a:rPr lang="en-US" sz="2000"/>
              <a:t>Istraži izume Leonarda da Vincija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800"/>
              <a:buFont typeface="Geo"/>
              <a:buNone/>
            </a:pPr>
            <a:r>
              <a:t/>
            </a:r>
            <a:endParaRPr/>
          </a:p>
        </p:txBody>
      </p:sp>
      <p:pic>
        <p:nvPicPr>
          <p:cNvPr id="149" name="Google Shape;149;p5"/>
          <p:cNvPicPr preferRelativeResize="0"/>
          <p:nvPr>
            <p:ph idx="1" type="body"/>
          </p:nvPr>
        </p:nvPicPr>
        <p:blipFill rotWithShape="1">
          <a:blip r:embed="rId3">
            <a:alphaModFix/>
          </a:blip>
          <a:srcRect b="0" l="0" r="0" t="0"/>
          <a:stretch/>
        </p:blipFill>
        <p:spPr>
          <a:xfrm>
            <a:off x="157162" y="123031"/>
            <a:ext cx="8497357" cy="6373018"/>
          </a:xfrm>
          <a:prstGeom prst="rect">
            <a:avLst/>
          </a:prstGeom>
          <a:noFill/>
          <a:ln>
            <a:noFill/>
          </a:ln>
        </p:spPr>
      </p:pic>
      <p:sp>
        <p:nvSpPr>
          <p:cNvPr id="150" name="Google Shape;150;p5"/>
          <p:cNvSpPr/>
          <p:nvPr/>
        </p:nvSpPr>
        <p:spPr>
          <a:xfrm>
            <a:off x="3814763" y="4029075"/>
            <a:ext cx="1271587" cy="14859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pic>
        <p:nvPicPr>
          <p:cNvPr descr="A picture containing text, person, group, people&#10;&#10;Description automatically generated" id="151" name="Google Shape;151;p5"/>
          <p:cNvPicPr preferRelativeResize="0"/>
          <p:nvPr/>
        </p:nvPicPr>
        <p:blipFill rotWithShape="1">
          <a:blip r:embed="rId4">
            <a:alphaModFix/>
          </a:blip>
          <a:srcRect b="0" l="0" r="0" t="0"/>
          <a:stretch/>
        </p:blipFill>
        <p:spPr>
          <a:xfrm>
            <a:off x="6896100" y="367527"/>
            <a:ext cx="4886627" cy="3661548"/>
          </a:xfrm>
          <a:prstGeom prst="rect">
            <a:avLst/>
          </a:prstGeom>
          <a:noFill/>
          <a:ln>
            <a:noFill/>
          </a:ln>
        </p:spPr>
      </p:pic>
      <p:sp>
        <p:nvSpPr>
          <p:cNvPr id="152" name="Google Shape;152;p5"/>
          <p:cNvSpPr txBox="1"/>
          <p:nvPr/>
        </p:nvSpPr>
        <p:spPr>
          <a:xfrm>
            <a:off x="8655619" y="5847786"/>
            <a:ext cx="302448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Times New Roman"/>
                <a:ea typeface="Times New Roman"/>
                <a:cs typeface="Times New Roman"/>
                <a:sym typeface="Times New Roman"/>
              </a:rPr>
              <a:t>Atenska škola</a:t>
            </a:r>
            <a:r>
              <a:rPr lang="en-US" sz="1800">
                <a:solidFill>
                  <a:schemeClr val="dk1"/>
                </a:solidFill>
                <a:latin typeface="Times New Roman"/>
                <a:ea typeface="Times New Roman"/>
                <a:cs typeface="Times New Roman"/>
                <a:sym typeface="Times New Roman"/>
              </a:rPr>
              <a:t>, Raffaello, Vatikanski muzeji </a:t>
            </a:r>
            <a:endParaRPr sz="1800">
              <a:solidFill>
                <a:schemeClr val="dk1"/>
              </a:solidFill>
              <a:latin typeface="Geo"/>
              <a:ea typeface="Geo"/>
              <a:cs typeface="Geo"/>
              <a:sym typeface="Geo"/>
            </a:endParaRPr>
          </a:p>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
        <p:nvSpPr>
          <p:cNvPr id="153" name="Google Shape;153;p5"/>
          <p:cNvSpPr/>
          <p:nvPr/>
        </p:nvSpPr>
        <p:spPr>
          <a:xfrm>
            <a:off x="7728502" y="2173490"/>
            <a:ext cx="1556836"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B0E2D1"/>
                </a:solidFill>
                <a:latin typeface="Geo"/>
                <a:ea typeface="Geo"/>
                <a:cs typeface="Geo"/>
                <a:sym typeface="Geo"/>
              </a:rPr>
              <a:t>PLATON</a:t>
            </a:r>
            <a:endParaRPr b="1" sz="2400" cap="none">
              <a:solidFill>
                <a:srgbClr val="B0E2D1"/>
              </a:solidFill>
              <a:latin typeface="Geo"/>
              <a:ea typeface="Geo"/>
              <a:cs typeface="Geo"/>
              <a:sym typeface="Geo"/>
            </a:endParaRPr>
          </a:p>
        </p:txBody>
      </p:sp>
      <p:sp>
        <p:nvSpPr>
          <p:cNvPr id="154" name="Google Shape;154;p5"/>
          <p:cNvSpPr/>
          <p:nvPr/>
        </p:nvSpPr>
        <p:spPr>
          <a:xfrm>
            <a:off x="8849880" y="2586336"/>
            <a:ext cx="210666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cap="none">
                <a:solidFill>
                  <a:srgbClr val="FFC000"/>
                </a:solidFill>
                <a:latin typeface="Geo"/>
                <a:ea typeface="Geo"/>
                <a:cs typeface="Geo"/>
                <a:sym typeface="Geo"/>
              </a:rPr>
              <a:t>ARISTOTEL</a:t>
            </a:r>
            <a:endParaRPr/>
          </a:p>
        </p:txBody>
      </p:sp>
      <p:sp>
        <p:nvSpPr>
          <p:cNvPr id="155" name="Google Shape;155;p5"/>
          <p:cNvSpPr/>
          <p:nvPr/>
        </p:nvSpPr>
        <p:spPr>
          <a:xfrm>
            <a:off x="7886700" y="642594"/>
            <a:ext cx="620220" cy="814731"/>
          </a:xfrm>
          <a:prstGeom prst="ellipse">
            <a:avLst/>
          </a:prstGeom>
          <a:noFill/>
          <a:ln cap="flat" cmpd="sng" w="127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sp>
        <p:nvSpPr>
          <p:cNvPr id="156" name="Google Shape;156;p5"/>
          <p:cNvSpPr/>
          <p:nvPr/>
        </p:nvSpPr>
        <p:spPr>
          <a:xfrm>
            <a:off x="9024899" y="1164558"/>
            <a:ext cx="620220" cy="814731"/>
          </a:xfrm>
          <a:prstGeom prst="ellipse">
            <a:avLst/>
          </a:prstGeom>
          <a:noFill/>
          <a:ln cap="flat" cmpd="sng" w="127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800"/>
              <a:buFont typeface="Geo"/>
              <a:buNone/>
            </a:pPr>
            <a:r>
              <a:t/>
            </a:r>
            <a:endParaRPr/>
          </a:p>
        </p:txBody>
      </p:sp>
      <p:pic>
        <p:nvPicPr>
          <p:cNvPr id="162" name="Google Shape;162;p6"/>
          <p:cNvPicPr preferRelativeResize="0"/>
          <p:nvPr>
            <p:ph idx="1" type="body"/>
          </p:nvPr>
        </p:nvPicPr>
        <p:blipFill rotWithShape="1">
          <a:blip r:embed="rId3">
            <a:alphaModFix/>
          </a:blip>
          <a:srcRect b="0" l="0" r="0" t="0"/>
          <a:stretch/>
        </p:blipFill>
        <p:spPr>
          <a:xfrm>
            <a:off x="465987" y="280358"/>
            <a:ext cx="10956708" cy="6297283"/>
          </a:xfrm>
          <a:prstGeom prst="rect">
            <a:avLst/>
          </a:prstGeom>
          <a:noFill/>
          <a:ln>
            <a:noFill/>
          </a:ln>
        </p:spPr>
      </p:pic>
      <p:sp>
        <p:nvSpPr>
          <p:cNvPr id="163" name="Google Shape;163;p6"/>
          <p:cNvSpPr/>
          <p:nvPr/>
        </p:nvSpPr>
        <p:spPr>
          <a:xfrm>
            <a:off x="6469812" y="3929407"/>
            <a:ext cx="879894" cy="914400"/>
          </a:xfrm>
          <a:prstGeom prst="ellipse">
            <a:avLst/>
          </a:prstGeom>
          <a:noFill/>
          <a:ln cap="flat" cmpd="sng" w="571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7" name="Shape 167"/>
        <p:cNvGrpSpPr/>
        <p:nvPr/>
      </p:nvGrpSpPr>
      <p:grpSpPr>
        <a:xfrm>
          <a:off x="0" y="0"/>
          <a:ext cx="0" cy="0"/>
          <a:chOff x="0" y="0"/>
          <a:chExt cx="0" cy="0"/>
        </a:xfrm>
      </p:grpSpPr>
      <p:sp>
        <p:nvSpPr>
          <p:cNvPr id="168" name="Google Shape;168;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sp>
        <p:nvSpPr>
          <p:cNvPr id="169" name="Google Shape;169;p7"/>
          <p:cNvSpPr/>
          <p:nvPr/>
        </p:nvSpPr>
        <p:spPr>
          <a:xfrm>
            <a:off x="184393" y="237744"/>
            <a:ext cx="7652977" cy="6382512"/>
          </a:xfrm>
          <a:prstGeom prst="rect">
            <a:avLst/>
          </a:prstGeom>
          <a:solidFill>
            <a:srgbClr val="BFBFBF">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eo"/>
              <a:ea typeface="Geo"/>
              <a:cs typeface="Geo"/>
              <a:sym typeface="Geo"/>
            </a:endParaRPr>
          </a:p>
        </p:txBody>
      </p:sp>
      <p:sp>
        <p:nvSpPr>
          <p:cNvPr id="170" name="Google Shape;170;p7"/>
          <p:cNvSpPr/>
          <p:nvPr/>
        </p:nvSpPr>
        <p:spPr>
          <a:xfrm>
            <a:off x="321553" y="374904"/>
            <a:ext cx="7340156" cy="6108192"/>
          </a:xfrm>
          <a:prstGeom prst="rect">
            <a:avLst/>
          </a:prstGeom>
          <a:noFill/>
          <a:ln cap="sq" cmpd="sng" w="9525">
            <a:solidFill>
              <a:srgbClr val="3F3F3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eo"/>
              <a:ea typeface="Geo"/>
              <a:cs typeface="Geo"/>
              <a:sym typeface="Geo"/>
            </a:endParaRPr>
          </a:p>
        </p:txBody>
      </p:sp>
      <p:sp>
        <p:nvSpPr>
          <p:cNvPr id="171" name="Google Shape;171;p7"/>
          <p:cNvSpPr txBox="1"/>
          <p:nvPr>
            <p:ph type="title"/>
          </p:nvPr>
        </p:nvSpPr>
        <p:spPr>
          <a:xfrm>
            <a:off x="868680" y="124226"/>
            <a:ext cx="6281928" cy="1744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800"/>
              <a:buFont typeface="Geo"/>
              <a:buNone/>
            </a:pPr>
            <a:r>
              <a:rPr lang="en-US"/>
              <a:t>Firenca</a:t>
            </a:r>
            <a:endParaRPr/>
          </a:p>
        </p:txBody>
      </p:sp>
      <p:sp>
        <p:nvSpPr>
          <p:cNvPr id="172" name="Google Shape;172;p7"/>
          <p:cNvSpPr txBox="1"/>
          <p:nvPr>
            <p:ph idx="1" type="body"/>
          </p:nvPr>
        </p:nvSpPr>
        <p:spPr>
          <a:xfrm>
            <a:off x="759513" y="1376172"/>
            <a:ext cx="6281928" cy="3648456"/>
          </a:xfrm>
          <a:prstGeom prst="rect">
            <a:avLst/>
          </a:prstGeom>
          <a:noFill/>
          <a:ln>
            <a:noFill/>
          </a:ln>
        </p:spPr>
        <p:txBody>
          <a:bodyPr anchorCtr="0" anchor="t" bIns="45700" lIns="91425" spcFirstLastPara="1" rIns="91425" wrap="square" tIns="45700">
            <a:normAutofit/>
          </a:bodyPr>
          <a:lstStyle/>
          <a:p>
            <a:pPr indent="-182880" lvl="0" marL="182880" rtl="0" algn="l">
              <a:lnSpc>
                <a:spcPct val="120000"/>
              </a:lnSpc>
              <a:spcBef>
                <a:spcPts val="0"/>
              </a:spcBef>
              <a:spcAft>
                <a:spcPts val="0"/>
              </a:spcAft>
              <a:buSzPts val="2400"/>
              <a:buChar char="◦"/>
            </a:pPr>
            <a:r>
              <a:rPr lang="en-US" sz="2400"/>
              <a:t>najranije humanističke ideje pronalazimo u djelima trojice talijanskih pjesnika: Dantea, Petrarce i Boccaccia</a:t>
            </a:r>
            <a:endParaRPr sz="2400"/>
          </a:p>
          <a:p>
            <a:pPr indent="-93979" lvl="0" marL="182880" rtl="0" algn="l">
              <a:lnSpc>
                <a:spcPct val="120000"/>
              </a:lnSpc>
              <a:spcBef>
                <a:spcPts val="900"/>
              </a:spcBef>
              <a:spcAft>
                <a:spcPts val="0"/>
              </a:spcAft>
              <a:buSzPts val="1400"/>
              <a:buNone/>
            </a:pPr>
            <a:r>
              <a:t/>
            </a:r>
            <a:endParaRPr/>
          </a:p>
        </p:txBody>
      </p:sp>
      <p:pic>
        <p:nvPicPr>
          <p:cNvPr descr="A picture containing sky, outdoor, grass&#10;&#10;Description automatically generated" id="173" name="Google Shape;173;p7"/>
          <p:cNvPicPr preferRelativeResize="0"/>
          <p:nvPr/>
        </p:nvPicPr>
        <p:blipFill rotWithShape="1">
          <a:blip r:embed="rId3">
            <a:alphaModFix/>
          </a:blip>
          <a:srcRect b="-2" l="0" r="13730" t="0"/>
          <a:stretch/>
        </p:blipFill>
        <p:spPr>
          <a:xfrm>
            <a:off x="7837371" y="237744"/>
            <a:ext cx="4124416" cy="3191256"/>
          </a:xfrm>
          <a:prstGeom prst="rect">
            <a:avLst/>
          </a:prstGeom>
          <a:noFill/>
          <a:ln>
            <a:noFill/>
          </a:ln>
        </p:spPr>
      </p:pic>
      <p:pic>
        <p:nvPicPr>
          <p:cNvPr descr="A picture containing text, sky, outdoor, building&#10;&#10;Description automatically generated" id="174" name="Google Shape;174;p7"/>
          <p:cNvPicPr preferRelativeResize="0"/>
          <p:nvPr/>
        </p:nvPicPr>
        <p:blipFill rotWithShape="1">
          <a:blip r:embed="rId4">
            <a:alphaModFix/>
          </a:blip>
          <a:srcRect b="-2" l="2499" r="11231" t="0"/>
          <a:stretch/>
        </p:blipFill>
        <p:spPr>
          <a:xfrm>
            <a:off x="7837370" y="3429000"/>
            <a:ext cx="4124416" cy="3191256"/>
          </a:xfrm>
          <a:prstGeom prst="rect">
            <a:avLst/>
          </a:prstGeom>
          <a:noFill/>
          <a:ln>
            <a:noFill/>
          </a:ln>
        </p:spPr>
      </p:pic>
      <p:pic>
        <p:nvPicPr>
          <p:cNvPr id="175" name="Google Shape;175;p7"/>
          <p:cNvPicPr preferRelativeResize="0"/>
          <p:nvPr/>
        </p:nvPicPr>
        <p:blipFill rotWithShape="1">
          <a:blip r:embed="rId5">
            <a:alphaModFix/>
          </a:blip>
          <a:srcRect b="0" l="0" r="0" t="0"/>
          <a:stretch/>
        </p:blipFill>
        <p:spPr>
          <a:xfrm>
            <a:off x="868679" y="3422933"/>
            <a:ext cx="5650302" cy="273097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8"/>
          <p:cNvSpPr txBox="1"/>
          <p:nvPr>
            <p:ph idx="1" type="body"/>
          </p:nvPr>
        </p:nvSpPr>
        <p:spPr>
          <a:xfrm>
            <a:off x="335281" y="488255"/>
            <a:ext cx="5394960" cy="5601994"/>
          </a:xfrm>
          <a:prstGeom prst="rect">
            <a:avLst/>
          </a:prstGeom>
          <a:noFill/>
          <a:ln>
            <a:noFill/>
          </a:ln>
        </p:spPr>
        <p:txBody>
          <a:bodyPr anchorCtr="0" anchor="t" bIns="45700" lIns="91425" spcFirstLastPara="1" rIns="91425" wrap="square" tIns="45700">
            <a:normAutofit/>
          </a:bodyPr>
          <a:lstStyle/>
          <a:p>
            <a:pPr indent="-182880" lvl="0" marL="182880" rtl="0" algn="l">
              <a:lnSpc>
                <a:spcPct val="120000"/>
              </a:lnSpc>
              <a:spcBef>
                <a:spcPts val="0"/>
              </a:spcBef>
              <a:spcAft>
                <a:spcPts val="0"/>
              </a:spcAft>
              <a:buSzPts val="2000"/>
              <a:buChar char="◦"/>
            </a:pPr>
            <a:r>
              <a:rPr lang="en-US" sz="2000"/>
              <a:t>Ako ćemo bilo koje doba zvati zlatnim, to zasigurno mora biti naše, koje je dalo obilje zlatnih umova. Moramo pogledati samo današnje inovacije. Jer ovo stoljeće, poput zlatnoga doba, ponovno je na svjetlo dana donijelo slobodne vještine koje su bile skoro mrtve: gramatika, poezija, retorika, slikarstvo, kiparstvo, arhitektura, glazba (...) i sve to u Firenci. </a:t>
            </a:r>
            <a:endParaRPr/>
          </a:p>
          <a:p>
            <a:pPr indent="-68579" lvl="0" marL="182880" rtl="0" algn="l">
              <a:lnSpc>
                <a:spcPct val="120000"/>
              </a:lnSpc>
              <a:spcBef>
                <a:spcPts val="900"/>
              </a:spcBef>
              <a:spcAft>
                <a:spcPts val="0"/>
              </a:spcAft>
              <a:buSzPts val="1800"/>
              <a:buNone/>
            </a:pPr>
            <a:r>
              <a:t/>
            </a:r>
            <a:endParaRPr/>
          </a:p>
          <a:p>
            <a:pPr indent="0" lvl="0" marL="0" rtl="0" algn="l">
              <a:lnSpc>
                <a:spcPct val="120000"/>
              </a:lnSpc>
              <a:spcBef>
                <a:spcPts val="900"/>
              </a:spcBef>
              <a:spcAft>
                <a:spcPts val="0"/>
              </a:spcAft>
              <a:buSzPts val="1800"/>
              <a:buNone/>
            </a:pPr>
            <a:r>
              <a:rPr lang="en-US"/>
              <a:t>Talijanski filozof Marsilio Ficino, 1492.</a:t>
            </a:r>
            <a:endParaRPr/>
          </a:p>
          <a:p>
            <a:pPr indent="-68579" lvl="0" marL="182880" rtl="0" algn="l">
              <a:lnSpc>
                <a:spcPct val="120000"/>
              </a:lnSpc>
              <a:spcBef>
                <a:spcPts val="900"/>
              </a:spcBef>
              <a:spcAft>
                <a:spcPts val="0"/>
              </a:spcAft>
              <a:buSzPts val="1800"/>
              <a:buNone/>
            </a:pPr>
            <a:r>
              <a:t/>
            </a:r>
            <a:endParaRPr/>
          </a:p>
        </p:txBody>
      </p:sp>
      <p:sp>
        <p:nvSpPr>
          <p:cNvPr id="181" name="Google Shape;181;p8"/>
          <p:cNvSpPr txBox="1"/>
          <p:nvPr>
            <p:ph idx="2" type="body"/>
          </p:nvPr>
        </p:nvSpPr>
        <p:spPr>
          <a:xfrm>
            <a:off x="6095999" y="488255"/>
            <a:ext cx="5760719" cy="5981556"/>
          </a:xfrm>
          <a:prstGeom prst="rect">
            <a:avLst/>
          </a:prstGeom>
          <a:noFill/>
          <a:ln>
            <a:noFill/>
          </a:ln>
        </p:spPr>
        <p:txBody>
          <a:bodyPr anchorCtr="0" anchor="t" bIns="45700" lIns="91425" spcFirstLastPara="1" rIns="91425" wrap="square" tIns="45700">
            <a:normAutofit/>
          </a:bodyPr>
          <a:lstStyle/>
          <a:p>
            <a:pPr indent="-182880" lvl="0" marL="182880" rtl="0" algn="l">
              <a:lnSpc>
                <a:spcPct val="120000"/>
              </a:lnSpc>
              <a:spcBef>
                <a:spcPts val="0"/>
              </a:spcBef>
              <a:spcAft>
                <a:spcPts val="0"/>
              </a:spcAft>
              <a:buSzPts val="2000"/>
              <a:buChar char="◦"/>
            </a:pPr>
            <a:r>
              <a:rPr lang="en-US" sz="2000"/>
              <a:t>Pogledajte običaje Firence, kako žene Firence udaju svoje kćeri. Predstavljaju ih i dotjeruju ih kako bi izgledale kao nimfe, i odmah ih odvedu u katedralu. To su vaši idoli koje ste stavili u moj hram (...) Bilo bi vam dobro da uništite te likove koji su naslikani tako nečasno. Učinili ste da je Djevica Marija prikazana obučena kao kurva. </a:t>
            </a:r>
            <a:endParaRPr/>
          </a:p>
          <a:p>
            <a:pPr indent="0" lvl="0" marL="0" rtl="0" algn="l">
              <a:lnSpc>
                <a:spcPct val="120000"/>
              </a:lnSpc>
              <a:spcBef>
                <a:spcPts val="900"/>
              </a:spcBef>
              <a:spcAft>
                <a:spcPts val="0"/>
              </a:spcAft>
              <a:buSzPts val="1800"/>
              <a:buNone/>
            </a:pPr>
            <a:r>
              <a:t/>
            </a:r>
            <a:endParaRPr/>
          </a:p>
          <a:p>
            <a:pPr indent="0" lvl="0" marL="0" rtl="0" algn="l">
              <a:lnSpc>
                <a:spcPct val="120000"/>
              </a:lnSpc>
              <a:spcBef>
                <a:spcPts val="900"/>
              </a:spcBef>
              <a:spcAft>
                <a:spcPts val="0"/>
              </a:spcAft>
              <a:buSzPts val="1800"/>
              <a:buNone/>
            </a:pPr>
            <a:r>
              <a:rPr lang="en-US"/>
              <a:t>Girolamo Savonarola (15. st.), dominikanski propovjednik</a:t>
            </a:r>
            <a:endParaRPr/>
          </a:p>
          <a:p>
            <a:pPr indent="-68579" lvl="0" marL="182880" rtl="0" algn="l">
              <a:lnSpc>
                <a:spcPct val="120000"/>
              </a:lnSpc>
              <a:spcBef>
                <a:spcPts val="900"/>
              </a:spcBef>
              <a:spcAft>
                <a:spcPts val="0"/>
              </a:spcAft>
              <a:buSzPts val="1800"/>
              <a:buNone/>
            </a:pPr>
            <a:r>
              <a:t/>
            </a:r>
            <a:endParaRPr/>
          </a:p>
        </p:txBody>
      </p:sp>
      <p:sp>
        <p:nvSpPr>
          <p:cNvPr id="182" name="Google Shape;182;p8"/>
          <p:cNvSpPr txBox="1"/>
          <p:nvPr/>
        </p:nvSpPr>
        <p:spPr>
          <a:xfrm>
            <a:off x="4027903" y="5846525"/>
            <a:ext cx="413619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C00000"/>
                </a:solidFill>
                <a:latin typeface="Arial"/>
                <a:ea typeface="Arial"/>
                <a:cs typeface="Arial"/>
                <a:sym typeface="Arial"/>
              </a:rPr>
              <a:t>Pogled na razvoj Firence</a:t>
            </a:r>
            <a:endParaRPr/>
          </a:p>
        </p:txBody>
      </p:sp>
      <p:pic>
        <p:nvPicPr>
          <p:cNvPr id="183" name="Google Shape;183;p8"/>
          <p:cNvPicPr preferRelativeResize="0"/>
          <p:nvPr/>
        </p:nvPicPr>
        <p:blipFill rotWithShape="1">
          <a:blip r:embed="rId3">
            <a:alphaModFix/>
          </a:blip>
          <a:srcRect b="0" l="0" r="0" t="0"/>
          <a:stretch/>
        </p:blipFill>
        <p:spPr>
          <a:xfrm>
            <a:off x="871747" y="4785458"/>
            <a:ext cx="3156156" cy="1813977"/>
          </a:xfrm>
          <a:prstGeom prst="rect">
            <a:avLst/>
          </a:prstGeom>
          <a:noFill/>
          <a:ln>
            <a:noFill/>
          </a:ln>
        </p:spPr>
      </p:pic>
      <p:pic>
        <p:nvPicPr>
          <p:cNvPr id="184" name="Google Shape;184;p8"/>
          <p:cNvPicPr preferRelativeResize="0"/>
          <p:nvPr/>
        </p:nvPicPr>
        <p:blipFill rotWithShape="1">
          <a:blip r:embed="rId4">
            <a:alphaModFix/>
          </a:blip>
          <a:srcRect b="0" l="0" r="0" t="0"/>
          <a:stretch/>
        </p:blipFill>
        <p:spPr>
          <a:xfrm>
            <a:off x="8199790" y="4555768"/>
            <a:ext cx="3156157" cy="181397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500"/>
                                        <p:tgtEl>
                                          <p:spTgt spid="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0" st="0"/>
                                            </p:txEl>
                                          </p:spTgt>
                                        </p:tgtEl>
                                        <p:attrNameLst>
                                          <p:attrName>style.visibility</p:attrName>
                                        </p:attrNameLst>
                                      </p:cBhvr>
                                      <p:to>
                                        <p:strVal val="visible"/>
                                      </p:to>
                                    </p:set>
                                    <p:animEffect filter="fade" transition="in">
                                      <p:cBhvr>
                                        <p:cTn dur="500"/>
                                        <p:tgtEl>
                                          <p:spTgt spid="1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1" st="1"/>
                                            </p:txEl>
                                          </p:spTgt>
                                        </p:tgtEl>
                                        <p:attrNameLst>
                                          <p:attrName>style.visibility</p:attrName>
                                        </p:attrNameLst>
                                      </p:cBhvr>
                                      <p:to>
                                        <p:strVal val="visible"/>
                                      </p:to>
                                    </p:set>
                                    <p:animEffect filter="fade" transition="in">
                                      <p:cBhvr>
                                        <p:cTn dur="500"/>
                                        <p:tgtEl>
                                          <p:spTgt spid="1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2" st="2"/>
                                            </p:txEl>
                                          </p:spTgt>
                                        </p:tgtEl>
                                        <p:attrNameLst>
                                          <p:attrName>style.visibility</p:attrName>
                                        </p:attrNameLst>
                                      </p:cBhvr>
                                      <p:to>
                                        <p:strVal val="visible"/>
                                      </p:to>
                                    </p:set>
                                    <p:animEffect filter="fade" transition="in">
                                      <p:cBhvr>
                                        <p:cTn dur="500"/>
                                        <p:tgtEl>
                                          <p:spTgt spid="1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3" st="3"/>
                                            </p:txEl>
                                          </p:spTgt>
                                        </p:tgtEl>
                                        <p:attrNameLst>
                                          <p:attrName>style.visibility</p:attrName>
                                        </p:attrNameLst>
                                      </p:cBhvr>
                                      <p:to>
                                        <p:strVal val="visible"/>
                                      </p:to>
                                    </p:set>
                                    <p:animEffect filter="fade" transition="in">
                                      <p:cBhvr>
                                        <p:cTn dur="500"/>
                                        <p:tgtEl>
                                          <p:spTgt spid="1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animEffect filter="fade" transition="in">
                                      <p:cBhvr>
                                        <p:cTn dur="500"/>
                                        <p:tgtEl>
                                          <p:spTgt spid="1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animEffect filter="fade" transition="in">
                                      <p:cBhvr>
                                        <p:cTn dur="500"/>
                                        <p:tgtEl>
                                          <p:spTgt spid="1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2" st="2"/>
                                            </p:txEl>
                                          </p:spTgt>
                                        </p:tgtEl>
                                        <p:attrNameLst>
                                          <p:attrName>style.visibility</p:attrName>
                                        </p:attrNameLst>
                                      </p:cBhvr>
                                      <p:to>
                                        <p:strVal val="visible"/>
                                      </p:to>
                                    </p:set>
                                    <p:animEffect filter="fade" transition="in">
                                      <p:cBhvr>
                                        <p:cTn dur="500"/>
                                        <p:tgtEl>
                                          <p:spTgt spid="18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3" st="3"/>
                                            </p:txEl>
                                          </p:spTgt>
                                        </p:tgtEl>
                                        <p:attrNameLst>
                                          <p:attrName>style.visibility</p:attrName>
                                        </p:attrNameLst>
                                      </p:cBhvr>
                                      <p:to>
                                        <p:strVal val="visible"/>
                                      </p:to>
                                    </p:set>
                                    <p:animEffect filter="fade" transition="in">
                                      <p:cBhvr>
                                        <p:cTn dur="500"/>
                                        <p:tgtEl>
                                          <p:spTgt spid="18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par>
                                <p:cTn fill="hold" nodeType="with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9"/>
          <p:cNvSpPr txBox="1"/>
          <p:nvPr>
            <p:ph type="title"/>
          </p:nvPr>
        </p:nvSpPr>
        <p:spPr>
          <a:xfrm>
            <a:off x="1066800" y="245382"/>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800"/>
              <a:buFont typeface="Geo"/>
              <a:buNone/>
            </a:pPr>
            <a:r>
              <a:rPr lang="en-US"/>
              <a:t>Uzroci i žarišta humanizma</a:t>
            </a:r>
            <a:endParaRPr/>
          </a:p>
        </p:txBody>
      </p:sp>
      <p:sp>
        <p:nvSpPr>
          <p:cNvPr id="190" name="Google Shape;190;p9"/>
          <p:cNvSpPr txBox="1"/>
          <p:nvPr>
            <p:ph idx="1" type="body"/>
          </p:nvPr>
        </p:nvSpPr>
        <p:spPr>
          <a:xfrm>
            <a:off x="671513" y="1071564"/>
            <a:ext cx="10256917" cy="5363960"/>
          </a:xfrm>
          <a:prstGeom prst="rect">
            <a:avLst/>
          </a:prstGeom>
          <a:noFill/>
          <a:ln>
            <a:noFill/>
          </a:ln>
        </p:spPr>
        <p:txBody>
          <a:bodyPr anchorCtr="0" anchor="t" bIns="45700" lIns="91425" spcFirstLastPara="1" rIns="91425" wrap="square" tIns="45700">
            <a:normAutofit fontScale="92500" lnSpcReduction="10000"/>
          </a:bodyPr>
          <a:lstStyle/>
          <a:p>
            <a:pPr indent="-182880" lvl="0" marL="182880" rtl="0" algn="l">
              <a:lnSpc>
                <a:spcPct val="120000"/>
              </a:lnSpc>
              <a:spcBef>
                <a:spcPts val="0"/>
              </a:spcBef>
              <a:spcAft>
                <a:spcPts val="0"/>
              </a:spcAft>
              <a:buSzPct val="100000"/>
              <a:buChar char="◦"/>
            </a:pPr>
            <a:r>
              <a:rPr lang="en-US" sz="2600"/>
              <a:t>književni i kulturni pokret</a:t>
            </a:r>
            <a:endParaRPr/>
          </a:p>
          <a:p>
            <a:pPr indent="-182879" lvl="1" marL="457200" rtl="0" algn="l">
              <a:lnSpc>
                <a:spcPct val="120000"/>
              </a:lnSpc>
              <a:spcBef>
                <a:spcPts val="500"/>
              </a:spcBef>
              <a:spcAft>
                <a:spcPts val="0"/>
              </a:spcAft>
              <a:buSzPct val="100000"/>
              <a:buChar char="◦"/>
            </a:pPr>
            <a:r>
              <a:rPr lang="en-US" sz="2200"/>
              <a:t>središnja tema književnih i umjetničkih djela postaje čovjek</a:t>
            </a:r>
            <a:endParaRPr/>
          </a:p>
          <a:p>
            <a:pPr indent="-182911" lvl="2" marL="731520" rtl="0" algn="l">
              <a:lnSpc>
                <a:spcPct val="120000"/>
              </a:lnSpc>
              <a:spcBef>
                <a:spcPts val="500"/>
              </a:spcBef>
              <a:spcAft>
                <a:spcPts val="0"/>
              </a:spcAft>
              <a:buSzPct val="100000"/>
              <a:buChar char="◦"/>
            </a:pPr>
            <a:r>
              <a:rPr lang="en-US" sz="1900"/>
              <a:t>u ranijim razdobljima to je bio Bog</a:t>
            </a:r>
            <a:endParaRPr/>
          </a:p>
          <a:p>
            <a:pPr indent="-182879" lvl="1" marL="457200" rtl="0" algn="l">
              <a:lnSpc>
                <a:spcPct val="120000"/>
              </a:lnSpc>
              <a:spcBef>
                <a:spcPts val="500"/>
              </a:spcBef>
              <a:spcAft>
                <a:spcPts val="0"/>
              </a:spcAft>
              <a:buSzPct val="100000"/>
              <a:buChar char="◦"/>
            </a:pPr>
            <a:r>
              <a:rPr lang="en-US" sz="2200"/>
              <a:t>inspiraciju pronalaze u antičkim djelima</a:t>
            </a:r>
            <a:endParaRPr/>
          </a:p>
          <a:p>
            <a:pPr indent="-182911" lvl="2" marL="731520" rtl="0" algn="l">
              <a:lnSpc>
                <a:spcPct val="120000"/>
              </a:lnSpc>
              <a:spcBef>
                <a:spcPts val="500"/>
              </a:spcBef>
              <a:spcAft>
                <a:spcPts val="0"/>
              </a:spcAft>
              <a:buSzPct val="100000"/>
              <a:buChar char="◦"/>
            </a:pPr>
            <a:r>
              <a:rPr lang="en-US" sz="1900"/>
              <a:t>začetnici humanizma su Dante Alighieri (Božanstvena komedija), Francesco Petrarca (Kanconijer), Giovanni Bocaccio (Dekameron) 🡪 preteče renesanse</a:t>
            </a:r>
            <a:endParaRPr sz="1900"/>
          </a:p>
          <a:p>
            <a:pPr indent="-182880" lvl="0" marL="182880" rtl="0" algn="l">
              <a:lnSpc>
                <a:spcPct val="120000"/>
              </a:lnSpc>
              <a:spcBef>
                <a:spcPts val="900"/>
              </a:spcBef>
              <a:spcAft>
                <a:spcPts val="0"/>
              </a:spcAft>
              <a:buSzPct val="100000"/>
              <a:buChar char="◦"/>
            </a:pPr>
            <a:r>
              <a:rPr lang="en-US" sz="2600"/>
              <a:t>kolijevka humanizma: Italija </a:t>
            </a:r>
            <a:endParaRPr/>
          </a:p>
          <a:p>
            <a:pPr indent="-182879" lvl="1" marL="457200" rtl="0" algn="l">
              <a:lnSpc>
                <a:spcPct val="120000"/>
              </a:lnSpc>
              <a:spcBef>
                <a:spcPts val="500"/>
              </a:spcBef>
              <a:spcAft>
                <a:spcPts val="0"/>
              </a:spcAft>
              <a:buSzPct val="100000"/>
              <a:buChar char="◦"/>
            </a:pPr>
            <a:r>
              <a:rPr lang="en-US" sz="2200"/>
              <a:t>pogoduje gospodarski procvat (trgovina između Zapada i Istoka – Venecija i Genova) </a:t>
            </a:r>
            <a:endParaRPr/>
          </a:p>
          <a:p>
            <a:pPr indent="-182879" lvl="1" marL="457200" rtl="0" algn="l">
              <a:lnSpc>
                <a:spcPct val="120000"/>
              </a:lnSpc>
              <a:spcBef>
                <a:spcPts val="500"/>
              </a:spcBef>
              <a:spcAft>
                <a:spcPts val="0"/>
              </a:spcAft>
              <a:buSzPct val="100000"/>
              <a:buChar char="◦"/>
            </a:pPr>
            <a:r>
              <a:rPr lang="en-US" sz="2200"/>
              <a:t>pomažu ga bogataši iz redova plemstva i građanstva</a:t>
            </a:r>
            <a:endParaRPr/>
          </a:p>
          <a:p>
            <a:pPr indent="-182880" lvl="0" marL="182880" rtl="0" algn="l">
              <a:lnSpc>
                <a:spcPct val="120000"/>
              </a:lnSpc>
              <a:spcBef>
                <a:spcPts val="900"/>
              </a:spcBef>
              <a:spcAft>
                <a:spcPts val="0"/>
              </a:spcAft>
              <a:buSzPct val="100000"/>
              <a:buChar char="◦"/>
            </a:pPr>
            <a:r>
              <a:rPr lang="en-US" sz="2600"/>
              <a:t>SREDIŠTA</a:t>
            </a:r>
            <a:endParaRPr/>
          </a:p>
          <a:p>
            <a:pPr indent="-182879" lvl="1" marL="457200" rtl="0" algn="l">
              <a:lnSpc>
                <a:spcPct val="120000"/>
              </a:lnSpc>
              <a:spcBef>
                <a:spcPts val="500"/>
              </a:spcBef>
              <a:spcAft>
                <a:spcPts val="0"/>
              </a:spcAft>
              <a:buSzPct val="100000"/>
              <a:buChar char="◦"/>
            </a:pPr>
            <a:r>
              <a:rPr lang="en-US" sz="2200"/>
              <a:t>Rim i Firenca</a:t>
            </a:r>
            <a:endParaRPr/>
          </a:p>
          <a:p>
            <a:pPr indent="-182911" lvl="2" marL="731520" rtl="0" algn="l">
              <a:lnSpc>
                <a:spcPct val="120000"/>
              </a:lnSpc>
              <a:spcBef>
                <a:spcPts val="500"/>
              </a:spcBef>
              <a:spcAft>
                <a:spcPts val="0"/>
              </a:spcAft>
              <a:buSzPct val="100000"/>
              <a:buChar char="◦"/>
            </a:pPr>
            <a:r>
              <a:rPr lang="en-US" sz="1900"/>
              <a:t>papa Nikola V. osnovao Vatikansku knjižnicu</a:t>
            </a:r>
            <a:endParaRPr/>
          </a:p>
          <a:p>
            <a:pPr indent="-182911" lvl="2" marL="731520" rtl="0" algn="l">
              <a:lnSpc>
                <a:spcPct val="120000"/>
              </a:lnSpc>
              <a:spcBef>
                <a:spcPts val="500"/>
              </a:spcBef>
              <a:spcAft>
                <a:spcPts val="0"/>
              </a:spcAft>
              <a:buSzPct val="100000"/>
              <a:buChar char="◦"/>
            </a:pPr>
            <a:r>
              <a:rPr lang="en-US" sz="1900"/>
              <a:t>u Firenci – obitelj Medici</a:t>
            </a:r>
            <a:endParaRPr/>
          </a:p>
          <a:p>
            <a:pPr indent="-100647" lvl="0" marL="182880" rtl="0" algn="l">
              <a:lnSpc>
                <a:spcPct val="120000"/>
              </a:lnSpc>
              <a:spcBef>
                <a:spcPts val="900"/>
              </a:spcBef>
              <a:spcAft>
                <a:spcPts val="0"/>
              </a:spcAft>
              <a:buSzPct val="100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0"/>
          <p:cNvSpPr txBox="1"/>
          <p:nvPr>
            <p:ph idx="1" type="body"/>
          </p:nvPr>
        </p:nvSpPr>
        <p:spPr>
          <a:xfrm>
            <a:off x="623886" y="531494"/>
            <a:ext cx="10642211" cy="6162603"/>
          </a:xfrm>
          <a:prstGeom prst="rect">
            <a:avLst/>
          </a:prstGeom>
          <a:noFill/>
          <a:ln>
            <a:noFill/>
          </a:ln>
        </p:spPr>
        <p:txBody>
          <a:bodyPr anchorCtr="0" anchor="t" bIns="45700" lIns="91425" spcFirstLastPara="1" rIns="91425" wrap="square" tIns="45700">
            <a:normAutofit/>
          </a:bodyPr>
          <a:lstStyle/>
          <a:p>
            <a:pPr indent="-182880" lvl="0" marL="182880" rtl="0" algn="l">
              <a:lnSpc>
                <a:spcPct val="120000"/>
              </a:lnSpc>
              <a:spcBef>
                <a:spcPts val="0"/>
              </a:spcBef>
              <a:spcAft>
                <a:spcPts val="0"/>
              </a:spcAft>
              <a:buSzPts val="2800"/>
              <a:buChar char="◦"/>
            </a:pPr>
            <a:r>
              <a:rPr lang="en-US" sz="2800"/>
              <a:t>ŠIRENJE HUMANIZMA</a:t>
            </a:r>
            <a:endParaRPr/>
          </a:p>
          <a:p>
            <a:pPr indent="-182880" lvl="1" marL="457200" rtl="0" algn="l">
              <a:lnSpc>
                <a:spcPct val="120000"/>
              </a:lnSpc>
              <a:spcBef>
                <a:spcPts val="500"/>
              </a:spcBef>
              <a:spcAft>
                <a:spcPts val="0"/>
              </a:spcAft>
              <a:buSzPts val="2400"/>
              <a:buChar char="◦"/>
            </a:pPr>
            <a:r>
              <a:rPr lang="en-US" sz="2400"/>
              <a:t>širi se brzo na čitavu Europu</a:t>
            </a:r>
            <a:endParaRPr/>
          </a:p>
          <a:p>
            <a:pPr indent="-182879" lvl="2" marL="731520" rtl="0" algn="l">
              <a:lnSpc>
                <a:spcPct val="120000"/>
              </a:lnSpc>
              <a:spcBef>
                <a:spcPts val="500"/>
              </a:spcBef>
              <a:spcAft>
                <a:spcPts val="0"/>
              </a:spcAft>
              <a:buSzPts val="2000"/>
              <a:buChar char="◦"/>
            </a:pPr>
            <a:r>
              <a:rPr lang="en-US" sz="2000"/>
              <a:t>pogoduju </a:t>
            </a:r>
            <a:endParaRPr/>
          </a:p>
          <a:p>
            <a:pPr indent="-182879" lvl="3" marL="1005839" rtl="0" algn="l">
              <a:lnSpc>
                <a:spcPct val="120000"/>
              </a:lnSpc>
              <a:spcBef>
                <a:spcPts val="500"/>
              </a:spcBef>
              <a:spcAft>
                <a:spcPts val="0"/>
              </a:spcAft>
              <a:buSzPts val="2000"/>
              <a:buChar char="◦"/>
            </a:pPr>
            <a:r>
              <a:rPr lang="en-US" sz="2000"/>
              <a:t>razvijeni trgovački kontakti</a:t>
            </a:r>
            <a:endParaRPr/>
          </a:p>
          <a:p>
            <a:pPr indent="-55879" lvl="3" marL="1005839" rtl="0" algn="l">
              <a:lnSpc>
                <a:spcPct val="120000"/>
              </a:lnSpc>
              <a:spcBef>
                <a:spcPts val="500"/>
              </a:spcBef>
              <a:spcAft>
                <a:spcPts val="0"/>
              </a:spcAft>
              <a:buSzPts val="2000"/>
              <a:buNone/>
            </a:pPr>
            <a:r>
              <a:t/>
            </a:r>
            <a:endParaRPr sz="2000"/>
          </a:p>
          <a:p>
            <a:pPr indent="0" lvl="3" marL="822960" rtl="0" algn="l">
              <a:lnSpc>
                <a:spcPct val="120000"/>
              </a:lnSpc>
              <a:spcBef>
                <a:spcPts val="500"/>
              </a:spcBef>
              <a:spcAft>
                <a:spcPts val="0"/>
              </a:spcAft>
              <a:buSzPts val="2000"/>
              <a:buNone/>
            </a:pPr>
            <a:r>
              <a:t/>
            </a:r>
            <a:endParaRPr sz="2000"/>
          </a:p>
          <a:p>
            <a:pPr indent="-55879" lvl="3" marL="1005839" rtl="0" algn="l">
              <a:lnSpc>
                <a:spcPct val="120000"/>
              </a:lnSpc>
              <a:spcBef>
                <a:spcPts val="500"/>
              </a:spcBef>
              <a:spcAft>
                <a:spcPts val="0"/>
              </a:spcAft>
              <a:buSzPts val="2000"/>
              <a:buNone/>
            </a:pPr>
            <a:r>
              <a:t/>
            </a:r>
            <a:endParaRPr b="1" sz="2000"/>
          </a:p>
          <a:p>
            <a:pPr indent="-93979" lvl="0" marL="182880" rtl="0" algn="l">
              <a:lnSpc>
                <a:spcPct val="120000"/>
              </a:lnSpc>
              <a:spcBef>
                <a:spcPts val="900"/>
              </a:spcBef>
              <a:spcAft>
                <a:spcPts val="0"/>
              </a:spcAft>
              <a:buSzPts val="1400"/>
              <a:buNone/>
            </a:pPr>
            <a:r>
              <a:t/>
            </a:r>
            <a:endParaRPr/>
          </a:p>
        </p:txBody>
      </p:sp>
      <p:pic>
        <p:nvPicPr>
          <p:cNvPr id="196" name="Google Shape;196;p10"/>
          <p:cNvPicPr preferRelativeResize="0"/>
          <p:nvPr/>
        </p:nvPicPr>
        <p:blipFill rotWithShape="1">
          <a:blip r:embed="rId3">
            <a:alphaModFix/>
          </a:blip>
          <a:srcRect b="0" l="0" r="0" t="0"/>
          <a:stretch/>
        </p:blipFill>
        <p:spPr>
          <a:xfrm>
            <a:off x="2127849" y="2544793"/>
            <a:ext cx="7219418" cy="41493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0" st="0"/>
                                            </p:txEl>
                                          </p:spTgt>
                                        </p:tgtEl>
                                        <p:attrNameLst>
                                          <p:attrName>style.visibility</p:attrName>
                                        </p:attrNameLst>
                                      </p:cBhvr>
                                      <p:to>
                                        <p:strVal val="visible"/>
                                      </p:to>
                                    </p:set>
                                    <p:animEffect filter="fade" transition="in">
                                      <p:cBhvr>
                                        <p:cTn dur="500"/>
                                        <p:tgtEl>
                                          <p:spTgt spid="1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1" st="1"/>
                                            </p:txEl>
                                          </p:spTgt>
                                        </p:tgtEl>
                                        <p:attrNameLst>
                                          <p:attrName>style.visibility</p:attrName>
                                        </p:attrNameLst>
                                      </p:cBhvr>
                                      <p:to>
                                        <p:strVal val="visible"/>
                                      </p:to>
                                    </p:set>
                                    <p:animEffect filter="fade" transition="in">
                                      <p:cBhvr>
                                        <p:cTn dur="500"/>
                                        <p:tgtEl>
                                          <p:spTgt spid="1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2" st="2"/>
                                            </p:txEl>
                                          </p:spTgt>
                                        </p:tgtEl>
                                        <p:attrNameLst>
                                          <p:attrName>style.visibility</p:attrName>
                                        </p:attrNameLst>
                                      </p:cBhvr>
                                      <p:to>
                                        <p:strVal val="visible"/>
                                      </p:to>
                                    </p:set>
                                    <p:animEffect filter="fade" transition="in">
                                      <p:cBhvr>
                                        <p:cTn dur="500"/>
                                        <p:tgtEl>
                                          <p:spTgt spid="1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3" st="3"/>
                                            </p:txEl>
                                          </p:spTgt>
                                        </p:tgtEl>
                                        <p:attrNameLst>
                                          <p:attrName>style.visibility</p:attrName>
                                        </p:attrNameLst>
                                      </p:cBhvr>
                                      <p:to>
                                        <p:strVal val="visible"/>
                                      </p:to>
                                    </p:set>
                                    <p:animEffect filter="fade" transition="in">
                                      <p:cBhvr>
                                        <p:cTn dur="500"/>
                                        <p:tgtEl>
                                          <p:spTgt spid="1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4" st="4"/>
                                            </p:txEl>
                                          </p:spTgt>
                                        </p:tgtEl>
                                        <p:attrNameLst>
                                          <p:attrName>style.visibility</p:attrName>
                                        </p:attrNameLst>
                                      </p:cBhvr>
                                      <p:to>
                                        <p:strVal val="visible"/>
                                      </p:to>
                                    </p:set>
                                    <p:animEffect filter="fade" transition="in">
                                      <p:cBhvr>
                                        <p:cTn dur="500"/>
                                        <p:tgtEl>
                                          <p:spTgt spid="1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5" st="5"/>
                                            </p:txEl>
                                          </p:spTgt>
                                        </p:tgtEl>
                                        <p:attrNameLst>
                                          <p:attrName>style.visibility</p:attrName>
                                        </p:attrNameLst>
                                      </p:cBhvr>
                                      <p:to>
                                        <p:strVal val="visible"/>
                                      </p:to>
                                    </p:set>
                                    <p:animEffect filter="fade" transition="in">
                                      <p:cBhvr>
                                        <p:cTn dur="500"/>
                                        <p:tgtEl>
                                          <p:spTgt spid="19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6" st="6"/>
                                            </p:txEl>
                                          </p:spTgt>
                                        </p:tgtEl>
                                        <p:attrNameLst>
                                          <p:attrName>style.visibility</p:attrName>
                                        </p:attrNameLst>
                                      </p:cBhvr>
                                      <p:to>
                                        <p:strVal val="visible"/>
                                      </p:to>
                                    </p:set>
                                    <p:animEffect filter="fade" transition="in">
                                      <p:cBhvr>
                                        <p:cTn dur="500"/>
                                        <p:tgtEl>
                                          <p:spTgt spid="19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7" st="7"/>
                                            </p:txEl>
                                          </p:spTgt>
                                        </p:tgtEl>
                                        <p:attrNameLst>
                                          <p:attrName>style.visibility</p:attrName>
                                        </p:attrNameLst>
                                      </p:cBhvr>
                                      <p:to>
                                        <p:strVal val="visible"/>
                                      </p:to>
                                    </p:set>
                                    <p:animEffect filter="fade" transition="in">
                                      <p:cBhvr>
                                        <p:cTn dur="500"/>
                                        <p:tgtEl>
                                          <p:spTgt spid="19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1"/>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800"/>
              <a:buFont typeface="Geo"/>
              <a:buNone/>
            </a:pPr>
            <a:r>
              <a:t/>
            </a:r>
            <a:endParaRPr/>
          </a:p>
        </p:txBody>
      </p:sp>
      <p:pic>
        <p:nvPicPr>
          <p:cNvPr id="202" name="Google Shape;202;p11"/>
          <p:cNvPicPr preferRelativeResize="0"/>
          <p:nvPr>
            <p:ph idx="1" type="body"/>
          </p:nvPr>
        </p:nvPicPr>
        <p:blipFill rotWithShape="1">
          <a:blip r:embed="rId3">
            <a:alphaModFix/>
          </a:blip>
          <a:srcRect b="0" l="0" r="0" t="0"/>
          <a:stretch/>
        </p:blipFill>
        <p:spPr>
          <a:xfrm>
            <a:off x="1066800" y="465827"/>
            <a:ext cx="9208637" cy="5176748"/>
          </a:xfrm>
          <a:prstGeom prst="rect">
            <a:avLst/>
          </a:prstGeom>
          <a:noFill/>
          <a:ln>
            <a:noFill/>
          </a:ln>
        </p:spPr>
      </p:pic>
      <p:sp>
        <p:nvSpPr>
          <p:cNvPr id="203" name="Google Shape;203;p11"/>
          <p:cNvSpPr txBox="1"/>
          <p:nvPr/>
        </p:nvSpPr>
        <p:spPr>
          <a:xfrm>
            <a:off x="3490959" y="5738216"/>
            <a:ext cx="521008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eo"/>
                <a:ea typeface="Geo"/>
                <a:cs typeface="Geo"/>
                <a:sym typeface="Geo"/>
              </a:rPr>
              <a:t>Rekonstruirana radionica Johannesa Gutenberga</a:t>
            </a:r>
            <a:endParaRPr sz="1800">
              <a:solidFill>
                <a:schemeClr val="dk1"/>
              </a:solidFill>
              <a:latin typeface="Geo"/>
              <a:ea typeface="Geo"/>
              <a:cs typeface="Geo"/>
              <a:sym typeface="Ge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7" name="Shape 207"/>
        <p:cNvGrpSpPr/>
        <p:nvPr/>
      </p:nvGrpSpPr>
      <p:grpSpPr>
        <a:xfrm>
          <a:off x="0" y="0"/>
          <a:ext cx="0" cy="0"/>
          <a:chOff x="0" y="0"/>
          <a:chExt cx="0" cy="0"/>
        </a:xfrm>
      </p:grpSpPr>
      <p:sp>
        <p:nvSpPr>
          <p:cNvPr id="208" name="Google Shape;208;p12"/>
          <p:cNvSpPr/>
          <p:nvPr/>
        </p:nvSpPr>
        <p:spPr>
          <a:xfrm>
            <a:off x="-1866" y="0"/>
            <a:ext cx="12193866"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sp>
        <p:nvSpPr>
          <p:cNvPr id="209" name="Google Shape;209;p12"/>
          <p:cNvSpPr/>
          <p:nvPr/>
        </p:nvSpPr>
        <p:spPr>
          <a:xfrm>
            <a:off x="236165" y="282258"/>
            <a:ext cx="5617029" cy="6323816"/>
          </a:xfrm>
          <a:prstGeom prst="rect">
            <a:avLst/>
          </a:prstGeom>
          <a:solidFill>
            <a:srgbClr val="BFBFBF">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sp>
        <p:nvSpPr>
          <p:cNvPr id="210" name="Google Shape;210;p12"/>
          <p:cNvSpPr/>
          <p:nvPr/>
        </p:nvSpPr>
        <p:spPr>
          <a:xfrm>
            <a:off x="371855" y="424872"/>
            <a:ext cx="5336217" cy="6058223"/>
          </a:xfrm>
          <a:prstGeom prst="rect">
            <a:avLst/>
          </a:prstGeom>
          <a:noFill/>
          <a:ln cap="sq" cmpd="sng" w="9525">
            <a:solidFill>
              <a:srgbClr val="3F3F3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
        <p:nvSpPr>
          <p:cNvPr id="211" name="Google Shape;211;p12"/>
          <p:cNvSpPr txBox="1"/>
          <p:nvPr>
            <p:ph idx="1" type="body"/>
          </p:nvPr>
        </p:nvSpPr>
        <p:spPr>
          <a:xfrm>
            <a:off x="75402" y="690113"/>
            <a:ext cx="5264236" cy="5445686"/>
          </a:xfrm>
          <a:prstGeom prst="rect">
            <a:avLst/>
          </a:prstGeom>
          <a:noFill/>
          <a:ln>
            <a:noFill/>
          </a:ln>
        </p:spPr>
        <p:txBody>
          <a:bodyPr anchorCtr="0" anchor="t" bIns="45700" lIns="91425" spcFirstLastPara="1" rIns="91425" wrap="square" tIns="45700">
            <a:normAutofit fontScale="92500"/>
          </a:bodyPr>
          <a:lstStyle/>
          <a:p>
            <a:pPr indent="-182879" lvl="3" marL="1005839" rtl="0" algn="l">
              <a:lnSpc>
                <a:spcPct val="120000"/>
              </a:lnSpc>
              <a:spcBef>
                <a:spcPts val="0"/>
              </a:spcBef>
              <a:spcAft>
                <a:spcPts val="0"/>
              </a:spcAft>
              <a:buSzPct val="100000"/>
              <a:buChar char="◦"/>
            </a:pPr>
            <a:r>
              <a:rPr b="1" lang="en-US" sz="2400">
                <a:latin typeface="Arial"/>
                <a:ea typeface="Arial"/>
                <a:cs typeface="Arial"/>
                <a:sym typeface="Arial"/>
              </a:rPr>
              <a:t>izum tiskarskog stroja </a:t>
            </a:r>
            <a:r>
              <a:rPr lang="en-US" sz="2400">
                <a:latin typeface="Arial"/>
                <a:ea typeface="Arial"/>
                <a:cs typeface="Arial"/>
                <a:sym typeface="Arial"/>
              </a:rPr>
              <a:t>(Nijemac Johannes Gutenberg) – tisak je zamijenio dotadašnje prepisivanje knjiga te je </a:t>
            </a:r>
            <a:r>
              <a:rPr b="1" lang="en-US" sz="2400">
                <a:latin typeface="Arial"/>
                <a:ea typeface="Arial"/>
                <a:cs typeface="Arial"/>
                <a:sym typeface="Arial"/>
              </a:rPr>
              <a:t>1455. tiskana prva knjiga u Europi – Biblija</a:t>
            </a:r>
            <a:endParaRPr/>
          </a:p>
          <a:p>
            <a:pPr indent="-182879" lvl="3" marL="1005839" rtl="0" algn="l">
              <a:lnSpc>
                <a:spcPct val="120000"/>
              </a:lnSpc>
              <a:spcBef>
                <a:spcPts val="500"/>
              </a:spcBef>
              <a:spcAft>
                <a:spcPts val="0"/>
              </a:spcAft>
              <a:buSzPct val="100000"/>
              <a:buChar char="◦"/>
            </a:pPr>
            <a:r>
              <a:rPr b="1" lang="en-US" sz="2400">
                <a:latin typeface="Arial"/>
                <a:ea typeface="Arial"/>
                <a:cs typeface="Arial"/>
                <a:sym typeface="Arial"/>
              </a:rPr>
              <a:t>knjige postaju jeftinije i dostupnije</a:t>
            </a:r>
            <a:endParaRPr/>
          </a:p>
          <a:p>
            <a:pPr indent="-182879" lvl="3" marL="1005839" rtl="0" algn="l">
              <a:lnSpc>
                <a:spcPct val="120000"/>
              </a:lnSpc>
              <a:spcBef>
                <a:spcPts val="500"/>
              </a:spcBef>
              <a:spcAft>
                <a:spcPts val="0"/>
              </a:spcAft>
              <a:buSzPct val="100000"/>
              <a:buChar char="◦"/>
            </a:pPr>
            <a:r>
              <a:rPr b="1" lang="en-US" sz="2400">
                <a:latin typeface="Arial"/>
                <a:ea typeface="Arial"/>
                <a:cs typeface="Arial"/>
                <a:sym typeface="Arial"/>
              </a:rPr>
              <a:t>preko njih se šire nove ideje</a:t>
            </a:r>
            <a:endParaRPr/>
          </a:p>
          <a:p>
            <a:pPr indent="-182879" lvl="3" marL="1005839" rtl="0" algn="l">
              <a:lnSpc>
                <a:spcPct val="120000"/>
              </a:lnSpc>
              <a:spcBef>
                <a:spcPts val="500"/>
              </a:spcBef>
              <a:spcAft>
                <a:spcPts val="0"/>
              </a:spcAft>
              <a:buSzPct val="100000"/>
              <a:buChar char="◦"/>
            </a:pPr>
            <a:r>
              <a:rPr b="1" lang="en-US" sz="2400">
                <a:latin typeface="Arial"/>
                <a:ea typeface="Arial"/>
                <a:cs typeface="Arial"/>
                <a:sym typeface="Arial"/>
              </a:rPr>
              <a:t>Venecija – glavno tiskarsko središte</a:t>
            </a:r>
            <a:endParaRPr/>
          </a:p>
          <a:p>
            <a:pPr indent="-100647" lvl="0" marL="182880" rtl="0" algn="l">
              <a:lnSpc>
                <a:spcPct val="120000"/>
              </a:lnSpc>
              <a:spcBef>
                <a:spcPts val="900"/>
              </a:spcBef>
              <a:spcAft>
                <a:spcPts val="0"/>
              </a:spcAft>
              <a:buSzPct val="100000"/>
              <a:buNone/>
            </a:pPr>
            <a:r>
              <a:t/>
            </a:r>
            <a:endParaRPr/>
          </a:p>
        </p:txBody>
      </p:sp>
      <p:sp>
        <p:nvSpPr>
          <p:cNvPr id="212" name="Google Shape;212;p12"/>
          <p:cNvSpPr/>
          <p:nvPr/>
        </p:nvSpPr>
        <p:spPr>
          <a:xfrm>
            <a:off x="10115771" y="282258"/>
            <a:ext cx="1846073" cy="2780881"/>
          </a:xfrm>
          <a:prstGeom prst="rect">
            <a:avLst/>
          </a:prstGeom>
          <a:solidFill>
            <a:srgbClr val="C7494A">
              <a:alpha val="7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sp>
        <p:nvSpPr>
          <p:cNvPr id="213" name="Google Shape;213;p12"/>
          <p:cNvSpPr/>
          <p:nvPr/>
        </p:nvSpPr>
        <p:spPr>
          <a:xfrm>
            <a:off x="6013957" y="4194827"/>
            <a:ext cx="2071742" cy="2411247"/>
          </a:xfrm>
          <a:prstGeom prst="rect">
            <a:avLst/>
          </a:prstGeom>
          <a:solidFill>
            <a:srgbClr val="C7494A">
              <a:alpha val="7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pic>
        <p:nvPicPr>
          <p:cNvPr id="214" name="Google Shape;214;p12"/>
          <p:cNvPicPr preferRelativeResize="0"/>
          <p:nvPr/>
        </p:nvPicPr>
        <p:blipFill rotWithShape="1">
          <a:blip r:embed="rId3">
            <a:alphaModFix/>
          </a:blip>
          <a:srcRect b="1" l="7981" r="19356" t="0"/>
          <a:stretch/>
        </p:blipFill>
        <p:spPr>
          <a:xfrm>
            <a:off x="8245165" y="3209731"/>
            <a:ext cx="3716680" cy="3396343"/>
          </a:xfrm>
          <a:prstGeom prst="rect">
            <a:avLst/>
          </a:prstGeom>
          <a:noFill/>
          <a:ln>
            <a:noFill/>
          </a:ln>
        </p:spPr>
      </p:pic>
      <p:pic>
        <p:nvPicPr>
          <p:cNvPr id="215" name="Google Shape;215;p12"/>
          <p:cNvPicPr preferRelativeResize="0"/>
          <p:nvPr/>
        </p:nvPicPr>
        <p:blipFill rotWithShape="1">
          <a:blip r:embed="rId4">
            <a:alphaModFix/>
          </a:blip>
          <a:srcRect b="1" l="31104" r="13855" t="0"/>
          <a:stretch/>
        </p:blipFill>
        <p:spPr>
          <a:xfrm>
            <a:off x="6013956" y="282258"/>
            <a:ext cx="3950144" cy="3749831"/>
          </a:xfrm>
          <a:custGeom>
            <a:rect b="b" l="l" r="r" t="t"/>
            <a:pathLst>
              <a:path extrusionOk="0" h="3749831" w="3950144">
                <a:moveTo>
                  <a:pt x="0" y="0"/>
                </a:moveTo>
                <a:lnTo>
                  <a:pt x="3950144" y="0"/>
                </a:lnTo>
                <a:lnTo>
                  <a:pt x="3950144" y="2780881"/>
                </a:lnTo>
                <a:lnTo>
                  <a:pt x="2071742" y="2780881"/>
                </a:lnTo>
                <a:lnTo>
                  <a:pt x="2071742" y="3749831"/>
                </a:lnTo>
                <a:lnTo>
                  <a:pt x="0" y="3749831"/>
                </a:lnTo>
                <a:close/>
              </a:path>
            </a:pathLst>
          </a:cu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0" st="0"/>
                                            </p:txEl>
                                          </p:spTgt>
                                        </p:tgtEl>
                                        <p:attrNameLst>
                                          <p:attrName>style.visibility</p:attrName>
                                        </p:attrNameLst>
                                      </p:cBhvr>
                                      <p:to>
                                        <p:strVal val="visible"/>
                                      </p:to>
                                    </p:set>
                                    <p:animEffect filter="fade" transition="in">
                                      <p:cBhvr>
                                        <p:cTn dur="500"/>
                                        <p:tgtEl>
                                          <p:spTgt spid="2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1" st="1"/>
                                            </p:txEl>
                                          </p:spTgt>
                                        </p:tgtEl>
                                        <p:attrNameLst>
                                          <p:attrName>style.visibility</p:attrName>
                                        </p:attrNameLst>
                                      </p:cBhvr>
                                      <p:to>
                                        <p:strVal val="visible"/>
                                      </p:to>
                                    </p:set>
                                    <p:animEffect filter="fade" transition="in">
                                      <p:cBhvr>
                                        <p:cTn dur="500"/>
                                        <p:tgtEl>
                                          <p:spTgt spid="2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2" st="2"/>
                                            </p:txEl>
                                          </p:spTgt>
                                        </p:tgtEl>
                                        <p:attrNameLst>
                                          <p:attrName>style.visibility</p:attrName>
                                        </p:attrNameLst>
                                      </p:cBhvr>
                                      <p:to>
                                        <p:strVal val="visible"/>
                                      </p:to>
                                    </p:set>
                                    <p:animEffect filter="fade" transition="in">
                                      <p:cBhvr>
                                        <p:cTn dur="500"/>
                                        <p:tgtEl>
                                          <p:spTgt spid="2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3" st="3"/>
                                            </p:txEl>
                                          </p:spTgt>
                                        </p:tgtEl>
                                        <p:attrNameLst>
                                          <p:attrName>style.visibility</p:attrName>
                                        </p:attrNameLst>
                                      </p:cBhvr>
                                      <p:to>
                                        <p:strVal val="visible"/>
                                      </p:to>
                                    </p:set>
                                    <p:animEffect filter="fade" transition="in">
                                      <p:cBhvr>
                                        <p:cTn dur="500"/>
                                        <p:tgtEl>
                                          <p:spTgt spid="21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4" st="4"/>
                                            </p:txEl>
                                          </p:spTgt>
                                        </p:tgtEl>
                                        <p:attrNameLst>
                                          <p:attrName>style.visibility</p:attrName>
                                        </p:attrNameLst>
                                      </p:cBhvr>
                                      <p:to>
                                        <p:strVal val="visible"/>
                                      </p:to>
                                    </p:set>
                                    <p:animEffect filter="fade" transition="in">
                                      <p:cBhvr>
                                        <p:cTn dur="500"/>
                                        <p:tgtEl>
                                          <p:spTgt spid="21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3"/>
          <p:cNvSpPr txBox="1"/>
          <p:nvPr>
            <p:ph type="title"/>
          </p:nvPr>
        </p:nvSpPr>
        <p:spPr>
          <a:xfrm>
            <a:off x="1066800" y="0"/>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800"/>
              <a:buFont typeface="Geo"/>
              <a:buNone/>
            </a:pPr>
            <a:r>
              <a:rPr lang="en-US"/>
              <a:t>Istaknuti humanisti</a:t>
            </a:r>
            <a:endParaRPr/>
          </a:p>
        </p:txBody>
      </p:sp>
      <p:sp>
        <p:nvSpPr>
          <p:cNvPr id="221" name="Google Shape;221;p13"/>
          <p:cNvSpPr txBox="1"/>
          <p:nvPr>
            <p:ph idx="1" type="body"/>
          </p:nvPr>
        </p:nvSpPr>
        <p:spPr>
          <a:xfrm>
            <a:off x="923925" y="1030128"/>
            <a:ext cx="10825252" cy="5698476"/>
          </a:xfrm>
          <a:prstGeom prst="rect">
            <a:avLst/>
          </a:prstGeom>
          <a:noFill/>
          <a:ln>
            <a:noFill/>
          </a:ln>
        </p:spPr>
        <p:txBody>
          <a:bodyPr anchorCtr="0" anchor="t" bIns="45700" lIns="91425" spcFirstLastPara="1" rIns="91425" wrap="square" tIns="45700">
            <a:normAutofit/>
          </a:bodyPr>
          <a:lstStyle/>
          <a:p>
            <a:pPr indent="-182880" lvl="0" marL="182880" rtl="0" algn="l">
              <a:lnSpc>
                <a:spcPct val="120000"/>
              </a:lnSpc>
              <a:spcBef>
                <a:spcPts val="0"/>
              </a:spcBef>
              <a:spcAft>
                <a:spcPts val="0"/>
              </a:spcAft>
              <a:buSzPts val="2000"/>
              <a:buChar char="◦"/>
            </a:pPr>
            <a:r>
              <a:rPr lang="en-US" sz="2000"/>
              <a:t>budući da je novi intektualni pokret humanizam u središte poučavanje stavio čovjeka i prirodu, razvoj prirodnih znanosti doveo je do novih spoznaja </a:t>
            </a:r>
            <a:endParaRPr/>
          </a:p>
          <a:p>
            <a:pPr indent="-182880" lvl="0" marL="182880" rtl="0" algn="l">
              <a:lnSpc>
                <a:spcPct val="120000"/>
              </a:lnSpc>
              <a:spcBef>
                <a:spcPts val="900"/>
              </a:spcBef>
              <a:spcAft>
                <a:spcPts val="0"/>
              </a:spcAft>
              <a:buSzPts val="2000"/>
              <a:buChar char="◦"/>
            </a:pPr>
            <a:r>
              <a:rPr b="1" lang="en-US" sz="2000"/>
              <a:t>Nikola Kopernik </a:t>
            </a:r>
            <a:r>
              <a:rPr lang="en-US" sz="2000"/>
              <a:t>– </a:t>
            </a:r>
            <a:r>
              <a:rPr i="1" lang="en-US" sz="2000"/>
              <a:t>O gibanju nebeskih tijela </a:t>
            </a:r>
            <a:r>
              <a:rPr lang="en-US" sz="2000"/>
              <a:t>(1543.) – Zemlja se okreće oko Sunca (</a:t>
            </a:r>
            <a:r>
              <a:rPr b="1" lang="en-US" sz="2000"/>
              <a:t>heliocentrični sustav</a:t>
            </a:r>
            <a:r>
              <a:rPr lang="en-US" sz="2000"/>
              <a:t>) 🡪 pobijen geocentrični sustav koji je zastupala Crkva</a:t>
            </a:r>
            <a:endParaRPr/>
          </a:p>
          <a:p>
            <a:pPr indent="-182880" lvl="0" marL="182880" rtl="0" algn="l">
              <a:lnSpc>
                <a:spcPct val="120000"/>
              </a:lnSpc>
              <a:spcBef>
                <a:spcPts val="900"/>
              </a:spcBef>
              <a:spcAft>
                <a:spcPts val="0"/>
              </a:spcAft>
              <a:buSzPts val="2000"/>
              <a:buChar char="◦"/>
            </a:pPr>
            <a:r>
              <a:rPr lang="en-US" sz="2000"/>
              <a:t>njegovi sljedbenici bili su zatvarani u zatvore i prisiljeni promijeniti svoju izjavu – Giordano Bruno i </a:t>
            </a:r>
            <a:r>
              <a:rPr b="1" lang="en-US" sz="2000"/>
              <a:t>Galileo Galilei</a:t>
            </a:r>
            <a:endParaRPr/>
          </a:p>
        </p:txBody>
      </p:sp>
      <p:pic>
        <p:nvPicPr>
          <p:cNvPr id="222" name="Google Shape;222;p13"/>
          <p:cNvPicPr preferRelativeResize="0"/>
          <p:nvPr/>
        </p:nvPicPr>
        <p:blipFill rotWithShape="1">
          <a:blip r:embed="rId3">
            <a:alphaModFix/>
          </a:blip>
          <a:srcRect b="0" l="0" r="0" t="0"/>
          <a:stretch/>
        </p:blipFill>
        <p:spPr>
          <a:xfrm>
            <a:off x="442823" y="3581400"/>
            <a:ext cx="4343400" cy="2895600"/>
          </a:xfrm>
          <a:prstGeom prst="rect">
            <a:avLst/>
          </a:prstGeom>
          <a:noFill/>
          <a:ln>
            <a:noFill/>
          </a:ln>
        </p:spPr>
      </p:pic>
      <p:sp>
        <p:nvSpPr>
          <p:cNvPr id="223" name="Google Shape;223;p13"/>
          <p:cNvSpPr txBox="1"/>
          <p:nvPr/>
        </p:nvSpPr>
        <p:spPr>
          <a:xfrm>
            <a:off x="1397480" y="6464310"/>
            <a:ext cx="186621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eo"/>
                <a:ea typeface="Geo"/>
                <a:cs typeface="Geo"/>
                <a:sym typeface="Geo"/>
              </a:rPr>
              <a:t>Nikola Kopernik</a:t>
            </a:r>
            <a:endParaRPr/>
          </a:p>
        </p:txBody>
      </p:sp>
      <p:pic>
        <p:nvPicPr>
          <p:cNvPr id="224" name="Google Shape;224;p13"/>
          <p:cNvPicPr preferRelativeResize="0"/>
          <p:nvPr/>
        </p:nvPicPr>
        <p:blipFill rotWithShape="1">
          <a:blip r:embed="rId4">
            <a:alphaModFix/>
          </a:blip>
          <a:srcRect b="0" l="0" r="0" t="0"/>
          <a:stretch/>
        </p:blipFill>
        <p:spPr>
          <a:xfrm>
            <a:off x="5267325" y="3195780"/>
            <a:ext cx="5033483" cy="2632092"/>
          </a:xfrm>
          <a:prstGeom prst="rect">
            <a:avLst/>
          </a:prstGeom>
          <a:noFill/>
          <a:ln>
            <a:noFill/>
          </a:ln>
        </p:spPr>
      </p:pic>
      <p:sp>
        <p:nvSpPr>
          <p:cNvPr id="225" name="Google Shape;225;p13"/>
          <p:cNvSpPr txBox="1"/>
          <p:nvPr/>
        </p:nvSpPr>
        <p:spPr>
          <a:xfrm>
            <a:off x="5147924" y="5827872"/>
            <a:ext cx="5272283"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eo"/>
                <a:ea typeface="Geo"/>
                <a:cs typeface="Geo"/>
                <a:sym typeface="Geo"/>
              </a:rPr>
              <a:t>Gravura Galileovog pojavljivanja pred Inkvizicijom iz djela ”Les pretres et les moines a travers les ages” iz 1857.</a:t>
            </a:r>
            <a:endParaRPr/>
          </a:p>
          <a:p>
            <a:pPr indent="0" lvl="0" marL="0" marR="0" rtl="0" algn="l">
              <a:spcBef>
                <a:spcPts val="0"/>
              </a:spcBef>
              <a:spcAft>
                <a:spcPts val="0"/>
              </a:spcAft>
              <a:buNone/>
            </a:pPr>
            <a:br>
              <a:rPr lang="en-US" sz="1800">
                <a:solidFill>
                  <a:schemeClr val="dk1"/>
                </a:solidFill>
                <a:latin typeface="Geo"/>
                <a:ea typeface="Geo"/>
                <a:cs typeface="Geo"/>
                <a:sym typeface="Geo"/>
              </a:rPr>
            </a:br>
            <a:endParaRPr sz="1800">
              <a:solidFill>
                <a:schemeClr val="dk1"/>
              </a:solidFill>
              <a:latin typeface="Geo"/>
              <a:ea typeface="Geo"/>
              <a:cs typeface="Geo"/>
              <a:sym typeface="Ge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500"/>
                                        <p:tgtEl>
                                          <p:spTgt spid="2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Effect filter="fade" transition="in">
                                      <p:cBhvr>
                                        <p:cTn dur="500"/>
                                        <p:tgtEl>
                                          <p:spTgt spid="2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animEffect filter="fade" transition="in">
                                      <p:cBhvr>
                                        <p:cTn dur="500"/>
                                        <p:tgtEl>
                                          <p:spTgt spid="2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500"/>
                                        <p:tgtEl>
                                          <p:spTgt spid="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9" name="Shape 229"/>
        <p:cNvGrpSpPr/>
        <p:nvPr/>
      </p:nvGrpSpPr>
      <p:grpSpPr>
        <a:xfrm>
          <a:off x="0" y="0"/>
          <a:ext cx="0" cy="0"/>
          <a:chOff x="0" y="0"/>
          <a:chExt cx="0" cy="0"/>
        </a:xfrm>
      </p:grpSpPr>
      <p:sp>
        <p:nvSpPr>
          <p:cNvPr id="230" name="Google Shape;230;p14"/>
          <p:cNvSpPr txBox="1"/>
          <p:nvPr>
            <p:ph idx="1" type="body"/>
          </p:nvPr>
        </p:nvSpPr>
        <p:spPr>
          <a:xfrm>
            <a:off x="793630" y="374904"/>
            <a:ext cx="6678588" cy="5660136"/>
          </a:xfrm>
          <a:prstGeom prst="rect">
            <a:avLst/>
          </a:prstGeom>
          <a:noFill/>
          <a:ln>
            <a:noFill/>
          </a:ln>
        </p:spPr>
        <p:txBody>
          <a:bodyPr anchorCtr="0" anchor="t" bIns="45700" lIns="91425" spcFirstLastPara="1" rIns="91425" wrap="square" tIns="45700">
            <a:normAutofit/>
          </a:bodyPr>
          <a:lstStyle/>
          <a:p>
            <a:pPr indent="-182880" lvl="0" marL="182880" rtl="0" algn="l">
              <a:lnSpc>
                <a:spcPct val="120000"/>
              </a:lnSpc>
              <a:spcBef>
                <a:spcPts val="0"/>
              </a:spcBef>
              <a:spcAft>
                <a:spcPts val="0"/>
              </a:spcAft>
              <a:buSzPts val="2400"/>
              <a:buChar char="◦"/>
            </a:pPr>
            <a:r>
              <a:rPr b="1" lang="en-US" sz="2400"/>
              <a:t>u sukob s Crkvom </a:t>
            </a:r>
            <a:r>
              <a:rPr lang="en-US" sz="2400"/>
              <a:t>došao je i nizozemski humanist Erazmo Rotterdamski koji je u djelu </a:t>
            </a:r>
            <a:r>
              <a:rPr i="1" lang="en-US" sz="2400"/>
              <a:t>Pohvala ludosti </a:t>
            </a:r>
            <a:r>
              <a:rPr lang="en-US" sz="2400"/>
              <a:t>ismijavao i kritizirao neukost i nemoral svećenstva i drugih društvenih slojeva </a:t>
            </a:r>
            <a:endParaRPr/>
          </a:p>
          <a:p>
            <a:pPr indent="-182880" lvl="0" marL="182880" rtl="0" algn="l">
              <a:lnSpc>
                <a:spcPct val="120000"/>
              </a:lnSpc>
              <a:spcBef>
                <a:spcPts val="900"/>
              </a:spcBef>
              <a:spcAft>
                <a:spcPts val="0"/>
              </a:spcAft>
              <a:buSzPts val="2400"/>
              <a:buChar char="◦"/>
            </a:pPr>
            <a:r>
              <a:rPr lang="en-US" sz="2400"/>
              <a:t>humanisti su kritizirali  i društveno uređenje – </a:t>
            </a:r>
            <a:r>
              <a:rPr b="1" lang="en-US" sz="2400"/>
              <a:t>engleski humanist Thomas More </a:t>
            </a:r>
            <a:r>
              <a:rPr lang="en-US" sz="2400"/>
              <a:t>opisao je u djelu </a:t>
            </a:r>
            <a:r>
              <a:rPr i="1" lang="en-US" sz="2400"/>
              <a:t>Utopija </a:t>
            </a:r>
            <a:r>
              <a:rPr lang="en-US" sz="2400"/>
              <a:t>idealno društvo u kojem vlada mir, sreća i blagostanje</a:t>
            </a:r>
            <a:endParaRPr sz="2400"/>
          </a:p>
          <a:p>
            <a:pPr indent="-93979" lvl="0" marL="182880" rtl="0" algn="l">
              <a:lnSpc>
                <a:spcPct val="120000"/>
              </a:lnSpc>
              <a:spcBef>
                <a:spcPts val="900"/>
              </a:spcBef>
              <a:spcAft>
                <a:spcPts val="0"/>
              </a:spcAft>
              <a:buSzPts val="1400"/>
              <a:buNone/>
            </a:pPr>
            <a:r>
              <a:t/>
            </a:r>
            <a:endParaRPr/>
          </a:p>
        </p:txBody>
      </p:sp>
      <p:pic>
        <p:nvPicPr>
          <p:cNvPr id="231" name="Google Shape;231;p14"/>
          <p:cNvPicPr preferRelativeResize="0"/>
          <p:nvPr/>
        </p:nvPicPr>
        <p:blipFill rotWithShape="1">
          <a:blip r:embed="rId3">
            <a:alphaModFix/>
          </a:blip>
          <a:srcRect b="30857" l="0" r="-3" t="14009"/>
          <a:stretch/>
        </p:blipFill>
        <p:spPr>
          <a:xfrm>
            <a:off x="7903029" y="365759"/>
            <a:ext cx="3917115" cy="3063241"/>
          </a:xfrm>
          <a:prstGeom prst="rect">
            <a:avLst/>
          </a:prstGeom>
          <a:noFill/>
          <a:ln>
            <a:noFill/>
          </a:ln>
        </p:spPr>
      </p:pic>
      <p:pic>
        <p:nvPicPr>
          <p:cNvPr id="232" name="Google Shape;232;p14"/>
          <p:cNvPicPr preferRelativeResize="0"/>
          <p:nvPr/>
        </p:nvPicPr>
        <p:blipFill rotWithShape="1">
          <a:blip r:embed="rId4">
            <a:alphaModFix/>
          </a:blip>
          <a:srcRect b="21799" l="0" r="2" t="0"/>
          <a:stretch/>
        </p:blipFill>
        <p:spPr>
          <a:xfrm>
            <a:off x="7903028" y="3429002"/>
            <a:ext cx="3917115" cy="3063239"/>
          </a:xfrm>
          <a:prstGeom prst="rect">
            <a:avLst/>
          </a:prstGeom>
          <a:noFill/>
          <a:ln>
            <a:noFill/>
          </a:ln>
        </p:spPr>
      </p:pic>
      <p:sp>
        <p:nvSpPr>
          <p:cNvPr id="233" name="Google Shape;233;p14"/>
          <p:cNvSpPr/>
          <p:nvPr/>
        </p:nvSpPr>
        <p:spPr>
          <a:xfrm>
            <a:off x="371856" y="374904"/>
            <a:ext cx="11448288" cy="6108192"/>
          </a:xfrm>
          <a:prstGeom prst="rect">
            <a:avLst/>
          </a:prstGeom>
          <a:noFill/>
          <a:ln cap="sq" cmpd="sng" w="9525">
            <a:solidFill>
              <a:srgbClr val="3F3F3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5"/>
          <p:cNvSpPr txBox="1"/>
          <p:nvPr>
            <p:ph type="title"/>
          </p:nvPr>
        </p:nvSpPr>
        <p:spPr>
          <a:xfrm>
            <a:off x="1066800" y="0"/>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800"/>
              <a:buFont typeface="Geo"/>
              <a:buNone/>
            </a:pPr>
            <a:r>
              <a:rPr lang="en-US"/>
              <a:t>Renesansa kao umjetnički izraz</a:t>
            </a:r>
            <a:endParaRPr/>
          </a:p>
        </p:txBody>
      </p:sp>
      <p:sp>
        <p:nvSpPr>
          <p:cNvPr id="239" name="Google Shape;239;p15"/>
          <p:cNvSpPr txBox="1"/>
          <p:nvPr>
            <p:ph idx="1" type="body"/>
          </p:nvPr>
        </p:nvSpPr>
        <p:spPr>
          <a:xfrm>
            <a:off x="328613" y="901541"/>
            <a:ext cx="10796587" cy="5642134"/>
          </a:xfrm>
          <a:prstGeom prst="rect">
            <a:avLst/>
          </a:prstGeom>
          <a:noFill/>
          <a:ln>
            <a:noFill/>
          </a:ln>
        </p:spPr>
        <p:txBody>
          <a:bodyPr anchorCtr="0" anchor="t" bIns="45700" lIns="91425" spcFirstLastPara="1" rIns="91425" wrap="square" tIns="45700">
            <a:normAutofit/>
          </a:bodyPr>
          <a:lstStyle/>
          <a:p>
            <a:pPr indent="-203200" lvl="0" marL="182880" rtl="0" algn="l">
              <a:lnSpc>
                <a:spcPct val="120000"/>
              </a:lnSpc>
              <a:spcBef>
                <a:spcPts val="0"/>
              </a:spcBef>
              <a:spcAft>
                <a:spcPts val="0"/>
              </a:spcAft>
              <a:buSzPts val="3200"/>
              <a:buChar char="◦"/>
            </a:pPr>
            <a:r>
              <a:rPr lang="en-US" sz="3200"/>
              <a:t>RENESANSA</a:t>
            </a:r>
            <a:endParaRPr/>
          </a:p>
          <a:p>
            <a:pPr indent="-182880" lvl="1" marL="457200" rtl="0" algn="l">
              <a:lnSpc>
                <a:spcPct val="120000"/>
              </a:lnSpc>
              <a:spcBef>
                <a:spcPts val="500"/>
              </a:spcBef>
              <a:spcAft>
                <a:spcPts val="0"/>
              </a:spcAft>
              <a:buSzPts val="2800"/>
              <a:buChar char="◦"/>
            </a:pPr>
            <a:r>
              <a:rPr lang="en-US" sz="2800"/>
              <a:t>razdoblje u europskoj umjetnosti (književnost, graditeljstvo, kiparstvo, slikarstvo, glazbena i scenska u.)</a:t>
            </a:r>
            <a:endParaRPr/>
          </a:p>
          <a:p>
            <a:pPr indent="-182879" lvl="2" marL="731520" rtl="0" algn="l">
              <a:lnSpc>
                <a:spcPct val="120000"/>
              </a:lnSpc>
              <a:spcBef>
                <a:spcPts val="500"/>
              </a:spcBef>
              <a:spcAft>
                <a:spcPts val="0"/>
              </a:spcAft>
              <a:buSzPts val="2400"/>
              <a:buChar char="◦"/>
            </a:pPr>
            <a:r>
              <a:rPr lang="en-US" sz="2400"/>
              <a:t>XV. i XVI. stoljeće</a:t>
            </a:r>
            <a:endParaRPr/>
          </a:p>
          <a:p>
            <a:pPr indent="-182879" lvl="2" marL="731520" rtl="0" algn="l">
              <a:lnSpc>
                <a:spcPct val="120000"/>
              </a:lnSpc>
              <a:spcBef>
                <a:spcPts val="500"/>
              </a:spcBef>
              <a:spcAft>
                <a:spcPts val="0"/>
              </a:spcAft>
              <a:buSzPts val="2400"/>
              <a:buChar char="◦"/>
            </a:pPr>
            <a:r>
              <a:rPr lang="en-US" sz="2400"/>
              <a:t>najveći procvat umjetnosti dotad</a:t>
            </a:r>
            <a:endParaRPr/>
          </a:p>
          <a:p>
            <a:pPr indent="-182879" lvl="2" marL="731520" rtl="0" algn="l">
              <a:lnSpc>
                <a:spcPct val="120000"/>
              </a:lnSpc>
              <a:spcBef>
                <a:spcPts val="500"/>
              </a:spcBef>
              <a:spcAft>
                <a:spcPts val="0"/>
              </a:spcAft>
              <a:buSzPts val="2400"/>
              <a:buChar char="◦"/>
            </a:pPr>
            <a:r>
              <a:rPr lang="en-US" sz="2400"/>
              <a:t>svjetovne teme pretežu nad crkvenim</a:t>
            </a:r>
            <a:endParaRPr/>
          </a:p>
          <a:p>
            <a:pPr indent="-30479" lvl="2" marL="731520" rtl="0" algn="l">
              <a:lnSpc>
                <a:spcPct val="120000"/>
              </a:lnSpc>
              <a:spcBef>
                <a:spcPts val="500"/>
              </a:spcBef>
              <a:spcAft>
                <a:spcPts val="0"/>
              </a:spcAft>
              <a:buSzPts val="2400"/>
              <a:buNone/>
            </a:pPr>
            <a:r>
              <a:t/>
            </a:r>
            <a:endParaRPr sz="2400"/>
          </a:p>
          <a:p>
            <a:pPr indent="-93979" lvl="0" marL="182880" rtl="0" algn="l">
              <a:lnSpc>
                <a:spcPct val="120000"/>
              </a:lnSpc>
              <a:spcBef>
                <a:spcPts val="900"/>
              </a:spcBef>
              <a:spcAft>
                <a:spcPts val="0"/>
              </a:spcAft>
              <a:buSzPts val="14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16"/>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sp>
        <p:nvSpPr>
          <p:cNvPr id="245" name="Google Shape;245;p16"/>
          <p:cNvSpPr/>
          <p:nvPr/>
        </p:nvSpPr>
        <p:spPr>
          <a:xfrm>
            <a:off x="234696" y="237744"/>
            <a:ext cx="11722608" cy="6382512"/>
          </a:xfrm>
          <a:prstGeom prst="rect">
            <a:avLst/>
          </a:prstGeom>
          <a:solidFill>
            <a:srgbClr val="D8D8D8">
              <a:alpha val="6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eo"/>
              <a:ea typeface="Geo"/>
              <a:cs typeface="Geo"/>
              <a:sym typeface="Geo"/>
            </a:endParaRPr>
          </a:p>
        </p:txBody>
      </p:sp>
      <p:pic>
        <p:nvPicPr>
          <p:cNvPr id="246" name="Google Shape;246;p16"/>
          <p:cNvPicPr preferRelativeResize="0"/>
          <p:nvPr/>
        </p:nvPicPr>
        <p:blipFill rotWithShape="1">
          <a:blip r:embed="rId3">
            <a:alphaModFix/>
          </a:blip>
          <a:srcRect b="0" l="2216" r="5163" t="0"/>
          <a:stretch/>
        </p:blipFill>
        <p:spPr>
          <a:xfrm>
            <a:off x="234696" y="237744"/>
            <a:ext cx="3996183" cy="6382512"/>
          </a:xfrm>
          <a:prstGeom prst="rect">
            <a:avLst/>
          </a:prstGeom>
          <a:noFill/>
          <a:ln>
            <a:noFill/>
          </a:ln>
        </p:spPr>
      </p:pic>
      <p:sp>
        <p:nvSpPr>
          <p:cNvPr id="247" name="Google Shape;247;p16"/>
          <p:cNvSpPr/>
          <p:nvPr/>
        </p:nvSpPr>
        <p:spPr>
          <a:xfrm>
            <a:off x="4379494" y="374904"/>
            <a:ext cx="7440649" cy="6108192"/>
          </a:xfrm>
          <a:prstGeom prst="rect">
            <a:avLst/>
          </a:prstGeom>
          <a:noFill/>
          <a:ln cap="sq" cmpd="sng" w="9525">
            <a:solidFill>
              <a:srgbClr val="3F3F3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
        <p:nvSpPr>
          <p:cNvPr id="248" name="Google Shape;248;p16"/>
          <p:cNvSpPr txBox="1"/>
          <p:nvPr>
            <p:ph type="title"/>
          </p:nvPr>
        </p:nvSpPr>
        <p:spPr>
          <a:xfrm>
            <a:off x="4965192" y="642593"/>
            <a:ext cx="6280826" cy="174650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800"/>
              <a:buFont typeface="Geo"/>
              <a:buNone/>
            </a:pPr>
            <a:r>
              <a:rPr b="1" lang="en-US"/>
              <a:t>KNJIŽEVNOST</a:t>
            </a:r>
            <a:r>
              <a:rPr lang="en-US"/>
              <a:t> </a:t>
            </a:r>
            <a:endParaRPr/>
          </a:p>
        </p:txBody>
      </p:sp>
      <p:sp>
        <p:nvSpPr>
          <p:cNvPr id="249" name="Google Shape;249;p16"/>
          <p:cNvSpPr txBox="1"/>
          <p:nvPr>
            <p:ph idx="1" type="body"/>
          </p:nvPr>
        </p:nvSpPr>
        <p:spPr>
          <a:xfrm>
            <a:off x="4965192" y="2386584"/>
            <a:ext cx="6280826" cy="3648456"/>
          </a:xfrm>
          <a:prstGeom prst="rect">
            <a:avLst/>
          </a:prstGeom>
          <a:noFill/>
          <a:ln>
            <a:noFill/>
          </a:ln>
        </p:spPr>
        <p:txBody>
          <a:bodyPr anchorCtr="0" anchor="t" bIns="45700" lIns="91425" spcFirstLastPara="1" rIns="91425" wrap="square" tIns="45700">
            <a:normAutofit/>
          </a:bodyPr>
          <a:lstStyle/>
          <a:p>
            <a:pPr indent="-182880" lvl="0" marL="182880" rtl="0" algn="l">
              <a:lnSpc>
                <a:spcPct val="120000"/>
              </a:lnSpc>
              <a:spcBef>
                <a:spcPts val="0"/>
              </a:spcBef>
              <a:spcAft>
                <a:spcPts val="0"/>
              </a:spcAft>
              <a:buSzPts val="2000"/>
              <a:buChar char="◦"/>
            </a:pPr>
            <a:r>
              <a:rPr lang="en-US" sz="2000"/>
              <a:t>preteče renesanse književnosti – Dante, Petrarca i Bocaccio, a </a:t>
            </a:r>
            <a:r>
              <a:rPr b="1" lang="en-US" sz="2000"/>
              <a:t>vrhunac u djelima Otelo i Hamlet engleskog književnika Williama Shakespearea </a:t>
            </a:r>
            <a:endParaRPr/>
          </a:p>
          <a:p>
            <a:pPr indent="-93979" lvl="0" marL="182880" rtl="0" algn="l">
              <a:lnSpc>
                <a:spcPct val="120000"/>
              </a:lnSpc>
              <a:spcBef>
                <a:spcPts val="900"/>
              </a:spcBef>
              <a:spcAft>
                <a:spcPts val="0"/>
              </a:spcAft>
              <a:buSzPts val="14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7"/>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000"/>
              <a:buFont typeface="Geo"/>
              <a:buNone/>
            </a:pPr>
            <a:r>
              <a:rPr b="1" lang="en-US" sz="4000"/>
              <a:t>GRADITELJSTVO</a:t>
            </a:r>
            <a:r>
              <a:rPr lang="en-US" sz="4000"/>
              <a:t> </a:t>
            </a:r>
            <a:endParaRPr/>
          </a:p>
        </p:txBody>
      </p:sp>
      <p:sp>
        <p:nvSpPr>
          <p:cNvPr id="255" name="Google Shape;255;p17"/>
          <p:cNvSpPr txBox="1"/>
          <p:nvPr>
            <p:ph idx="1" type="body"/>
          </p:nvPr>
        </p:nvSpPr>
        <p:spPr>
          <a:xfrm>
            <a:off x="1066800" y="1722409"/>
            <a:ext cx="10058400" cy="3849624"/>
          </a:xfrm>
          <a:prstGeom prst="rect">
            <a:avLst/>
          </a:prstGeom>
          <a:noFill/>
          <a:ln>
            <a:noFill/>
          </a:ln>
        </p:spPr>
        <p:txBody>
          <a:bodyPr anchorCtr="0" anchor="t" bIns="45700" lIns="91425" spcFirstLastPara="1" rIns="91425" wrap="square" tIns="45700">
            <a:normAutofit/>
          </a:bodyPr>
          <a:lstStyle/>
          <a:p>
            <a:pPr indent="-182880" lvl="0" marL="182880" rtl="0" algn="l">
              <a:lnSpc>
                <a:spcPct val="120000"/>
              </a:lnSpc>
              <a:spcBef>
                <a:spcPts val="0"/>
              </a:spcBef>
              <a:spcAft>
                <a:spcPts val="0"/>
              </a:spcAft>
              <a:buSzPts val="2800"/>
              <a:buChar char="◦"/>
            </a:pPr>
            <a:r>
              <a:rPr lang="en-US" sz="2800"/>
              <a:t> </a:t>
            </a:r>
            <a:r>
              <a:rPr lang="en-US" sz="1800"/>
              <a:t>kupola – neprepoznatljiviji renesansni element - </a:t>
            </a:r>
            <a:r>
              <a:rPr b="1" lang="en-US" sz="1800"/>
              <a:t>prva renesansna kupola - graditelj Brunelleschi na katedrali u Firenci</a:t>
            </a:r>
            <a:r>
              <a:rPr lang="en-US" sz="1800"/>
              <a:t>; </a:t>
            </a:r>
            <a:r>
              <a:rPr b="1" lang="en-US" sz="1800"/>
              <a:t>kupola na katedrali sv. Jakova u Šibeniku - graditelj Juraj Dalmatinac</a:t>
            </a:r>
            <a:endParaRPr/>
          </a:p>
          <a:p>
            <a:pPr indent="-93979" lvl="0" marL="182880" rtl="0" algn="l">
              <a:lnSpc>
                <a:spcPct val="120000"/>
              </a:lnSpc>
              <a:spcBef>
                <a:spcPts val="900"/>
              </a:spcBef>
              <a:spcAft>
                <a:spcPts val="0"/>
              </a:spcAft>
              <a:buSzPts val="1400"/>
              <a:buNone/>
            </a:pPr>
            <a:r>
              <a:t/>
            </a:r>
            <a:endParaRPr b="1"/>
          </a:p>
          <a:p>
            <a:pPr indent="-93979" lvl="0" marL="182880" rtl="0" algn="l">
              <a:lnSpc>
                <a:spcPct val="120000"/>
              </a:lnSpc>
              <a:spcBef>
                <a:spcPts val="900"/>
              </a:spcBef>
              <a:spcAft>
                <a:spcPts val="0"/>
              </a:spcAft>
              <a:buSzPts val="1400"/>
              <a:buNone/>
            </a:pPr>
            <a:r>
              <a:t/>
            </a:r>
            <a:endParaRPr b="1" sz="1400"/>
          </a:p>
          <a:p>
            <a:pPr indent="-93979" lvl="0" marL="182880" rtl="0" algn="l">
              <a:lnSpc>
                <a:spcPct val="120000"/>
              </a:lnSpc>
              <a:spcBef>
                <a:spcPts val="900"/>
              </a:spcBef>
              <a:spcAft>
                <a:spcPts val="0"/>
              </a:spcAft>
              <a:buSzPts val="1400"/>
              <a:buNone/>
            </a:pPr>
            <a:r>
              <a:t/>
            </a:r>
            <a:endParaRPr/>
          </a:p>
        </p:txBody>
      </p:sp>
      <p:pic>
        <p:nvPicPr>
          <p:cNvPr id="256" name="Google Shape;256;p17"/>
          <p:cNvPicPr preferRelativeResize="0"/>
          <p:nvPr/>
        </p:nvPicPr>
        <p:blipFill rotWithShape="1">
          <a:blip r:embed="rId3">
            <a:alphaModFix/>
          </a:blip>
          <a:srcRect b="0" l="0" r="0" t="0"/>
          <a:stretch/>
        </p:blipFill>
        <p:spPr>
          <a:xfrm>
            <a:off x="588223" y="3206199"/>
            <a:ext cx="5349701" cy="3009207"/>
          </a:xfrm>
          <a:prstGeom prst="rect">
            <a:avLst/>
          </a:prstGeom>
          <a:noFill/>
          <a:ln>
            <a:noFill/>
          </a:ln>
        </p:spPr>
      </p:pic>
      <p:sp>
        <p:nvSpPr>
          <p:cNvPr id="257" name="Google Shape;257;p17"/>
          <p:cNvSpPr txBox="1"/>
          <p:nvPr/>
        </p:nvSpPr>
        <p:spPr>
          <a:xfrm>
            <a:off x="1066800" y="6215406"/>
            <a:ext cx="43925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eo"/>
                <a:ea typeface="Geo"/>
                <a:cs typeface="Geo"/>
                <a:sym typeface="Geo"/>
              </a:rPr>
              <a:t>Brunelleschi – kupola katedrale u Firenzi</a:t>
            </a:r>
            <a:endParaRPr/>
          </a:p>
        </p:txBody>
      </p:sp>
      <p:pic>
        <p:nvPicPr>
          <p:cNvPr id="258" name="Google Shape;258;p17"/>
          <p:cNvPicPr preferRelativeResize="0"/>
          <p:nvPr/>
        </p:nvPicPr>
        <p:blipFill rotWithShape="1">
          <a:blip r:embed="rId4">
            <a:alphaModFix/>
          </a:blip>
          <a:srcRect b="0" l="0" r="0" t="0"/>
          <a:stretch/>
        </p:blipFill>
        <p:spPr>
          <a:xfrm>
            <a:off x="6731554" y="3015038"/>
            <a:ext cx="4603555" cy="3069037"/>
          </a:xfrm>
          <a:prstGeom prst="rect">
            <a:avLst/>
          </a:prstGeom>
          <a:noFill/>
          <a:ln>
            <a:noFill/>
          </a:ln>
        </p:spPr>
      </p:pic>
      <p:sp>
        <p:nvSpPr>
          <p:cNvPr id="259" name="Google Shape;259;p17"/>
          <p:cNvSpPr txBox="1"/>
          <p:nvPr/>
        </p:nvSpPr>
        <p:spPr>
          <a:xfrm>
            <a:off x="6416501" y="6168035"/>
            <a:ext cx="55867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eo"/>
                <a:ea typeface="Geo"/>
                <a:cs typeface="Geo"/>
                <a:sym typeface="Geo"/>
              </a:rPr>
              <a:t>Dalmatinac – kupola katedrale sv. Jakova u Šibeniku</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8"/>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000"/>
              <a:buFont typeface="Geo"/>
              <a:buNone/>
            </a:pPr>
            <a:r>
              <a:rPr b="1" lang="en-US" sz="4000"/>
              <a:t>SLIKARSTVO</a:t>
            </a:r>
            <a:r>
              <a:rPr lang="en-US" sz="4000"/>
              <a:t> </a:t>
            </a:r>
            <a:endParaRPr/>
          </a:p>
        </p:txBody>
      </p:sp>
      <p:sp>
        <p:nvSpPr>
          <p:cNvPr id="265" name="Google Shape;265;p18"/>
          <p:cNvSpPr txBox="1"/>
          <p:nvPr>
            <p:ph idx="1" type="body"/>
          </p:nvPr>
        </p:nvSpPr>
        <p:spPr>
          <a:xfrm>
            <a:off x="1066800" y="1630357"/>
            <a:ext cx="10058400" cy="3849624"/>
          </a:xfrm>
          <a:prstGeom prst="rect">
            <a:avLst/>
          </a:prstGeom>
          <a:noFill/>
          <a:ln>
            <a:noFill/>
          </a:ln>
        </p:spPr>
        <p:txBody>
          <a:bodyPr anchorCtr="0" anchor="t" bIns="45700" lIns="91425" spcFirstLastPara="1" rIns="91425" wrap="square" tIns="45700">
            <a:normAutofit/>
          </a:bodyPr>
          <a:lstStyle/>
          <a:p>
            <a:pPr indent="-182880" lvl="0" marL="182880" rtl="0" algn="l">
              <a:lnSpc>
                <a:spcPct val="120000"/>
              </a:lnSpc>
              <a:spcBef>
                <a:spcPts val="0"/>
              </a:spcBef>
              <a:spcAft>
                <a:spcPts val="0"/>
              </a:spcAft>
              <a:buSzPts val="2000"/>
              <a:buChar char="◦"/>
            </a:pPr>
            <a:r>
              <a:rPr b="1" lang="en-US" sz="2000"/>
              <a:t>Sikstinska kapela – Michelangelo Buonarotti, Mona Lisa i Posljednja večera – Leonardo da Vinci, Rođenje Venere – Sandro Botticelli</a:t>
            </a:r>
            <a:endParaRPr b="1" sz="2000"/>
          </a:p>
          <a:p>
            <a:pPr indent="-93979" lvl="0" marL="182880" rtl="0" algn="l">
              <a:lnSpc>
                <a:spcPct val="120000"/>
              </a:lnSpc>
              <a:spcBef>
                <a:spcPts val="900"/>
              </a:spcBef>
              <a:spcAft>
                <a:spcPts val="0"/>
              </a:spcAft>
              <a:buSzPts val="1400"/>
              <a:buNone/>
            </a:pPr>
            <a:r>
              <a:t/>
            </a:r>
            <a:endParaRPr/>
          </a:p>
        </p:txBody>
      </p:sp>
      <p:pic>
        <p:nvPicPr>
          <p:cNvPr id="266" name="Google Shape;266;p18"/>
          <p:cNvPicPr preferRelativeResize="0"/>
          <p:nvPr/>
        </p:nvPicPr>
        <p:blipFill rotWithShape="1">
          <a:blip r:embed="rId3">
            <a:alphaModFix/>
          </a:blip>
          <a:srcRect b="0" l="0" r="0" t="0"/>
          <a:stretch/>
        </p:blipFill>
        <p:spPr>
          <a:xfrm>
            <a:off x="398757" y="2580871"/>
            <a:ext cx="3852403" cy="3852403"/>
          </a:xfrm>
          <a:prstGeom prst="rect">
            <a:avLst/>
          </a:prstGeom>
          <a:noFill/>
          <a:ln>
            <a:noFill/>
          </a:ln>
        </p:spPr>
      </p:pic>
      <p:sp>
        <p:nvSpPr>
          <p:cNvPr id="267" name="Google Shape;267;p18"/>
          <p:cNvSpPr txBox="1"/>
          <p:nvPr/>
        </p:nvSpPr>
        <p:spPr>
          <a:xfrm>
            <a:off x="4251160" y="5544414"/>
            <a:ext cx="228360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eo"/>
                <a:ea typeface="Geo"/>
                <a:cs typeface="Geo"/>
                <a:sym typeface="Geo"/>
              </a:rPr>
              <a:t>unutrašnjost Sikstinske kapele - Michelangelo</a:t>
            </a:r>
            <a:endParaRPr/>
          </a:p>
        </p:txBody>
      </p:sp>
      <p:pic>
        <p:nvPicPr>
          <p:cNvPr id="268" name="Google Shape;268;p18"/>
          <p:cNvPicPr preferRelativeResize="0"/>
          <p:nvPr/>
        </p:nvPicPr>
        <p:blipFill rotWithShape="1">
          <a:blip r:embed="rId4">
            <a:alphaModFix/>
          </a:blip>
          <a:srcRect b="0" l="0" r="0" t="0"/>
          <a:stretch/>
        </p:blipFill>
        <p:spPr>
          <a:xfrm>
            <a:off x="6534763" y="2474615"/>
            <a:ext cx="4299174" cy="3531464"/>
          </a:xfrm>
          <a:prstGeom prst="rect">
            <a:avLst/>
          </a:prstGeom>
          <a:noFill/>
          <a:ln>
            <a:noFill/>
          </a:ln>
        </p:spPr>
      </p:pic>
      <p:sp>
        <p:nvSpPr>
          <p:cNvPr id="269" name="Google Shape;269;p18"/>
          <p:cNvSpPr txBox="1"/>
          <p:nvPr/>
        </p:nvSpPr>
        <p:spPr>
          <a:xfrm>
            <a:off x="7090914" y="6051127"/>
            <a:ext cx="25238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eo"/>
                <a:ea typeface="Geo"/>
                <a:cs typeface="Geo"/>
                <a:sym typeface="Geo"/>
              </a:rPr>
              <a:t>Izgon iz raja – detalj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9"/>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800"/>
              <a:buFont typeface="Geo"/>
              <a:buNone/>
            </a:pPr>
            <a:r>
              <a:t/>
            </a:r>
            <a:endParaRPr/>
          </a:p>
        </p:txBody>
      </p:sp>
      <p:pic>
        <p:nvPicPr>
          <p:cNvPr id="275" name="Google Shape;275;p19"/>
          <p:cNvPicPr preferRelativeResize="0"/>
          <p:nvPr>
            <p:ph idx="1" type="body"/>
          </p:nvPr>
        </p:nvPicPr>
        <p:blipFill rotWithShape="1">
          <a:blip r:embed="rId3">
            <a:alphaModFix/>
          </a:blip>
          <a:srcRect b="0" l="0" r="0" t="0"/>
          <a:stretch/>
        </p:blipFill>
        <p:spPr>
          <a:xfrm>
            <a:off x="2231715" y="642593"/>
            <a:ext cx="7309100" cy="4587301"/>
          </a:xfrm>
          <a:prstGeom prst="rect">
            <a:avLst/>
          </a:prstGeom>
          <a:noFill/>
          <a:ln>
            <a:noFill/>
          </a:ln>
        </p:spPr>
      </p:pic>
      <p:sp>
        <p:nvSpPr>
          <p:cNvPr id="276" name="Google Shape;276;p19"/>
          <p:cNvSpPr txBox="1"/>
          <p:nvPr/>
        </p:nvSpPr>
        <p:spPr>
          <a:xfrm>
            <a:off x="4219525" y="5417389"/>
            <a:ext cx="37529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eo"/>
                <a:ea typeface="Geo"/>
                <a:cs typeface="Geo"/>
                <a:sym typeface="Geo"/>
              </a:rPr>
              <a:t>Sandro Botticelli, </a:t>
            </a:r>
            <a:r>
              <a:rPr i="1" lang="en-US" sz="1800">
                <a:solidFill>
                  <a:schemeClr val="dk1"/>
                </a:solidFill>
                <a:latin typeface="Geo"/>
                <a:ea typeface="Geo"/>
                <a:cs typeface="Geo"/>
                <a:sym typeface="Geo"/>
              </a:rPr>
              <a:t>Rođenje Venere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0"/>
          <p:cNvSpPr txBox="1"/>
          <p:nvPr>
            <p:ph type="title"/>
          </p:nvPr>
        </p:nvSpPr>
        <p:spPr>
          <a:xfrm>
            <a:off x="1066800" y="0"/>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800"/>
              <a:buFont typeface="Geo"/>
              <a:buNone/>
            </a:pPr>
            <a:r>
              <a:rPr lang="en-US"/>
              <a:t>Humanizam i renesansa u hrvatskoj kulturi i književnosti</a:t>
            </a:r>
            <a:endParaRPr/>
          </a:p>
        </p:txBody>
      </p:sp>
      <p:sp>
        <p:nvSpPr>
          <p:cNvPr id="282" name="Google Shape;282;p20"/>
          <p:cNvSpPr txBox="1"/>
          <p:nvPr>
            <p:ph idx="1" type="body"/>
          </p:nvPr>
        </p:nvSpPr>
        <p:spPr>
          <a:xfrm>
            <a:off x="1066800" y="1262175"/>
            <a:ext cx="10058400" cy="3849624"/>
          </a:xfrm>
          <a:prstGeom prst="rect">
            <a:avLst/>
          </a:prstGeom>
          <a:noFill/>
          <a:ln>
            <a:noFill/>
          </a:ln>
        </p:spPr>
        <p:txBody>
          <a:bodyPr anchorCtr="0" anchor="t" bIns="45700" lIns="91425" spcFirstLastPara="1" rIns="91425" wrap="square" tIns="45700">
            <a:normAutofit/>
          </a:bodyPr>
          <a:lstStyle/>
          <a:p>
            <a:pPr indent="-182880" lvl="0" marL="182880" rtl="0" algn="l">
              <a:lnSpc>
                <a:spcPct val="120000"/>
              </a:lnSpc>
              <a:spcBef>
                <a:spcPts val="0"/>
              </a:spcBef>
              <a:spcAft>
                <a:spcPts val="0"/>
              </a:spcAft>
              <a:buSzPts val="1800"/>
              <a:buChar char="◦"/>
            </a:pPr>
            <a:r>
              <a:rPr lang="en-US" sz="1800"/>
              <a:t>tijekom 15. stoljeća humanizam i renesansa proširili su se i na hrvatski prostor</a:t>
            </a:r>
            <a:endParaRPr/>
          </a:p>
          <a:p>
            <a:pPr indent="-182880" lvl="0" marL="182880" rtl="0" algn="l">
              <a:lnSpc>
                <a:spcPct val="120000"/>
              </a:lnSpc>
              <a:spcBef>
                <a:spcPts val="900"/>
              </a:spcBef>
              <a:spcAft>
                <a:spcPts val="0"/>
              </a:spcAft>
              <a:buSzPts val="1800"/>
              <a:buChar char="◦"/>
            </a:pPr>
            <a:r>
              <a:rPr lang="en-US" sz="1800"/>
              <a:t>najveći izražaj u Dubrovniku te na području pod mletačkom vlašću (Split, Šibenik i Hvar) </a:t>
            </a:r>
            <a:endParaRPr/>
          </a:p>
          <a:p>
            <a:pPr indent="-182880" lvl="0" marL="182880" rtl="0" algn="l">
              <a:lnSpc>
                <a:spcPct val="120000"/>
              </a:lnSpc>
              <a:spcBef>
                <a:spcPts val="900"/>
              </a:spcBef>
              <a:spcAft>
                <a:spcPts val="0"/>
              </a:spcAft>
              <a:buSzPts val="1800"/>
              <a:buChar char="◦"/>
            </a:pPr>
            <a:r>
              <a:rPr lang="en-US" sz="1800"/>
              <a:t>Dubrovnik u 15. i 16. stoljeću na vrhuncu moći – razvijena trgovina, razvoj grada</a:t>
            </a:r>
            <a:endParaRPr/>
          </a:p>
        </p:txBody>
      </p:sp>
      <p:pic>
        <p:nvPicPr>
          <p:cNvPr descr="Map&#10;&#10;Description automatically generated" id="283" name="Google Shape;283;p20"/>
          <p:cNvPicPr preferRelativeResize="0"/>
          <p:nvPr/>
        </p:nvPicPr>
        <p:blipFill rotWithShape="1">
          <a:blip r:embed="rId3">
            <a:alphaModFix/>
          </a:blip>
          <a:srcRect b="0" l="0" r="0" t="0"/>
          <a:stretch/>
        </p:blipFill>
        <p:spPr>
          <a:xfrm>
            <a:off x="2674188" y="2621019"/>
            <a:ext cx="5917163" cy="4236981"/>
          </a:xfrm>
          <a:prstGeom prst="rect">
            <a:avLst/>
          </a:prstGeom>
          <a:noFill/>
          <a:ln>
            <a:noFill/>
          </a:ln>
        </p:spPr>
      </p:pic>
      <p:sp>
        <p:nvSpPr>
          <p:cNvPr id="284" name="Google Shape;284;p20"/>
          <p:cNvSpPr txBox="1"/>
          <p:nvPr/>
        </p:nvSpPr>
        <p:spPr>
          <a:xfrm>
            <a:off x="8200645" y="6361218"/>
            <a:ext cx="35269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eo"/>
                <a:ea typeface="Geo"/>
                <a:cs typeface="Geo"/>
                <a:sym typeface="Geo"/>
              </a:rPr>
              <a:t>Renesansna središta u Hrvatskoj</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animEffect filter="fade" transition="in">
                                      <p:cBhvr>
                                        <p:cTn dur="500"/>
                                        <p:tgtEl>
                                          <p:spTgt spid="2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animEffect filter="fade" transition="in">
                                      <p:cBhvr>
                                        <p:cTn dur="500"/>
                                        <p:tgtEl>
                                          <p:spTgt spid="2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2" st="2"/>
                                            </p:txEl>
                                          </p:spTgt>
                                        </p:tgtEl>
                                        <p:attrNameLst>
                                          <p:attrName>style.visibility</p:attrName>
                                        </p:attrNameLst>
                                      </p:cBhvr>
                                      <p:to>
                                        <p:strVal val="visible"/>
                                      </p:to>
                                    </p:set>
                                    <p:animEffect filter="fade" transition="in">
                                      <p:cBhvr>
                                        <p:cTn dur="500"/>
                                        <p:tgtEl>
                                          <p:spTgt spid="2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5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1"/>
          <p:cNvSpPr txBox="1"/>
          <p:nvPr>
            <p:ph idx="1" type="body"/>
          </p:nvPr>
        </p:nvSpPr>
        <p:spPr>
          <a:xfrm>
            <a:off x="621102" y="759125"/>
            <a:ext cx="10504098" cy="5193619"/>
          </a:xfrm>
          <a:prstGeom prst="rect">
            <a:avLst/>
          </a:prstGeom>
          <a:noFill/>
          <a:ln>
            <a:noFill/>
          </a:ln>
        </p:spPr>
        <p:txBody>
          <a:bodyPr anchorCtr="0" anchor="t" bIns="45700" lIns="91425" spcFirstLastPara="1" rIns="91425" wrap="square" tIns="45700">
            <a:normAutofit/>
          </a:bodyPr>
          <a:lstStyle/>
          <a:p>
            <a:pPr indent="-182880" lvl="0" marL="182880" rtl="0" algn="l">
              <a:lnSpc>
                <a:spcPct val="120000"/>
              </a:lnSpc>
              <a:spcBef>
                <a:spcPts val="0"/>
              </a:spcBef>
              <a:spcAft>
                <a:spcPts val="0"/>
              </a:spcAft>
              <a:buSzPts val="1400"/>
              <a:buChar char="◦"/>
            </a:pPr>
            <a:r>
              <a:rPr lang="en-US" sz="1400"/>
              <a:t>dubrovačka renesansna književnost dosegla je vrhunac u djelima </a:t>
            </a:r>
            <a:r>
              <a:rPr b="1" lang="en-US" sz="1400"/>
              <a:t>MARINA DRŽIĆA </a:t>
            </a:r>
            <a:r>
              <a:rPr lang="en-US" sz="1400"/>
              <a:t>(</a:t>
            </a:r>
            <a:r>
              <a:rPr i="1" lang="en-US" sz="1400"/>
              <a:t>Dundo Maroje, Skup, Novela od Stanca</a:t>
            </a:r>
            <a:r>
              <a:rPr lang="en-US" sz="1400"/>
              <a:t>…)</a:t>
            </a:r>
            <a:endParaRPr/>
          </a:p>
          <a:p>
            <a:pPr indent="-182880" lvl="0" marL="182880" rtl="0" algn="l">
              <a:lnSpc>
                <a:spcPct val="120000"/>
              </a:lnSpc>
              <a:spcBef>
                <a:spcPts val="900"/>
              </a:spcBef>
              <a:spcAft>
                <a:spcPts val="0"/>
              </a:spcAft>
              <a:buSzPts val="1400"/>
              <a:buChar char="◦"/>
            </a:pPr>
            <a:r>
              <a:rPr lang="en-US" sz="1400"/>
              <a:t>splićanin </a:t>
            </a:r>
            <a:r>
              <a:rPr b="1" lang="en-US" sz="1400"/>
              <a:t>MARKO MARULIĆ </a:t>
            </a:r>
            <a:r>
              <a:rPr lang="en-US" sz="1400"/>
              <a:t>spjevao je 1501. svoje najpoznatije djelo – </a:t>
            </a:r>
            <a:r>
              <a:rPr b="1" i="1" lang="en-US" sz="1400"/>
              <a:t>Judita</a:t>
            </a:r>
            <a:r>
              <a:rPr lang="en-US" sz="1400"/>
              <a:t>, a hvararin Petar Hektrović opisao je svakodnevni život ljudi u djelu </a:t>
            </a:r>
            <a:r>
              <a:rPr b="1" i="1" lang="en-US" sz="1400"/>
              <a:t>Ribanje i ribarsko prigovaranje</a:t>
            </a:r>
            <a:endParaRPr/>
          </a:p>
          <a:p>
            <a:pPr indent="-93979" lvl="0" marL="182880" rtl="0" algn="l">
              <a:lnSpc>
                <a:spcPct val="120000"/>
              </a:lnSpc>
              <a:spcBef>
                <a:spcPts val="900"/>
              </a:spcBef>
              <a:spcAft>
                <a:spcPts val="0"/>
              </a:spcAft>
              <a:buSzPts val="1400"/>
              <a:buNone/>
            </a:pPr>
            <a:r>
              <a:t/>
            </a:r>
            <a:endParaRPr sz="1400"/>
          </a:p>
          <a:p>
            <a:pPr indent="-93979" lvl="0" marL="182880" rtl="0" algn="l">
              <a:lnSpc>
                <a:spcPct val="120000"/>
              </a:lnSpc>
              <a:spcBef>
                <a:spcPts val="900"/>
              </a:spcBef>
              <a:spcAft>
                <a:spcPts val="0"/>
              </a:spcAft>
              <a:buSzPts val="1400"/>
              <a:buNone/>
            </a:pPr>
            <a:r>
              <a:t/>
            </a:r>
            <a:endParaRPr/>
          </a:p>
          <a:p>
            <a:pPr indent="-93979" lvl="0" marL="182880" rtl="0" algn="l">
              <a:lnSpc>
                <a:spcPct val="120000"/>
              </a:lnSpc>
              <a:spcBef>
                <a:spcPts val="900"/>
              </a:spcBef>
              <a:spcAft>
                <a:spcPts val="0"/>
              </a:spcAft>
              <a:buSzPts val="1400"/>
              <a:buNone/>
            </a:pPr>
            <a:r>
              <a:t/>
            </a:r>
            <a:endParaRPr/>
          </a:p>
          <a:p>
            <a:pPr indent="-93979" lvl="0" marL="182880" rtl="0" algn="l">
              <a:lnSpc>
                <a:spcPct val="120000"/>
              </a:lnSpc>
              <a:spcBef>
                <a:spcPts val="900"/>
              </a:spcBef>
              <a:spcAft>
                <a:spcPts val="0"/>
              </a:spcAft>
              <a:buSzPts val="1400"/>
              <a:buNone/>
            </a:pPr>
            <a:r>
              <a:t/>
            </a:r>
            <a:endParaRPr/>
          </a:p>
          <a:p>
            <a:pPr indent="-93979" lvl="0" marL="182880" rtl="0" algn="l">
              <a:lnSpc>
                <a:spcPct val="120000"/>
              </a:lnSpc>
              <a:spcBef>
                <a:spcPts val="900"/>
              </a:spcBef>
              <a:spcAft>
                <a:spcPts val="0"/>
              </a:spcAft>
              <a:buSzPts val="1400"/>
              <a:buNone/>
            </a:pPr>
            <a:r>
              <a:t/>
            </a:r>
            <a:endParaRPr/>
          </a:p>
          <a:p>
            <a:pPr indent="-93979" lvl="0" marL="182880" rtl="0" algn="l">
              <a:lnSpc>
                <a:spcPct val="120000"/>
              </a:lnSpc>
              <a:spcBef>
                <a:spcPts val="900"/>
              </a:spcBef>
              <a:spcAft>
                <a:spcPts val="0"/>
              </a:spcAft>
              <a:buSzPts val="1400"/>
              <a:buNone/>
            </a:pPr>
            <a:r>
              <a:t/>
            </a:r>
            <a:endParaRPr/>
          </a:p>
          <a:p>
            <a:pPr indent="-93979" lvl="0" marL="182880" rtl="0" algn="l">
              <a:lnSpc>
                <a:spcPct val="120000"/>
              </a:lnSpc>
              <a:spcBef>
                <a:spcPts val="900"/>
              </a:spcBef>
              <a:spcAft>
                <a:spcPts val="0"/>
              </a:spcAft>
              <a:buSzPts val="1400"/>
              <a:buNone/>
            </a:pPr>
            <a:r>
              <a:t/>
            </a:r>
            <a:endParaRPr/>
          </a:p>
          <a:p>
            <a:pPr indent="-93979" lvl="0" marL="182880" rtl="0" algn="l">
              <a:lnSpc>
                <a:spcPct val="120000"/>
              </a:lnSpc>
              <a:spcBef>
                <a:spcPts val="900"/>
              </a:spcBef>
              <a:spcAft>
                <a:spcPts val="0"/>
              </a:spcAft>
              <a:buSzPts val="1400"/>
              <a:buNone/>
            </a:pPr>
            <a:r>
              <a:t/>
            </a:r>
            <a:endParaRPr/>
          </a:p>
          <a:p>
            <a:pPr indent="-93979" lvl="0" marL="182880" rtl="0" algn="l">
              <a:lnSpc>
                <a:spcPct val="120000"/>
              </a:lnSpc>
              <a:spcBef>
                <a:spcPts val="900"/>
              </a:spcBef>
              <a:spcAft>
                <a:spcPts val="0"/>
              </a:spcAft>
              <a:buSzPts val="1400"/>
              <a:buNone/>
            </a:pPr>
            <a:r>
              <a:t/>
            </a:r>
            <a:endParaRPr/>
          </a:p>
        </p:txBody>
      </p:sp>
      <p:pic>
        <p:nvPicPr>
          <p:cNvPr id="290" name="Google Shape;290;p21"/>
          <p:cNvPicPr preferRelativeResize="0"/>
          <p:nvPr/>
        </p:nvPicPr>
        <p:blipFill rotWithShape="1">
          <a:blip r:embed="rId3">
            <a:alphaModFix/>
          </a:blip>
          <a:srcRect b="0" l="0" r="0" t="0"/>
          <a:stretch/>
        </p:blipFill>
        <p:spPr>
          <a:xfrm>
            <a:off x="621102" y="2031262"/>
            <a:ext cx="2038368" cy="2795476"/>
          </a:xfrm>
          <a:prstGeom prst="rect">
            <a:avLst/>
          </a:prstGeom>
          <a:noFill/>
          <a:ln>
            <a:noFill/>
          </a:ln>
        </p:spPr>
      </p:pic>
      <p:pic>
        <p:nvPicPr>
          <p:cNvPr id="291" name="Google Shape;291;p21"/>
          <p:cNvPicPr preferRelativeResize="0"/>
          <p:nvPr/>
        </p:nvPicPr>
        <p:blipFill rotWithShape="1">
          <a:blip r:embed="rId4">
            <a:alphaModFix/>
          </a:blip>
          <a:srcRect b="1" l="0" r="9934" t="0"/>
          <a:stretch/>
        </p:blipFill>
        <p:spPr>
          <a:xfrm>
            <a:off x="2948459" y="2031262"/>
            <a:ext cx="2900249" cy="4632139"/>
          </a:xfrm>
          <a:prstGeom prst="rect">
            <a:avLst/>
          </a:prstGeom>
          <a:noFill/>
          <a:ln>
            <a:noFill/>
          </a:ln>
        </p:spPr>
      </p:pic>
      <p:sp>
        <p:nvSpPr>
          <p:cNvPr id="292" name="Google Shape;292;p21"/>
          <p:cNvSpPr txBox="1"/>
          <p:nvPr/>
        </p:nvSpPr>
        <p:spPr>
          <a:xfrm>
            <a:off x="5848708" y="6340235"/>
            <a:ext cx="575349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eo"/>
                <a:ea typeface="Geo"/>
                <a:cs typeface="Geo"/>
                <a:sym typeface="Geo"/>
              </a:rPr>
              <a:t>Prvo izdanje Judite (napisana 1501., objavljena 1521.)</a:t>
            </a:r>
            <a:endParaRPr/>
          </a:p>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2"/>
          <p:cNvSpPr txBox="1"/>
          <p:nvPr>
            <p:ph idx="1" type="body"/>
          </p:nvPr>
        </p:nvSpPr>
        <p:spPr>
          <a:xfrm>
            <a:off x="1066800" y="557337"/>
            <a:ext cx="10058400" cy="3849624"/>
          </a:xfrm>
          <a:prstGeom prst="rect">
            <a:avLst/>
          </a:prstGeom>
          <a:noFill/>
          <a:ln>
            <a:noFill/>
          </a:ln>
        </p:spPr>
        <p:txBody>
          <a:bodyPr anchorCtr="0" anchor="t" bIns="45700" lIns="91425" spcFirstLastPara="1" rIns="91425" wrap="square" tIns="45700">
            <a:normAutofit/>
          </a:bodyPr>
          <a:lstStyle/>
          <a:p>
            <a:pPr indent="-182880" lvl="0" marL="182880" rtl="0" algn="l">
              <a:lnSpc>
                <a:spcPct val="120000"/>
              </a:lnSpc>
              <a:spcBef>
                <a:spcPts val="0"/>
              </a:spcBef>
              <a:spcAft>
                <a:spcPts val="0"/>
              </a:spcAft>
              <a:buSzPts val="2000"/>
              <a:buChar char="◦"/>
            </a:pPr>
            <a:r>
              <a:rPr lang="en-US" sz="2000"/>
              <a:t>najpoznatiji renesansni slikari su Nikola Božidarević iz Dubrovnika i </a:t>
            </a:r>
            <a:r>
              <a:rPr b="1" lang="en-US" sz="2000"/>
              <a:t>minijaturist Julije Klović</a:t>
            </a:r>
            <a:endParaRPr/>
          </a:p>
          <a:p>
            <a:pPr indent="-93979" lvl="0" marL="182880" rtl="0" algn="l">
              <a:lnSpc>
                <a:spcPct val="120000"/>
              </a:lnSpc>
              <a:spcBef>
                <a:spcPts val="900"/>
              </a:spcBef>
              <a:spcAft>
                <a:spcPts val="0"/>
              </a:spcAft>
              <a:buSzPts val="1400"/>
              <a:buNone/>
            </a:pPr>
            <a:r>
              <a:t/>
            </a:r>
            <a:endParaRPr/>
          </a:p>
        </p:txBody>
      </p:sp>
      <p:pic>
        <p:nvPicPr>
          <p:cNvPr descr="Slika na kojoj se prikazuje grupa, velik, konj, mnogo&#10;&#10;Opis je automatski generiran" id="298" name="Google Shape;298;p22"/>
          <p:cNvPicPr preferRelativeResize="0"/>
          <p:nvPr/>
        </p:nvPicPr>
        <p:blipFill rotWithShape="1">
          <a:blip r:embed="rId3">
            <a:alphaModFix/>
          </a:blip>
          <a:srcRect b="0" l="0" r="0" t="0"/>
          <a:stretch/>
        </p:blipFill>
        <p:spPr>
          <a:xfrm>
            <a:off x="5880340" y="1326717"/>
            <a:ext cx="3420058" cy="4545462"/>
          </a:xfrm>
          <a:prstGeom prst="rect">
            <a:avLst/>
          </a:prstGeom>
          <a:noFill/>
          <a:ln>
            <a:noFill/>
          </a:ln>
        </p:spPr>
      </p:pic>
      <p:sp>
        <p:nvSpPr>
          <p:cNvPr id="299" name="Google Shape;299;p22"/>
          <p:cNvSpPr txBox="1"/>
          <p:nvPr/>
        </p:nvSpPr>
        <p:spPr>
          <a:xfrm>
            <a:off x="5085954" y="5931331"/>
            <a:ext cx="44036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eo"/>
                <a:ea typeface="Geo"/>
                <a:cs typeface="Geo"/>
                <a:sym typeface="Geo"/>
              </a:rPr>
              <a:t>Julije Klović: „Krist predaje ključeve sv. Petru”</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3"/>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800"/>
              <a:buFont typeface="Geo"/>
              <a:buNone/>
            </a:pPr>
            <a:r>
              <a:t/>
            </a:r>
            <a:endParaRPr/>
          </a:p>
        </p:txBody>
      </p:sp>
      <p:sp>
        <p:nvSpPr>
          <p:cNvPr id="305" name="Google Shape;305;p23"/>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p>
            <a:pPr indent="-214630" lvl="0" marL="182880" rtl="0" algn="l">
              <a:lnSpc>
                <a:spcPct val="120000"/>
              </a:lnSpc>
              <a:spcBef>
                <a:spcPts val="0"/>
              </a:spcBef>
              <a:spcAft>
                <a:spcPts val="0"/>
              </a:spcAft>
              <a:buSzPts val="1900"/>
              <a:buChar char="◦"/>
            </a:pPr>
            <a:r>
              <a:rPr lang="en-US" sz="1900"/>
              <a:t>na prostoru sjeverne Hrvatske humanizam i renesansu bili su slabije razvijeni</a:t>
            </a:r>
            <a:endParaRPr sz="1900"/>
          </a:p>
          <a:p>
            <a:pPr indent="-214630" lvl="0" marL="182880" rtl="0" algn="l">
              <a:lnSpc>
                <a:spcPct val="120000"/>
              </a:lnSpc>
              <a:spcBef>
                <a:spcPts val="900"/>
              </a:spcBef>
              <a:spcAft>
                <a:spcPts val="0"/>
              </a:spcAft>
              <a:buSzPts val="1900"/>
              <a:buChar char="◦"/>
            </a:pPr>
            <a:r>
              <a:rPr b="1" lang="en-US" sz="1900"/>
              <a:t>hrvatski humanisti okupljali su se na dvoru Matije Korvina – najznačajniji pjesnik – Ivan Česmički (Janus Pannonius)</a:t>
            </a:r>
            <a:endParaRPr sz="1900"/>
          </a:p>
          <a:p>
            <a:pPr indent="-93979" lvl="0" marL="182880" rtl="0" algn="l">
              <a:lnSpc>
                <a:spcPct val="120000"/>
              </a:lnSpc>
              <a:spcBef>
                <a:spcPts val="900"/>
              </a:spcBef>
              <a:spcAft>
                <a:spcPts val="0"/>
              </a:spcAft>
              <a:buSzPts val="1400"/>
              <a:buNone/>
            </a:pPr>
            <a:r>
              <a:t/>
            </a:r>
            <a:endParaRPr/>
          </a:p>
        </p:txBody>
      </p:sp>
      <p:pic>
        <p:nvPicPr>
          <p:cNvPr id="306" name="Google Shape;306;p23"/>
          <p:cNvPicPr preferRelativeResize="0"/>
          <p:nvPr/>
        </p:nvPicPr>
        <p:blipFill rotWithShape="1">
          <a:blip r:embed="rId3">
            <a:alphaModFix/>
          </a:blip>
          <a:srcRect b="0" l="0" r="0" t="0"/>
          <a:stretch/>
        </p:blipFill>
        <p:spPr>
          <a:xfrm>
            <a:off x="1342844" y="3472309"/>
            <a:ext cx="6472687" cy="2756112"/>
          </a:xfrm>
          <a:prstGeom prst="rect">
            <a:avLst/>
          </a:prstGeom>
          <a:noFill/>
          <a:ln>
            <a:noFill/>
          </a:ln>
        </p:spPr>
      </p:pic>
      <p:cxnSp>
        <p:nvCxnSpPr>
          <p:cNvPr id="307" name="Google Shape;307;p23"/>
          <p:cNvCxnSpPr/>
          <p:nvPr/>
        </p:nvCxnSpPr>
        <p:spPr>
          <a:xfrm flipH="1">
            <a:off x="6763109" y="2915728"/>
            <a:ext cx="2950234" cy="513272"/>
          </a:xfrm>
          <a:prstGeom prst="straightConnector1">
            <a:avLst/>
          </a:prstGeom>
          <a:noFill/>
          <a:ln cap="flat" cmpd="sng" w="9525">
            <a:solidFill>
              <a:schemeClr val="accent1"/>
            </a:solidFill>
            <a:prstDash val="solid"/>
            <a:round/>
            <a:headEnd len="sm" w="sm"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name="SavonVTI">
  <a:themeElements>
    <a:clrScheme name="AnalogousFromRegularSeed_2SEEDS">
      <a:dk1>
        <a:srgbClr val="000000"/>
      </a:dk1>
      <a:lt1>
        <a:srgbClr val="FFFFFF"/>
      </a:lt1>
      <a:dk2>
        <a:srgbClr val="1B2F31"/>
      </a:dk2>
      <a:lt2>
        <a:srgbClr val="F3F0F0"/>
      </a:lt2>
      <a:accent1>
        <a:srgbClr val="37ABB5"/>
      </a:accent1>
      <a:accent2>
        <a:srgbClr val="42B38D"/>
      </a:accent2>
      <a:accent3>
        <a:srgbClr val="4988C7"/>
      </a:accent3>
      <a:accent4>
        <a:srgbClr val="B5376C"/>
      </a:accent4>
      <a:accent5>
        <a:srgbClr val="C7494A"/>
      </a:accent5>
      <a:accent6>
        <a:srgbClr val="B56B37"/>
      </a:accent6>
      <a:hlink>
        <a:srgbClr val="C15147"/>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2022-03-31T08:34:57Z</dcterms:created>
  <dc:creator>Marija Radović</dc:creator>
</cp:coreProperties>
</file>