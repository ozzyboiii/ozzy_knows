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1"/>
  </p:notesMasterIdLst>
  <p:sldIdLst>
    <p:sldId id="256" r:id="rId2"/>
    <p:sldId id="294" r:id="rId3"/>
    <p:sldId id="320" r:id="rId4"/>
    <p:sldId id="323" r:id="rId5"/>
    <p:sldId id="321" r:id="rId6"/>
    <p:sldId id="325" r:id="rId7"/>
    <p:sldId id="326" r:id="rId8"/>
    <p:sldId id="295" r:id="rId9"/>
    <p:sldId id="299" r:id="rId10"/>
    <p:sldId id="302" r:id="rId11"/>
    <p:sldId id="303" r:id="rId12"/>
    <p:sldId id="304" r:id="rId13"/>
    <p:sldId id="305" r:id="rId14"/>
    <p:sldId id="257" r:id="rId15"/>
    <p:sldId id="284" r:id="rId16"/>
    <p:sldId id="300" r:id="rId17"/>
    <p:sldId id="327" r:id="rId18"/>
    <p:sldId id="306" r:id="rId19"/>
    <p:sldId id="301" r:id="rId20"/>
    <p:sldId id="310" r:id="rId21"/>
    <p:sldId id="309" r:id="rId22"/>
    <p:sldId id="311" r:id="rId23"/>
    <p:sldId id="297" r:id="rId24"/>
    <p:sldId id="313" r:id="rId25"/>
    <p:sldId id="314" r:id="rId26"/>
    <p:sldId id="315" r:id="rId27"/>
    <p:sldId id="316" r:id="rId28"/>
    <p:sldId id="312" r:id="rId29"/>
    <p:sldId id="328" r:id="rId30"/>
  </p:sldIdLst>
  <p:sldSz cx="12192000" cy="6858000"/>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64087" autoAdjust="0"/>
  </p:normalViewPr>
  <p:slideViewPr>
    <p:cSldViewPr snapToGrid="0">
      <p:cViewPr varScale="1">
        <p:scale>
          <a:sx n="55" d="100"/>
          <a:sy n="55" d="100"/>
        </p:scale>
        <p:origin x="1938"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na Galović" userId="1bab1453c9be4352" providerId="LiveId" clId="{15F0577A-D6BD-45EA-BD12-AE78BB46F6CF}"/>
    <pc:docChg chg="undo redo custSel addSld delSld modSld sldOrd">
      <pc:chgData name="Martina Galović" userId="1bab1453c9be4352" providerId="LiveId" clId="{15F0577A-D6BD-45EA-BD12-AE78BB46F6CF}" dt="2020-11-16T13:08:38.094" v="17510" actId="404"/>
      <pc:docMkLst>
        <pc:docMk/>
      </pc:docMkLst>
      <pc:sldChg chg="delSp modSp modNotesTx">
        <pc:chgData name="Martina Galović" userId="1bab1453c9be4352" providerId="LiveId" clId="{15F0577A-D6BD-45EA-BD12-AE78BB46F6CF}" dt="2020-11-15T20:07:28.938" v="15477" actId="114"/>
        <pc:sldMkLst>
          <pc:docMk/>
          <pc:sldMk cId="2487709269" sldId="256"/>
        </pc:sldMkLst>
        <pc:spChg chg="mod">
          <ac:chgData name="Martina Galović" userId="1bab1453c9be4352" providerId="LiveId" clId="{15F0577A-D6BD-45EA-BD12-AE78BB46F6CF}" dt="2020-11-15T13:34:51.123" v="14942" actId="2711"/>
          <ac:spMkLst>
            <pc:docMk/>
            <pc:sldMk cId="2487709269" sldId="256"/>
            <ac:spMk id="2" creationId="{00000000-0000-0000-0000-000000000000}"/>
          </ac:spMkLst>
        </pc:spChg>
        <pc:spChg chg="del mod">
          <ac:chgData name="Martina Galović" userId="1bab1453c9be4352" providerId="LiveId" clId="{15F0577A-D6BD-45EA-BD12-AE78BB46F6CF}" dt="2020-11-13T17:55:10.151" v="9036" actId="478"/>
          <ac:spMkLst>
            <pc:docMk/>
            <pc:sldMk cId="2487709269" sldId="256"/>
            <ac:spMk id="3" creationId="{00000000-0000-0000-0000-000000000000}"/>
          </ac:spMkLst>
        </pc:spChg>
      </pc:sldChg>
      <pc:sldChg chg="addSp modSp ord modAnim modNotesTx">
        <pc:chgData name="Martina Galović" userId="1bab1453c9be4352" providerId="LiveId" clId="{15F0577A-D6BD-45EA-BD12-AE78BB46F6CF}" dt="2020-11-15T20:35:52.317" v="15952" actId="114"/>
        <pc:sldMkLst>
          <pc:docMk/>
          <pc:sldMk cId="3037364226" sldId="257"/>
        </pc:sldMkLst>
        <pc:spChg chg="add mod">
          <ac:chgData name="Martina Galović" userId="1bab1453c9be4352" providerId="LiveId" clId="{15F0577A-D6BD-45EA-BD12-AE78BB46F6CF}" dt="2020-11-13T16:18:22.034" v="5076" actId="20577"/>
          <ac:spMkLst>
            <pc:docMk/>
            <pc:sldMk cId="3037364226" sldId="257"/>
            <ac:spMk id="4" creationId="{8E345DE4-8F4F-4F24-8E16-1FB9EADCF0F0}"/>
          </ac:spMkLst>
        </pc:spChg>
        <pc:spChg chg="add mod">
          <ac:chgData name="Martina Galović" userId="1bab1453c9be4352" providerId="LiveId" clId="{15F0577A-D6BD-45EA-BD12-AE78BB46F6CF}" dt="2020-11-15T14:02:59.458" v="15341" actId="1076"/>
          <ac:spMkLst>
            <pc:docMk/>
            <pc:sldMk cId="3037364226" sldId="257"/>
            <ac:spMk id="5" creationId="{538762D4-DE57-4D26-A306-EEF7A1EB6730}"/>
          </ac:spMkLst>
        </pc:spChg>
        <pc:spChg chg="add mod">
          <ac:chgData name="Martina Galović" userId="1bab1453c9be4352" providerId="LiveId" clId="{15F0577A-D6BD-45EA-BD12-AE78BB46F6CF}" dt="2020-11-15T13:56:29.400" v="15307" actId="114"/>
          <ac:spMkLst>
            <pc:docMk/>
            <pc:sldMk cId="3037364226" sldId="257"/>
            <ac:spMk id="6" creationId="{0E520A29-AD17-476C-8630-68AEAA950146}"/>
          </ac:spMkLst>
        </pc:spChg>
        <pc:picChg chg="mod">
          <ac:chgData name="Martina Galović" userId="1bab1453c9be4352" providerId="LiveId" clId="{15F0577A-D6BD-45EA-BD12-AE78BB46F6CF}" dt="2020-11-15T14:03:03.201" v="15343" actId="1076"/>
          <ac:picMkLst>
            <pc:docMk/>
            <pc:sldMk cId="3037364226" sldId="257"/>
            <ac:picMk id="2" creationId="{00000000-0000-0000-0000-000000000000}"/>
          </ac:picMkLst>
        </pc:picChg>
        <pc:picChg chg="mod">
          <ac:chgData name="Martina Galović" userId="1bab1453c9be4352" providerId="LiveId" clId="{15F0577A-D6BD-45EA-BD12-AE78BB46F6CF}" dt="2020-11-13T16:08:22.802" v="4751" actId="14100"/>
          <ac:picMkLst>
            <pc:docMk/>
            <pc:sldMk cId="3037364226" sldId="257"/>
            <ac:picMk id="3" creationId="{00000000-0000-0000-0000-000000000000}"/>
          </ac:picMkLst>
        </pc:picChg>
      </pc:sldChg>
      <pc:sldChg chg="del modNotesTx">
        <pc:chgData name="Martina Galović" userId="1bab1453c9be4352" providerId="LiveId" clId="{15F0577A-D6BD-45EA-BD12-AE78BB46F6CF}" dt="2020-11-13T14:06:23.828" v="1812" actId="47"/>
        <pc:sldMkLst>
          <pc:docMk/>
          <pc:sldMk cId="2154840682" sldId="258"/>
        </pc:sldMkLst>
      </pc:sldChg>
      <pc:sldChg chg="del">
        <pc:chgData name="Martina Galović" userId="1bab1453c9be4352" providerId="LiveId" clId="{15F0577A-D6BD-45EA-BD12-AE78BB46F6CF}" dt="2020-11-13T17:16:18.857" v="7548" actId="47"/>
        <pc:sldMkLst>
          <pc:docMk/>
          <pc:sldMk cId="58334858" sldId="261"/>
        </pc:sldMkLst>
      </pc:sldChg>
      <pc:sldChg chg="del">
        <pc:chgData name="Martina Galović" userId="1bab1453c9be4352" providerId="LiveId" clId="{15F0577A-D6BD-45EA-BD12-AE78BB46F6CF}" dt="2020-11-13T17:16:19.393" v="7549" actId="47"/>
        <pc:sldMkLst>
          <pc:docMk/>
          <pc:sldMk cId="952284391" sldId="262"/>
        </pc:sldMkLst>
      </pc:sldChg>
      <pc:sldChg chg="del">
        <pc:chgData name="Martina Galović" userId="1bab1453c9be4352" providerId="LiveId" clId="{15F0577A-D6BD-45EA-BD12-AE78BB46F6CF}" dt="2020-11-13T14:20:24.103" v="1988" actId="47"/>
        <pc:sldMkLst>
          <pc:docMk/>
          <pc:sldMk cId="729988040" sldId="264"/>
        </pc:sldMkLst>
      </pc:sldChg>
      <pc:sldChg chg="del">
        <pc:chgData name="Martina Galović" userId="1bab1453c9be4352" providerId="LiveId" clId="{15F0577A-D6BD-45EA-BD12-AE78BB46F6CF}" dt="2020-11-13T14:20:02.716" v="1985" actId="47"/>
        <pc:sldMkLst>
          <pc:docMk/>
          <pc:sldMk cId="1860248577" sldId="267"/>
        </pc:sldMkLst>
      </pc:sldChg>
      <pc:sldChg chg="del">
        <pc:chgData name="Martina Galović" userId="1bab1453c9be4352" providerId="LiveId" clId="{15F0577A-D6BD-45EA-BD12-AE78BB46F6CF}" dt="2020-11-13T14:02:10.964" v="1675" actId="47"/>
        <pc:sldMkLst>
          <pc:docMk/>
          <pc:sldMk cId="1456441957" sldId="269"/>
        </pc:sldMkLst>
      </pc:sldChg>
      <pc:sldChg chg="del">
        <pc:chgData name="Martina Galović" userId="1bab1453c9be4352" providerId="LiveId" clId="{15F0577A-D6BD-45EA-BD12-AE78BB46F6CF}" dt="2020-11-13T14:20:04.388" v="1986" actId="47"/>
        <pc:sldMkLst>
          <pc:docMk/>
          <pc:sldMk cId="4049968682" sldId="271"/>
        </pc:sldMkLst>
      </pc:sldChg>
      <pc:sldChg chg="del">
        <pc:chgData name="Martina Galović" userId="1bab1453c9be4352" providerId="LiveId" clId="{15F0577A-D6BD-45EA-BD12-AE78BB46F6CF}" dt="2020-11-13T14:20:05.603" v="1987" actId="47"/>
        <pc:sldMkLst>
          <pc:docMk/>
          <pc:sldMk cId="1203335337" sldId="272"/>
        </pc:sldMkLst>
      </pc:sldChg>
      <pc:sldChg chg="del">
        <pc:chgData name="Martina Galović" userId="1bab1453c9be4352" providerId="LiveId" clId="{15F0577A-D6BD-45EA-BD12-AE78BB46F6CF}" dt="2020-11-13T15:12:22.683" v="3223" actId="47"/>
        <pc:sldMkLst>
          <pc:docMk/>
          <pc:sldMk cId="2388697397" sldId="273"/>
        </pc:sldMkLst>
      </pc:sldChg>
      <pc:sldChg chg="del">
        <pc:chgData name="Martina Galović" userId="1bab1453c9be4352" providerId="LiveId" clId="{15F0577A-D6BD-45EA-BD12-AE78BB46F6CF}" dt="2020-11-13T17:16:20.436" v="7550" actId="47"/>
        <pc:sldMkLst>
          <pc:docMk/>
          <pc:sldMk cId="3945364693" sldId="274"/>
        </pc:sldMkLst>
      </pc:sldChg>
      <pc:sldChg chg="del">
        <pc:chgData name="Martina Galović" userId="1bab1453c9be4352" providerId="LiveId" clId="{15F0577A-D6BD-45EA-BD12-AE78BB46F6CF}" dt="2020-11-13T17:16:01.786" v="7542" actId="47"/>
        <pc:sldMkLst>
          <pc:docMk/>
          <pc:sldMk cId="2298889681" sldId="276"/>
        </pc:sldMkLst>
      </pc:sldChg>
      <pc:sldChg chg="del">
        <pc:chgData name="Martina Galović" userId="1bab1453c9be4352" providerId="LiveId" clId="{15F0577A-D6BD-45EA-BD12-AE78BB46F6CF}" dt="2020-11-13T17:16:03.041" v="7543" actId="47"/>
        <pc:sldMkLst>
          <pc:docMk/>
          <pc:sldMk cId="67224405" sldId="277"/>
        </pc:sldMkLst>
      </pc:sldChg>
      <pc:sldChg chg="del">
        <pc:chgData name="Martina Galović" userId="1bab1453c9be4352" providerId="LiveId" clId="{15F0577A-D6BD-45EA-BD12-AE78BB46F6CF}" dt="2020-11-13T17:16:52.906" v="7557" actId="47"/>
        <pc:sldMkLst>
          <pc:docMk/>
          <pc:sldMk cId="2787170552" sldId="278"/>
        </pc:sldMkLst>
      </pc:sldChg>
      <pc:sldChg chg="del">
        <pc:chgData name="Martina Galović" userId="1bab1453c9be4352" providerId="LiveId" clId="{15F0577A-D6BD-45EA-BD12-AE78BB46F6CF}" dt="2020-11-13T17:16:15.009" v="7546" actId="47"/>
        <pc:sldMkLst>
          <pc:docMk/>
          <pc:sldMk cId="3044738470" sldId="279"/>
        </pc:sldMkLst>
      </pc:sldChg>
      <pc:sldChg chg="del">
        <pc:chgData name="Martina Galović" userId="1bab1453c9be4352" providerId="LiveId" clId="{15F0577A-D6BD-45EA-BD12-AE78BB46F6CF}" dt="2020-11-13T17:16:03.873" v="7544" actId="47"/>
        <pc:sldMkLst>
          <pc:docMk/>
          <pc:sldMk cId="2854093117" sldId="280"/>
        </pc:sldMkLst>
      </pc:sldChg>
      <pc:sldChg chg="del">
        <pc:chgData name="Martina Galović" userId="1bab1453c9be4352" providerId="LiveId" clId="{15F0577A-D6BD-45EA-BD12-AE78BB46F6CF}" dt="2020-11-13T17:16:13.896" v="7545" actId="47"/>
        <pc:sldMkLst>
          <pc:docMk/>
          <pc:sldMk cId="2696300913" sldId="281"/>
        </pc:sldMkLst>
      </pc:sldChg>
      <pc:sldChg chg="del">
        <pc:chgData name="Martina Galović" userId="1bab1453c9be4352" providerId="LiveId" clId="{15F0577A-D6BD-45EA-BD12-AE78BB46F6CF}" dt="2020-11-13T17:16:21.163" v="7551" actId="47"/>
        <pc:sldMkLst>
          <pc:docMk/>
          <pc:sldMk cId="4146077749" sldId="282"/>
        </pc:sldMkLst>
      </pc:sldChg>
      <pc:sldChg chg="addSp modSp ord modAnim modNotesTx">
        <pc:chgData name="Martina Galović" userId="1bab1453c9be4352" providerId="LiveId" clId="{15F0577A-D6BD-45EA-BD12-AE78BB46F6CF}" dt="2020-11-15T20:36:14.064" v="15953" actId="114"/>
        <pc:sldMkLst>
          <pc:docMk/>
          <pc:sldMk cId="3729087101" sldId="284"/>
        </pc:sldMkLst>
        <pc:spChg chg="add mod">
          <ac:chgData name="Martina Galović" userId="1bab1453c9be4352" providerId="LiveId" clId="{15F0577A-D6BD-45EA-BD12-AE78BB46F6CF}" dt="2020-11-15T13:56:35.793" v="15308" actId="114"/>
          <ac:spMkLst>
            <pc:docMk/>
            <pc:sldMk cId="3729087101" sldId="284"/>
            <ac:spMk id="2" creationId="{47C21125-ADD4-4BCF-B533-0E9F9653AC3E}"/>
          </ac:spMkLst>
        </pc:spChg>
        <pc:picChg chg="mod">
          <ac:chgData name="Martina Galović" userId="1bab1453c9be4352" providerId="LiveId" clId="{15F0577A-D6BD-45EA-BD12-AE78BB46F6CF}" dt="2020-11-13T16:30:40.237" v="5539" actId="1076"/>
          <ac:picMkLst>
            <pc:docMk/>
            <pc:sldMk cId="3729087101" sldId="284"/>
            <ac:picMk id="4" creationId="{00000000-0000-0000-0000-000000000000}"/>
          </ac:picMkLst>
        </pc:picChg>
      </pc:sldChg>
      <pc:sldChg chg="del">
        <pc:chgData name="Martina Galović" userId="1bab1453c9be4352" providerId="LiveId" clId="{15F0577A-D6BD-45EA-BD12-AE78BB46F6CF}" dt="2020-11-13T17:16:16.193" v="7547" actId="47"/>
        <pc:sldMkLst>
          <pc:docMk/>
          <pc:sldMk cId="954327611" sldId="285"/>
        </pc:sldMkLst>
      </pc:sldChg>
      <pc:sldChg chg="del">
        <pc:chgData name="Martina Galović" userId="1bab1453c9be4352" providerId="LiveId" clId="{15F0577A-D6BD-45EA-BD12-AE78BB46F6CF}" dt="2020-11-13T14:20:26.037" v="1989" actId="47"/>
        <pc:sldMkLst>
          <pc:docMk/>
          <pc:sldMk cId="1740864586" sldId="286"/>
        </pc:sldMkLst>
      </pc:sldChg>
      <pc:sldChg chg="del">
        <pc:chgData name="Martina Galović" userId="1bab1453c9be4352" providerId="LiveId" clId="{15F0577A-D6BD-45EA-BD12-AE78BB46F6CF}" dt="2020-11-15T13:59:23.909" v="15332" actId="47"/>
        <pc:sldMkLst>
          <pc:docMk/>
          <pc:sldMk cId="3884859448" sldId="287"/>
        </pc:sldMkLst>
      </pc:sldChg>
      <pc:sldChg chg="del">
        <pc:chgData name="Martina Galović" userId="1bab1453c9be4352" providerId="LiveId" clId="{15F0577A-D6BD-45EA-BD12-AE78BB46F6CF}" dt="2020-11-15T13:59:24.625" v="15333" actId="47"/>
        <pc:sldMkLst>
          <pc:docMk/>
          <pc:sldMk cId="1652570824" sldId="288"/>
        </pc:sldMkLst>
      </pc:sldChg>
      <pc:sldChg chg="del">
        <pc:chgData name="Martina Galović" userId="1bab1453c9be4352" providerId="LiveId" clId="{15F0577A-D6BD-45EA-BD12-AE78BB46F6CF}" dt="2020-11-15T13:59:25.552" v="15334" actId="47"/>
        <pc:sldMkLst>
          <pc:docMk/>
          <pc:sldMk cId="3289758100" sldId="289"/>
        </pc:sldMkLst>
      </pc:sldChg>
      <pc:sldChg chg="del">
        <pc:chgData name="Martina Galović" userId="1bab1453c9be4352" providerId="LiveId" clId="{15F0577A-D6BD-45EA-BD12-AE78BB46F6CF}" dt="2020-11-15T13:59:25.762" v="15335" actId="47"/>
        <pc:sldMkLst>
          <pc:docMk/>
          <pc:sldMk cId="3464503725" sldId="290"/>
        </pc:sldMkLst>
      </pc:sldChg>
      <pc:sldChg chg="modSp del">
        <pc:chgData name="Martina Galović" userId="1bab1453c9be4352" providerId="LiveId" clId="{15F0577A-D6BD-45EA-BD12-AE78BB46F6CF}" dt="2020-11-15T13:59:26.449" v="15336" actId="47"/>
        <pc:sldMkLst>
          <pc:docMk/>
          <pc:sldMk cId="679636165" sldId="291"/>
        </pc:sldMkLst>
        <pc:picChg chg="mod">
          <ac:chgData name="Martina Galović" userId="1bab1453c9be4352" providerId="LiveId" clId="{15F0577A-D6BD-45EA-BD12-AE78BB46F6CF}" dt="2020-11-13T16:04:26.419" v="4697" actId="1076"/>
          <ac:picMkLst>
            <pc:docMk/>
            <pc:sldMk cId="679636165" sldId="291"/>
            <ac:picMk id="3" creationId="{7BED8749-7418-4338-B0FB-1668C86BDD92}"/>
          </ac:picMkLst>
        </pc:picChg>
      </pc:sldChg>
      <pc:sldChg chg="del">
        <pc:chgData name="Martina Galović" userId="1bab1453c9be4352" providerId="LiveId" clId="{15F0577A-D6BD-45EA-BD12-AE78BB46F6CF}" dt="2020-11-15T13:59:26.916" v="15337" actId="47"/>
        <pc:sldMkLst>
          <pc:docMk/>
          <pc:sldMk cId="2483648995" sldId="292"/>
        </pc:sldMkLst>
      </pc:sldChg>
      <pc:sldChg chg="del">
        <pc:chgData name="Martina Galović" userId="1bab1453c9be4352" providerId="LiveId" clId="{15F0577A-D6BD-45EA-BD12-AE78BB46F6CF}" dt="2020-11-15T13:59:27.600" v="15338" actId="47"/>
        <pc:sldMkLst>
          <pc:docMk/>
          <pc:sldMk cId="1142590992" sldId="293"/>
        </pc:sldMkLst>
      </pc:sldChg>
      <pc:sldChg chg="addSp delSp modSp new modAnim modNotesTx">
        <pc:chgData name="Martina Galović" userId="1bab1453c9be4352" providerId="LiveId" clId="{15F0577A-D6BD-45EA-BD12-AE78BB46F6CF}" dt="2020-11-15T20:27:30.533" v="15633" actId="20577"/>
        <pc:sldMkLst>
          <pc:docMk/>
          <pc:sldMk cId="481092075" sldId="294"/>
        </pc:sldMkLst>
        <pc:spChg chg="add del mod">
          <ac:chgData name="Martina Galović" userId="1bab1453c9be4352" providerId="LiveId" clId="{15F0577A-D6BD-45EA-BD12-AE78BB46F6CF}" dt="2020-11-13T11:22:11.662" v="547" actId="478"/>
          <ac:spMkLst>
            <pc:docMk/>
            <pc:sldMk cId="481092075" sldId="294"/>
            <ac:spMk id="28" creationId="{84D94444-9582-4E8B-8F9B-575DFF441D4B}"/>
          </ac:spMkLst>
        </pc:spChg>
        <pc:spChg chg="add mod">
          <ac:chgData name="Martina Galović" userId="1bab1453c9be4352" providerId="LiveId" clId="{15F0577A-D6BD-45EA-BD12-AE78BB46F6CF}" dt="2020-11-13T11:19:41.032" v="525" actId="1076"/>
          <ac:spMkLst>
            <pc:docMk/>
            <pc:sldMk cId="481092075" sldId="294"/>
            <ac:spMk id="29" creationId="{06DFEC11-4601-44DC-9A21-9570648A79E3}"/>
          </ac:spMkLst>
        </pc:spChg>
        <pc:spChg chg="add mod">
          <ac:chgData name="Martina Galović" userId="1bab1453c9be4352" providerId="LiveId" clId="{15F0577A-D6BD-45EA-BD12-AE78BB46F6CF}" dt="2020-11-13T11:20:30.396" v="535" actId="1076"/>
          <ac:spMkLst>
            <pc:docMk/>
            <pc:sldMk cId="481092075" sldId="294"/>
            <ac:spMk id="30" creationId="{FDD0EE70-A727-41B1-AEF5-CD34930B28E7}"/>
          </ac:spMkLst>
        </pc:spChg>
        <pc:spChg chg="add mod">
          <ac:chgData name="Martina Galović" userId="1bab1453c9be4352" providerId="LiveId" clId="{15F0577A-D6BD-45EA-BD12-AE78BB46F6CF}" dt="2020-11-13T11:20:33.925" v="536" actId="1076"/>
          <ac:spMkLst>
            <pc:docMk/>
            <pc:sldMk cId="481092075" sldId="294"/>
            <ac:spMk id="31" creationId="{B9E3B4E0-4955-4F46-90C1-3A503BD67831}"/>
          </ac:spMkLst>
        </pc:spChg>
        <pc:spChg chg="add del mod">
          <ac:chgData name="Martina Galović" userId="1bab1453c9be4352" providerId="LiveId" clId="{15F0577A-D6BD-45EA-BD12-AE78BB46F6CF}" dt="2020-11-13T11:22:25.994" v="550" actId="478"/>
          <ac:spMkLst>
            <pc:docMk/>
            <pc:sldMk cId="481092075" sldId="294"/>
            <ac:spMk id="32" creationId="{CEB0898D-5A6D-46EC-9392-F155C5864802}"/>
          </ac:spMkLst>
        </pc:spChg>
        <pc:spChg chg="add del mod">
          <ac:chgData name="Martina Galović" userId="1bab1453c9be4352" providerId="LiveId" clId="{15F0577A-D6BD-45EA-BD12-AE78BB46F6CF}" dt="2020-11-13T11:22:37.262" v="553" actId="478"/>
          <ac:spMkLst>
            <pc:docMk/>
            <pc:sldMk cId="481092075" sldId="294"/>
            <ac:spMk id="33" creationId="{EAE83657-24AB-46F9-83AC-96A7440C220F}"/>
          </ac:spMkLst>
        </pc:spChg>
        <pc:spChg chg="add mod">
          <ac:chgData name="Martina Galović" userId="1bab1453c9be4352" providerId="LiveId" clId="{15F0577A-D6BD-45EA-BD12-AE78BB46F6CF}" dt="2020-11-13T11:19:45.144" v="526" actId="1076"/>
          <ac:spMkLst>
            <pc:docMk/>
            <pc:sldMk cId="481092075" sldId="294"/>
            <ac:spMk id="34" creationId="{105E4828-F1DE-483C-AAF6-FE7D421602DB}"/>
          </ac:spMkLst>
        </pc:spChg>
        <pc:spChg chg="add mod">
          <ac:chgData name="Martina Galović" userId="1bab1453c9be4352" providerId="LiveId" clId="{15F0577A-D6BD-45EA-BD12-AE78BB46F6CF}" dt="2020-11-13T11:19:50.111" v="528" actId="1076"/>
          <ac:spMkLst>
            <pc:docMk/>
            <pc:sldMk cId="481092075" sldId="294"/>
            <ac:spMk id="35" creationId="{431CFAEE-0B12-4A3D-B52D-04BD0618D174}"/>
          </ac:spMkLst>
        </pc:spChg>
        <pc:spChg chg="add mod">
          <ac:chgData name="Martina Galović" userId="1bab1453c9be4352" providerId="LiveId" clId="{15F0577A-D6BD-45EA-BD12-AE78BB46F6CF}" dt="2020-11-13T11:20:41.918" v="537" actId="1076"/>
          <ac:spMkLst>
            <pc:docMk/>
            <pc:sldMk cId="481092075" sldId="294"/>
            <ac:spMk id="36" creationId="{FD527162-31DE-4B5A-B49C-C32C98B9E884}"/>
          </ac:spMkLst>
        </pc:spChg>
        <pc:spChg chg="add mod">
          <ac:chgData name="Martina Galović" userId="1bab1453c9be4352" providerId="LiveId" clId="{15F0577A-D6BD-45EA-BD12-AE78BB46F6CF}" dt="2020-11-13T11:20:44.933" v="538" actId="1076"/>
          <ac:spMkLst>
            <pc:docMk/>
            <pc:sldMk cId="481092075" sldId="294"/>
            <ac:spMk id="37" creationId="{451C5CB4-FC51-42EE-A3D6-E6A450497352}"/>
          </ac:spMkLst>
        </pc:spChg>
        <pc:spChg chg="add mod">
          <ac:chgData name="Martina Galović" userId="1bab1453c9be4352" providerId="LiveId" clId="{15F0577A-D6BD-45EA-BD12-AE78BB46F6CF}" dt="2020-11-13T11:19:25.331" v="521" actId="1076"/>
          <ac:spMkLst>
            <pc:docMk/>
            <pc:sldMk cId="481092075" sldId="294"/>
            <ac:spMk id="38" creationId="{3C8B16BC-5935-4B0E-923B-DC0F71418DB6}"/>
          </ac:spMkLst>
        </pc:spChg>
        <pc:spChg chg="add mod">
          <ac:chgData name="Martina Galović" userId="1bab1453c9be4352" providerId="LiveId" clId="{15F0577A-D6BD-45EA-BD12-AE78BB46F6CF}" dt="2020-11-13T11:20:46.241" v="539" actId="1076"/>
          <ac:spMkLst>
            <pc:docMk/>
            <pc:sldMk cId="481092075" sldId="294"/>
            <ac:spMk id="39" creationId="{38F724FE-5C6B-412D-8E04-4CD1D410C137}"/>
          </ac:spMkLst>
        </pc:spChg>
        <pc:spChg chg="add mod">
          <ac:chgData name="Martina Galović" userId="1bab1453c9be4352" providerId="LiveId" clId="{15F0577A-D6BD-45EA-BD12-AE78BB46F6CF}" dt="2020-11-13T11:22:18.953" v="548" actId="1076"/>
          <ac:spMkLst>
            <pc:docMk/>
            <pc:sldMk cId="481092075" sldId="294"/>
            <ac:spMk id="40" creationId="{135CE154-31D0-4308-A80F-2B96B4E8F62B}"/>
          </ac:spMkLst>
        </pc:spChg>
        <pc:spChg chg="add mod">
          <ac:chgData name="Martina Galović" userId="1bab1453c9be4352" providerId="LiveId" clId="{15F0577A-D6BD-45EA-BD12-AE78BB46F6CF}" dt="2020-11-13T11:22:30.438" v="551" actId="1076"/>
          <ac:spMkLst>
            <pc:docMk/>
            <pc:sldMk cId="481092075" sldId="294"/>
            <ac:spMk id="41" creationId="{D42C251A-A144-4489-9959-614E06985679}"/>
          </ac:spMkLst>
        </pc:spChg>
        <pc:spChg chg="add mod">
          <ac:chgData name="Martina Galović" userId="1bab1453c9be4352" providerId="LiveId" clId="{15F0577A-D6BD-45EA-BD12-AE78BB46F6CF}" dt="2020-11-13T11:22:41.228" v="554" actId="1076"/>
          <ac:spMkLst>
            <pc:docMk/>
            <pc:sldMk cId="481092075" sldId="294"/>
            <ac:spMk id="42" creationId="{A0F67DD0-75F6-4E8F-A5A1-B6274C70185F}"/>
          </ac:spMkLst>
        </pc:spChg>
        <pc:picChg chg="add mod">
          <ac:chgData name="Martina Galović" userId="1bab1453c9be4352" providerId="LiveId" clId="{15F0577A-D6BD-45EA-BD12-AE78BB46F6CF}" dt="2020-11-13T11:18:23.611" v="510" actId="1076"/>
          <ac:picMkLst>
            <pc:docMk/>
            <pc:sldMk cId="481092075" sldId="294"/>
            <ac:picMk id="3" creationId="{B9C63544-2E73-4850-BD7E-A2A2E4E811E2}"/>
          </ac:picMkLst>
        </pc:picChg>
        <pc:picChg chg="add mod">
          <ac:chgData name="Martina Galović" userId="1bab1453c9be4352" providerId="LiveId" clId="{15F0577A-D6BD-45EA-BD12-AE78BB46F6CF}" dt="2020-11-13T11:19:03.851" v="518" actId="1076"/>
          <ac:picMkLst>
            <pc:docMk/>
            <pc:sldMk cId="481092075" sldId="294"/>
            <ac:picMk id="5" creationId="{988545E4-C24D-4CE6-BFE6-4F2484FC4273}"/>
          </ac:picMkLst>
        </pc:picChg>
        <pc:picChg chg="add mod modCrop">
          <ac:chgData name="Martina Galović" userId="1bab1453c9be4352" providerId="LiveId" clId="{15F0577A-D6BD-45EA-BD12-AE78BB46F6CF}" dt="2020-11-13T11:18:55.255" v="516" actId="1076"/>
          <ac:picMkLst>
            <pc:docMk/>
            <pc:sldMk cId="481092075" sldId="294"/>
            <ac:picMk id="7" creationId="{826040B7-571A-4AD4-9811-405ADE639CD0}"/>
          </ac:picMkLst>
        </pc:picChg>
        <pc:picChg chg="add mod">
          <ac:chgData name="Martina Galović" userId="1bab1453c9be4352" providerId="LiveId" clId="{15F0577A-D6BD-45EA-BD12-AE78BB46F6CF}" dt="2020-11-15T20:13:17.247" v="15535" actId="1076"/>
          <ac:picMkLst>
            <pc:docMk/>
            <pc:sldMk cId="481092075" sldId="294"/>
            <ac:picMk id="9" creationId="{5F9DCFF2-7A4B-4452-9E92-2A2D9A4D0B50}"/>
          </ac:picMkLst>
        </pc:picChg>
        <pc:picChg chg="add mod">
          <ac:chgData name="Martina Galović" userId="1bab1453c9be4352" providerId="LiveId" clId="{15F0577A-D6BD-45EA-BD12-AE78BB46F6CF}" dt="2020-11-13T11:18:26.879" v="511" actId="1076"/>
          <ac:picMkLst>
            <pc:docMk/>
            <pc:sldMk cId="481092075" sldId="294"/>
            <ac:picMk id="11" creationId="{99155194-60C0-48A5-B2AF-D63956452398}"/>
          </ac:picMkLst>
        </pc:picChg>
        <pc:picChg chg="add mod">
          <ac:chgData name="Martina Galović" userId="1bab1453c9be4352" providerId="LiveId" clId="{15F0577A-D6BD-45EA-BD12-AE78BB46F6CF}" dt="2020-11-13T11:18:59.538" v="517" actId="1076"/>
          <ac:picMkLst>
            <pc:docMk/>
            <pc:sldMk cId="481092075" sldId="294"/>
            <ac:picMk id="13" creationId="{3BDBEE85-61C6-40D4-B127-87398CC2BE47}"/>
          </ac:picMkLst>
        </pc:picChg>
        <pc:picChg chg="add mod">
          <ac:chgData name="Martina Galović" userId="1bab1453c9be4352" providerId="LiveId" clId="{15F0577A-D6BD-45EA-BD12-AE78BB46F6CF}" dt="2020-11-13T11:19:33.329" v="523" actId="1076"/>
          <ac:picMkLst>
            <pc:docMk/>
            <pc:sldMk cId="481092075" sldId="294"/>
            <ac:picMk id="15" creationId="{F0416E3C-02B1-4EF8-8B90-6EAD7FC784BA}"/>
          </ac:picMkLst>
        </pc:picChg>
        <pc:picChg chg="add mod modCrop">
          <ac:chgData name="Martina Galović" userId="1bab1453c9be4352" providerId="LiveId" clId="{15F0577A-D6BD-45EA-BD12-AE78BB46F6CF}" dt="2020-11-15T20:15:38.321" v="15536" actId="1076"/>
          <ac:picMkLst>
            <pc:docMk/>
            <pc:sldMk cId="481092075" sldId="294"/>
            <ac:picMk id="17" creationId="{18F06AC8-16F8-418C-B3DF-6D679013FB4E}"/>
          </ac:picMkLst>
        </pc:picChg>
        <pc:picChg chg="add mod modCrop">
          <ac:chgData name="Martina Galović" userId="1bab1453c9be4352" providerId="LiveId" clId="{15F0577A-D6BD-45EA-BD12-AE78BB46F6CF}" dt="2020-11-13T11:20:02.864" v="531" actId="1076"/>
          <ac:picMkLst>
            <pc:docMk/>
            <pc:sldMk cId="481092075" sldId="294"/>
            <ac:picMk id="19" creationId="{82F42841-40A3-462F-895A-09E2A776A873}"/>
          </ac:picMkLst>
        </pc:picChg>
        <pc:picChg chg="add mod modCrop">
          <ac:chgData name="Martina Galović" userId="1bab1453c9be4352" providerId="LiveId" clId="{15F0577A-D6BD-45EA-BD12-AE78BB46F6CF}" dt="2020-11-13T11:19:37.098" v="524" actId="1076"/>
          <ac:picMkLst>
            <pc:docMk/>
            <pc:sldMk cId="481092075" sldId="294"/>
            <ac:picMk id="21" creationId="{3D2EBEED-9D17-4D7C-A409-9F7A138C377B}"/>
          </ac:picMkLst>
        </pc:picChg>
        <pc:picChg chg="add del mod modCrop">
          <ac:chgData name="Martina Galović" userId="1bab1453c9be4352" providerId="LiveId" clId="{15F0577A-D6BD-45EA-BD12-AE78BB46F6CF}" dt="2020-11-13T11:02:21.929" v="384" actId="478"/>
          <ac:picMkLst>
            <pc:docMk/>
            <pc:sldMk cId="481092075" sldId="294"/>
            <ac:picMk id="23" creationId="{BC8E0D82-F135-40A5-B622-BFAB6791B63D}"/>
          </ac:picMkLst>
        </pc:picChg>
        <pc:picChg chg="add mod modCrop">
          <ac:chgData name="Martina Galović" userId="1bab1453c9be4352" providerId="LiveId" clId="{15F0577A-D6BD-45EA-BD12-AE78BB46F6CF}" dt="2020-11-13T11:19:56.403" v="529" actId="1076"/>
          <ac:picMkLst>
            <pc:docMk/>
            <pc:sldMk cId="481092075" sldId="294"/>
            <ac:picMk id="25" creationId="{C6F01CBD-E549-4FC2-BFAF-46B7D99C6E56}"/>
          </ac:picMkLst>
        </pc:picChg>
        <pc:picChg chg="add mod modCrop">
          <ac:chgData name="Martina Galović" userId="1bab1453c9be4352" providerId="LiveId" clId="{15F0577A-D6BD-45EA-BD12-AE78BB46F6CF}" dt="2020-11-13T11:18:30.240" v="512" actId="1076"/>
          <ac:picMkLst>
            <pc:docMk/>
            <pc:sldMk cId="481092075" sldId="294"/>
            <ac:picMk id="27" creationId="{415FEF25-5F2B-4904-9587-68C4E95E184D}"/>
          </ac:picMkLst>
        </pc:picChg>
      </pc:sldChg>
      <pc:sldChg chg="addSp delSp modSp new delAnim modAnim modNotesTx">
        <pc:chgData name="Martina Galović" userId="1bab1453c9be4352" providerId="LiveId" clId="{15F0577A-D6BD-45EA-BD12-AE78BB46F6CF}" dt="2020-11-13T18:43:30.569" v="10482" actId="20577"/>
        <pc:sldMkLst>
          <pc:docMk/>
          <pc:sldMk cId="2352223141" sldId="295"/>
        </pc:sldMkLst>
        <pc:spChg chg="add mod">
          <ac:chgData name="Martina Galović" userId="1bab1453c9be4352" providerId="LiveId" clId="{15F0577A-D6BD-45EA-BD12-AE78BB46F6CF}" dt="2020-11-13T13:41:14.918" v="1105" actId="1076"/>
          <ac:spMkLst>
            <pc:docMk/>
            <pc:sldMk cId="2352223141" sldId="295"/>
            <ac:spMk id="4" creationId="{F556F521-A95F-43A6-9CB1-D82BF32AEF91}"/>
          </ac:spMkLst>
        </pc:spChg>
        <pc:spChg chg="add mod">
          <ac:chgData name="Martina Galović" userId="1bab1453c9be4352" providerId="LiveId" clId="{15F0577A-D6BD-45EA-BD12-AE78BB46F6CF}" dt="2020-11-13T13:38:55.177" v="1083" actId="1076"/>
          <ac:spMkLst>
            <pc:docMk/>
            <pc:sldMk cId="2352223141" sldId="295"/>
            <ac:spMk id="5" creationId="{8184649A-80DF-4991-B331-ADCE9A2A3EB6}"/>
          </ac:spMkLst>
        </pc:spChg>
        <pc:spChg chg="add mod">
          <ac:chgData name="Martina Galović" userId="1bab1453c9be4352" providerId="LiveId" clId="{15F0577A-D6BD-45EA-BD12-AE78BB46F6CF}" dt="2020-11-13T13:39:02.173" v="1085" actId="1076"/>
          <ac:spMkLst>
            <pc:docMk/>
            <pc:sldMk cId="2352223141" sldId="295"/>
            <ac:spMk id="6" creationId="{A96896BC-1997-46B2-96F6-D41786881413}"/>
          </ac:spMkLst>
        </pc:spChg>
        <pc:spChg chg="add mod">
          <ac:chgData name="Martina Galović" userId="1bab1453c9be4352" providerId="LiveId" clId="{15F0577A-D6BD-45EA-BD12-AE78BB46F6CF}" dt="2020-11-13T13:41:11.780" v="1104" actId="1076"/>
          <ac:spMkLst>
            <pc:docMk/>
            <pc:sldMk cId="2352223141" sldId="295"/>
            <ac:spMk id="7" creationId="{D9E9A57B-7263-42A1-BC4E-38F6D7B6303E}"/>
          </ac:spMkLst>
        </pc:spChg>
        <pc:spChg chg="add mod">
          <ac:chgData name="Martina Galović" userId="1bab1453c9be4352" providerId="LiveId" clId="{15F0577A-D6BD-45EA-BD12-AE78BB46F6CF}" dt="2020-11-13T13:39:22.144" v="1089" actId="1076"/>
          <ac:spMkLst>
            <pc:docMk/>
            <pc:sldMk cId="2352223141" sldId="295"/>
            <ac:spMk id="8" creationId="{CF44A421-C673-4FD0-BB0E-599150F7681D}"/>
          </ac:spMkLst>
        </pc:spChg>
        <pc:spChg chg="add mod">
          <ac:chgData name="Martina Galović" userId="1bab1453c9be4352" providerId="LiveId" clId="{15F0577A-D6BD-45EA-BD12-AE78BB46F6CF}" dt="2020-11-13T18:11:14.719" v="9521" actId="1076"/>
          <ac:spMkLst>
            <pc:docMk/>
            <pc:sldMk cId="2352223141" sldId="295"/>
            <ac:spMk id="9" creationId="{BDC0936F-B171-451B-B647-DF1FC2B67E5B}"/>
          </ac:spMkLst>
        </pc:spChg>
        <pc:spChg chg="add mod">
          <ac:chgData name="Martina Galović" userId="1bab1453c9be4352" providerId="LiveId" clId="{15F0577A-D6BD-45EA-BD12-AE78BB46F6CF}" dt="2020-11-13T13:39:29.325" v="1091" actId="1076"/>
          <ac:spMkLst>
            <pc:docMk/>
            <pc:sldMk cId="2352223141" sldId="295"/>
            <ac:spMk id="10" creationId="{01182221-27A7-44EF-9543-A42DB9DFC788}"/>
          </ac:spMkLst>
        </pc:spChg>
        <pc:spChg chg="add mod">
          <ac:chgData name="Martina Galović" userId="1bab1453c9be4352" providerId="LiveId" clId="{15F0577A-D6BD-45EA-BD12-AE78BB46F6CF}" dt="2020-11-13T13:40:57.747" v="1101" actId="1076"/>
          <ac:spMkLst>
            <pc:docMk/>
            <pc:sldMk cId="2352223141" sldId="295"/>
            <ac:spMk id="11" creationId="{49E954BB-2E63-490A-956D-AF4DCE9C3C99}"/>
          </ac:spMkLst>
        </pc:spChg>
        <pc:spChg chg="add mod">
          <ac:chgData name="Martina Galović" userId="1bab1453c9be4352" providerId="LiveId" clId="{15F0577A-D6BD-45EA-BD12-AE78BB46F6CF}" dt="2020-11-13T13:40:31.449" v="1098" actId="1076"/>
          <ac:spMkLst>
            <pc:docMk/>
            <pc:sldMk cId="2352223141" sldId="295"/>
            <ac:spMk id="12" creationId="{EF56F4F5-CB50-4DA2-9BEB-E19AAD1B2B2D}"/>
          </ac:spMkLst>
        </pc:spChg>
        <pc:spChg chg="add mod">
          <ac:chgData name="Martina Galović" userId="1bab1453c9be4352" providerId="LiveId" clId="{15F0577A-D6BD-45EA-BD12-AE78BB46F6CF}" dt="2020-11-13T13:39:45.545" v="1095" actId="1076"/>
          <ac:spMkLst>
            <pc:docMk/>
            <pc:sldMk cId="2352223141" sldId="295"/>
            <ac:spMk id="13" creationId="{06576775-3EA7-44D0-8B1A-2E6AD730595C}"/>
          </ac:spMkLst>
        </pc:spChg>
        <pc:spChg chg="add mod">
          <ac:chgData name="Martina Galović" userId="1bab1453c9be4352" providerId="LiveId" clId="{15F0577A-D6BD-45EA-BD12-AE78BB46F6CF}" dt="2020-11-13T13:39:39.933" v="1094" actId="1076"/>
          <ac:spMkLst>
            <pc:docMk/>
            <pc:sldMk cId="2352223141" sldId="295"/>
            <ac:spMk id="16" creationId="{45734F05-8CC1-4605-A567-33C3B72CE87E}"/>
          </ac:spMkLst>
        </pc:spChg>
        <pc:spChg chg="add mod">
          <ac:chgData name="Martina Galović" userId="1bab1453c9be4352" providerId="LiveId" clId="{15F0577A-D6BD-45EA-BD12-AE78BB46F6CF}" dt="2020-11-13T13:41:01.055" v="1102" actId="1076"/>
          <ac:spMkLst>
            <pc:docMk/>
            <pc:sldMk cId="2352223141" sldId="295"/>
            <ac:spMk id="17" creationId="{D27FC374-DB66-4554-8731-3F4744B3458B}"/>
          </ac:spMkLst>
        </pc:spChg>
        <pc:spChg chg="add del mod">
          <ac:chgData name="Martina Galović" userId="1bab1453c9be4352" providerId="LiveId" clId="{15F0577A-D6BD-45EA-BD12-AE78BB46F6CF}" dt="2020-11-13T11:37:18.368" v="669"/>
          <ac:spMkLst>
            <pc:docMk/>
            <pc:sldMk cId="2352223141" sldId="295"/>
            <ac:spMk id="18" creationId="{47E1C93A-433C-4CCB-91D2-FE658739D6F4}"/>
          </ac:spMkLst>
        </pc:spChg>
        <pc:spChg chg="add mod">
          <ac:chgData name="Martina Galović" userId="1bab1453c9be4352" providerId="LiveId" clId="{15F0577A-D6BD-45EA-BD12-AE78BB46F6CF}" dt="2020-11-13T13:49:38.793" v="1235" actId="1076"/>
          <ac:spMkLst>
            <pc:docMk/>
            <pc:sldMk cId="2352223141" sldId="295"/>
            <ac:spMk id="19" creationId="{C032DA74-0A7E-4B0B-B300-8BE2A138B34F}"/>
          </ac:spMkLst>
        </pc:spChg>
        <pc:spChg chg="add del mod">
          <ac:chgData name="Martina Galović" userId="1bab1453c9be4352" providerId="LiveId" clId="{15F0577A-D6BD-45EA-BD12-AE78BB46F6CF}" dt="2020-11-13T13:33:50.322" v="1059" actId="478"/>
          <ac:spMkLst>
            <pc:docMk/>
            <pc:sldMk cId="2352223141" sldId="295"/>
            <ac:spMk id="20" creationId="{310870DC-F07C-4791-B42E-57EFF78254C9}"/>
          </ac:spMkLst>
        </pc:spChg>
        <pc:spChg chg="add mod">
          <ac:chgData name="Martina Galović" userId="1bab1453c9be4352" providerId="LiveId" clId="{15F0577A-D6BD-45EA-BD12-AE78BB46F6CF}" dt="2020-11-13T13:38:38.399" v="1080" actId="1076"/>
          <ac:spMkLst>
            <pc:docMk/>
            <pc:sldMk cId="2352223141" sldId="295"/>
            <ac:spMk id="21" creationId="{B94BE1F8-D9EA-4AAC-863D-6A7E347CE26D}"/>
          </ac:spMkLst>
        </pc:spChg>
        <pc:spChg chg="add mod">
          <ac:chgData name="Martina Galović" userId="1bab1453c9be4352" providerId="LiveId" clId="{15F0577A-D6BD-45EA-BD12-AE78BB46F6CF}" dt="2020-11-13T13:41:44.237" v="1112" actId="14100"/>
          <ac:spMkLst>
            <pc:docMk/>
            <pc:sldMk cId="2352223141" sldId="295"/>
            <ac:spMk id="22" creationId="{C11343A6-45E1-406A-BB08-DE589828974B}"/>
          </ac:spMkLst>
        </pc:spChg>
        <pc:spChg chg="add mod">
          <ac:chgData name="Martina Galović" userId="1bab1453c9be4352" providerId="LiveId" clId="{15F0577A-D6BD-45EA-BD12-AE78BB46F6CF}" dt="2020-11-13T13:41:40.186" v="1111" actId="14100"/>
          <ac:spMkLst>
            <pc:docMk/>
            <pc:sldMk cId="2352223141" sldId="295"/>
            <ac:spMk id="23" creationId="{E51002FC-1AC8-4F4F-8A24-349727A0DADE}"/>
          </ac:spMkLst>
        </pc:spChg>
        <pc:spChg chg="add mod">
          <ac:chgData name="Martina Galović" userId="1bab1453c9be4352" providerId="LiveId" clId="{15F0577A-D6BD-45EA-BD12-AE78BB46F6CF}" dt="2020-11-13T13:43:15.624" v="1151" actId="1076"/>
          <ac:spMkLst>
            <pc:docMk/>
            <pc:sldMk cId="2352223141" sldId="295"/>
            <ac:spMk id="24" creationId="{3B16F4E0-3025-4BD8-9FC6-ADDA59EB7E1F}"/>
          </ac:spMkLst>
        </pc:spChg>
        <pc:spChg chg="add mod">
          <ac:chgData name="Martina Galović" userId="1bab1453c9be4352" providerId="LiveId" clId="{15F0577A-D6BD-45EA-BD12-AE78BB46F6CF}" dt="2020-11-13T13:44:06.735" v="1196" actId="1076"/>
          <ac:spMkLst>
            <pc:docMk/>
            <pc:sldMk cId="2352223141" sldId="295"/>
            <ac:spMk id="25" creationId="{714D0702-9E37-48AF-BA4D-28A98110AFF0}"/>
          </ac:spMkLst>
        </pc:spChg>
        <pc:picChg chg="add del mod modCrop">
          <ac:chgData name="Martina Galović" userId="1bab1453c9be4352" providerId="LiveId" clId="{15F0577A-D6BD-45EA-BD12-AE78BB46F6CF}" dt="2020-11-13T11:33:56.252" v="650" actId="478"/>
          <ac:picMkLst>
            <pc:docMk/>
            <pc:sldMk cId="2352223141" sldId="295"/>
            <ac:picMk id="3" creationId="{55A6EFA1-C8F4-4836-9727-949F0DA179AF}"/>
          </ac:picMkLst>
        </pc:picChg>
        <pc:picChg chg="add mod ord modCrop">
          <ac:chgData name="Martina Galović" userId="1bab1453c9be4352" providerId="LiveId" clId="{15F0577A-D6BD-45EA-BD12-AE78BB46F6CF}" dt="2020-11-13T18:10:29.962" v="9520" actId="1076"/>
          <ac:picMkLst>
            <pc:docMk/>
            <pc:sldMk cId="2352223141" sldId="295"/>
            <ac:picMk id="15" creationId="{AAF17A85-44F5-4DF6-8F88-9491AE540522}"/>
          </ac:picMkLst>
        </pc:picChg>
        <pc:cxnChg chg="add mod">
          <ac:chgData name="Martina Galović" userId="1bab1453c9be4352" providerId="LiveId" clId="{15F0577A-D6BD-45EA-BD12-AE78BB46F6CF}" dt="2020-11-13T18:12:49.318" v="9525" actId="14100"/>
          <ac:cxnSpMkLst>
            <pc:docMk/>
            <pc:sldMk cId="2352223141" sldId="295"/>
            <ac:cxnSpMk id="27" creationId="{413A2ABE-799B-42E3-88E9-1720DECC8F52}"/>
          </ac:cxnSpMkLst>
        </pc:cxnChg>
        <pc:cxnChg chg="add mod">
          <ac:chgData name="Martina Galović" userId="1bab1453c9be4352" providerId="LiveId" clId="{15F0577A-D6BD-45EA-BD12-AE78BB46F6CF}" dt="2020-11-13T18:13:20.712" v="9532" actId="208"/>
          <ac:cxnSpMkLst>
            <pc:docMk/>
            <pc:sldMk cId="2352223141" sldId="295"/>
            <ac:cxnSpMk id="29" creationId="{417E679C-AE34-4176-B3C0-925F043820DE}"/>
          </ac:cxnSpMkLst>
        </pc:cxnChg>
      </pc:sldChg>
      <pc:sldChg chg="addSp delSp modSp add del delAnim modAnim modNotesTx">
        <pc:chgData name="Martina Galović" userId="1bab1453c9be4352" providerId="LiveId" clId="{15F0577A-D6BD-45EA-BD12-AE78BB46F6CF}" dt="2020-11-15T13:18:11.367" v="14750" actId="47"/>
        <pc:sldMkLst>
          <pc:docMk/>
          <pc:sldMk cId="133458429" sldId="296"/>
        </pc:sldMkLst>
        <pc:spChg chg="add del mod">
          <ac:chgData name="Martina Galović" userId="1bab1453c9be4352" providerId="LiveId" clId="{15F0577A-D6BD-45EA-BD12-AE78BB46F6CF}" dt="2020-11-15T13:17:50.237" v="14748" actId="478"/>
          <ac:spMkLst>
            <pc:docMk/>
            <pc:sldMk cId="133458429" sldId="296"/>
            <ac:spMk id="26" creationId="{46CDDA58-7715-4840-B466-03BE3E02CD98}"/>
          </ac:spMkLst>
        </pc:spChg>
        <pc:spChg chg="add del mod">
          <ac:chgData name="Martina Galović" userId="1bab1453c9be4352" providerId="LiveId" clId="{15F0577A-D6BD-45EA-BD12-AE78BB46F6CF}" dt="2020-11-15T13:17:50.237" v="14748" actId="478"/>
          <ac:spMkLst>
            <pc:docMk/>
            <pc:sldMk cId="133458429" sldId="296"/>
            <ac:spMk id="28" creationId="{1F79B06A-B6AB-4FBF-BEBF-4E80BDBA1E51}"/>
          </ac:spMkLst>
        </pc:spChg>
        <pc:spChg chg="del">
          <ac:chgData name="Martina Galović" userId="1bab1453c9be4352" providerId="LiveId" clId="{15F0577A-D6BD-45EA-BD12-AE78BB46F6CF}" dt="2020-11-15T13:17:57.632" v="14749" actId="478"/>
          <ac:spMkLst>
            <pc:docMk/>
            <pc:sldMk cId="133458429" sldId="296"/>
            <ac:spMk id="30" creationId="{FDD0EE70-A727-41B1-AEF5-CD34930B28E7}"/>
          </ac:spMkLst>
        </pc:spChg>
        <pc:spChg chg="del">
          <ac:chgData name="Martina Galović" userId="1bab1453c9be4352" providerId="LiveId" clId="{15F0577A-D6BD-45EA-BD12-AE78BB46F6CF}" dt="2020-11-15T13:17:57.632" v="14749" actId="478"/>
          <ac:spMkLst>
            <pc:docMk/>
            <pc:sldMk cId="133458429" sldId="296"/>
            <ac:spMk id="31" creationId="{B9E3B4E0-4955-4F46-90C1-3A503BD67831}"/>
          </ac:spMkLst>
        </pc:spChg>
        <pc:spChg chg="add del mod">
          <ac:chgData name="Martina Galović" userId="1bab1453c9be4352" providerId="LiveId" clId="{15F0577A-D6BD-45EA-BD12-AE78BB46F6CF}" dt="2020-11-15T13:17:50.237" v="14748" actId="478"/>
          <ac:spMkLst>
            <pc:docMk/>
            <pc:sldMk cId="133458429" sldId="296"/>
            <ac:spMk id="32" creationId="{8FE51BD3-F60B-44EB-A3E9-66B32FB64F91}"/>
          </ac:spMkLst>
        </pc:spChg>
        <pc:spChg chg="add del mod">
          <ac:chgData name="Martina Galović" userId="1bab1453c9be4352" providerId="LiveId" clId="{15F0577A-D6BD-45EA-BD12-AE78BB46F6CF}" dt="2020-11-15T13:17:50.237" v="14748" actId="478"/>
          <ac:spMkLst>
            <pc:docMk/>
            <pc:sldMk cId="133458429" sldId="296"/>
            <ac:spMk id="33" creationId="{F12D6605-2FB2-4B5D-BD2E-1E8076C6DBC3}"/>
          </ac:spMkLst>
        </pc:spChg>
        <pc:spChg chg="del">
          <ac:chgData name="Martina Galović" userId="1bab1453c9be4352" providerId="LiveId" clId="{15F0577A-D6BD-45EA-BD12-AE78BB46F6CF}" dt="2020-11-15T13:17:57.632" v="14749" actId="478"/>
          <ac:spMkLst>
            <pc:docMk/>
            <pc:sldMk cId="133458429" sldId="296"/>
            <ac:spMk id="36" creationId="{FD527162-31DE-4B5A-B49C-C32C98B9E884}"/>
          </ac:spMkLst>
        </pc:spChg>
        <pc:spChg chg="del">
          <ac:chgData name="Martina Galović" userId="1bab1453c9be4352" providerId="LiveId" clId="{15F0577A-D6BD-45EA-BD12-AE78BB46F6CF}" dt="2020-11-15T13:17:57.632" v="14749" actId="478"/>
          <ac:spMkLst>
            <pc:docMk/>
            <pc:sldMk cId="133458429" sldId="296"/>
            <ac:spMk id="37" creationId="{451C5CB4-FC51-42EE-A3D6-E6A450497352}"/>
          </ac:spMkLst>
        </pc:spChg>
        <pc:spChg chg="del">
          <ac:chgData name="Martina Galović" userId="1bab1453c9be4352" providerId="LiveId" clId="{15F0577A-D6BD-45EA-BD12-AE78BB46F6CF}" dt="2020-11-15T13:17:57.632" v="14749" actId="478"/>
          <ac:spMkLst>
            <pc:docMk/>
            <pc:sldMk cId="133458429" sldId="296"/>
            <ac:spMk id="38" creationId="{3C8B16BC-5935-4B0E-923B-DC0F71418DB6}"/>
          </ac:spMkLst>
        </pc:spChg>
        <pc:spChg chg="del">
          <ac:chgData name="Martina Galović" userId="1bab1453c9be4352" providerId="LiveId" clId="{15F0577A-D6BD-45EA-BD12-AE78BB46F6CF}" dt="2020-11-15T13:17:50.237" v="14748" actId="478"/>
          <ac:spMkLst>
            <pc:docMk/>
            <pc:sldMk cId="133458429" sldId="296"/>
            <ac:spMk id="39" creationId="{38F724FE-5C6B-412D-8E04-4CD1D410C137}"/>
          </ac:spMkLst>
        </pc:spChg>
        <pc:spChg chg="add del mod">
          <ac:chgData name="Martina Galović" userId="1bab1453c9be4352" providerId="LiveId" clId="{15F0577A-D6BD-45EA-BD12-AE78BB46F6CF}" dt="2020-11-15T13:17:50.237" v="14748" actId="478"/>
          <ac:spMkLst>
            <pc:docMk/>
            <pc:sldMk cId="133458429" sldId="296"/>
            <ac:spMk id="43" creationId="{8020733A-505E-4869-BF1B-32AD880FAEF0}"/>
          </ac:spMkLst>
        </pc:spChg>
        <pc:picChg chg="del">
          <ac:chgData name="Martina Galović" userId="1bab1453c9be4352" providerId="LiveId" clId="{15F0577A-D6BD-45EA-BD12-AE78BB46F6CF}" dt="2020-11-15T13:17:41.986" v="14746" actId="478"/>
          <ac:picMkLst>
            <pc:docMk/>
            <pc:sldMk cId="133458429" sldId="296"/>
            <ac:picMk id="3" creationId="{B9C63544-2E73-4850-BD7E-A2A2E4E811E2}"/>
          </ac:picMkLst>
        </pc:picChg>
        <pc:picChg chg="del">
          <ac:chgData name="Martina Galović" userId="1bab1453c9be4352" providerId="LiveId" clId="{15F0577A-D6BD-45EA-BD12-AE78BB46F6CF}" dt="2020-11-15T13:17:41.986" v="14746" actId="478"/>
          <ac:picMkLst>
            <pc:docMk/>
            <pc:sldMk cId="133458429" sldId="296"/>
            <ac:picMk id="5" creationId="{988545E4-C24D-4CE6-BFE6-4F2484FC4273}"/>
          </ac:picMkLst>
        </pc:picChg>
        <pc:picChg chg="del">
          <ac:chgData name="Martina Galović" userId="1bab1453c9be4352" providerId="LiveId" clId="{15F0577A-D6BD-45EA-BD12-AE78BB46F6CF}" dt="2020-11-15T13:17:41.986" v="14746" actId="478"/>
          <ac:picMkLst>
            <pc:docMk/>
            <pc:sldMk cId="133458429" sldId="296"/>
            <ac:picMk id="7" creationId="{826040B7-571A-4AD4-9811-405ADE639CD0}"/>
          </ac:picMkLst>
        </pc:picChg>
        <pc:picChg chg="del">
          <ac:chgData name="Martina Galović" userId="1bab1453c9be4352" providerId="LiveId" clId="{15F0577A-D6BD-45EA-BD12-AE78BB46F6CF}" dt="2020-11-15T13:17:41.986" v="14746" actId="478"/>
          <ac:picMkLst>
            <pc:docMk/>
            <pc:sldMk cId="133458429" sldId="296"/>
            <ac:picMk id="11" creationId="{99155194-60C0-48A5-B2AF-D63956452398}"/>
          </ac:picMkLst>
        </pc:picChg>
        <pc:picChg chg="del">
          <ac:chgData name="Martina Galović" userId="1bab1453c9be4352" providerId="LiveId" clId="{15F0577A-D6BD-45EA-BD12-AE78BB46F6CF}" dt="2020-11-15T13:17:41.986" v="14746" actId="478"/>
          <ac:picMkLst>
            <pc:docMk/>
            <pc:sldMk cId="133458429" sldId="296"/>
            <ac:picMk id="13" creationId="{3BDBEE85-61C6-40D4-B127-87398CC2BE47}"/>
          </ac:picMkLst>
        </pc:picChg>
        <pc:picChg chg="del">
          <ac:chgData name="Martina Galović" userId="1bab1453c9be4352" providerId="LiveId" clId="{15F0577A-D6BD-45EA-BD12-AE78BB46F6CF}" dt="2020-11-15T13:17:41.986" v="14746" actId="478"/>
          <ac:picMkLst>
            <pc:docMk/>
            <pc:sldMk cId="133458429" sldId="296"/>
            <ac:picMk id="27" creationId="{415FEF25-5F2B-4904-9587-68C4E95E184D}"/>
          </ac:picMkLst>
        </pc:picChg>
      </pc:sldChg>
      <pc:sldChg chg="addSp delSp modSp new ord modAnim modNotesTx">
        <pc:chgData name="Martina Galović" userId="1bab1453c9be4352" providerId="LiveId" clId="{15F0577A-D6BD-45EA-BD12-AE78BB46F6CF}" dt="2020-11-15T22:19:05.243" v="17347" actId="20577"/>
        <pc:sldMkLst>
          <pc:docMk/>
          <pc:sldMk cId="4156125617" sldId="297"/>
        </pc:sldMkLst>
        <pc:spChg chg="add mod">
          <ac:chgData name="Martina Galović" userId="1bab1453c9be4352" providerId="LiveId" clId="{15F0577A-D6BD-45EA-BD12-AE78BB46F6CF}" dt="2020-11-15T10:13:31.035" v="12765" actId="403"/>
          <ac:spMkLst>
            <pc:docMk/>
            <pc:sldMk cId="4156125617" sldId="297"/>
            <ac:spMk id="2" creationId="{C620C640-67FD-4019-B961-8DE8CEAA3AA6}"/>
          </ac:spMkLst>
        </pc:spChg>
        <pc:spChg chg="add mod">
          <ac:chgData name="Martina Galović" userId="1bab1453c9be4352" providerId="LiveId" clId="{15F0577A-D6BD-45EA-BD12-AE78BB46F6CF}" dt="2020-11-15T10:13:43.832" v="12767" actId="403"/>
          <ac:spMkLst>
            <pc:docMk/>
            <pc:sldMk cId="4156125617" sldId="297"/>
            <ac:spMk id="3" creationId="{C1836A12-EE62-4B7F-9CBD-BC9A0675BC50}"/>
          </ac:spMkLst>
        </pc:spChg>
        <pc:spChg chg="add del mod">
          <ac:chgData name="Martina Galović" userId="1bab1453c9be4352" providerId="LiveId" clId="{15F0577A-D6BD-45EA-BD12-AE78BB46F6CF}" dt="2020-11-15T10:20:14.265" v="12943" actId="478"/>
          <ac:spMkLst>
            <pc:docMk/>
            <pc:sldMk cId="4156125617" sldId="297"/>
            <ac:spMk id="5" creationId="{DCEF9668-BA9E-4786-ACD8-4A8AB8A4C8F4}"/>
          </ac:spMkLst>
        </pc:spChg>
        <pc:spChg chg="add mod">
          <ac:chgData name="Martina Galović" userId="1bab1453c9be4352" providerId="LiveId" clId="{15F0577A-D6BD-45EA-BD12-AE78BB46F6CF}" dt="2020-11-15T14:05:39.813" v="15351" actId="1076"/>
          <ac:spMkLst>
            <pc:docMk/>
            <pc:sldMk cId="4156125617" sldId="297"/>
            <ac:spMk id="6" creationId="{1B5B2774-9B23-4733-A2AF-9F4749E87FAB}"/>
          </ac:spMkLst>
        </pc:spChg>
        <pc:spChg chg="add mod">
          <ac:chgData name="Martina Galović" userId="1bab1453c9be4352" providerId="LiveId" clId="{15F0577A-D6BD-45EA-BD12-AE78BB46F6CF}" dt="2020-11-15T10:20:20.311" v="12945" actId="1076"/>
          <ac:spMkLst>
            <pc:docMk/>
            <pc:sldMk cId="4156125617" sldId="297"/>
            <ac:spMk id="8" creationId="{24E863C2-4C88-4569-8AE0-466B2CF3FA9D}"/>
          </ac:spMkLst>
        </pc:spChg>
        <pc:spChg chg="add mod">
          <ac:chgData name="Martina Galović" userId="1bab1453c9be4352" providerId="LiveId" clId="{15F0577A-D6BD-45EA-BD12-AE78BB46F6CF}" dt="2020-11-15T10:32:34.757" v="13223" actId="1076"/>
          <ac:spMkLst>
            <pc:docMk/>
            <pc:sldMk cId="4156125617" sldId="297"/>
            <ac:spMk id="9" creationId="{B9ADE370-DBFC-41D8-9479-B81AF412ECE8}"/>
          </ac:spMkLst>
        </pc:spChg>
        <pc:picChg chg="add mod">
          <ac:chgData name="Martina Galović" userId="1bab1453c9be4352" providerId="LiveId" clId="{15F0577A-D6BD-45EA-BD12-AE78BB46F6CF}" dt="2020-11-15T10:14:06.371" v="12771" actId="14100"/>
          <ac:picMkLst>
            <pc:docMk/>
            <pc:sldMk cId="4156125617" sldId="297"/>
            <ac:picMk id="4" creationId="{4FC5B2DC-9BB5-477B-9C44-52A54BB64EB7}"/>
          </ac:picMkLst>
        </pc:picChg>
        <pc:picChg chg="add mod">
          <ac:chgData name="Martina Galović" userId="1bab1453c9be4352" providerId="LiveId" clId="{15F0577A-D6BD-45EA-BD12-AE78BB46F6CF}" dt="2020-11-15T10:14:12.239" v="12773" actId="571"/>
          <ac:picMkLst>
            <pc:docMk/>
            <pc:sldMk cId="4156125617" sldId="297"/>
            <ac:picMk id="7" creationId="{663ACEAB-EB23-4DA5-B2FA-526D977B2E67}"/>
          </ac:picMkLst>
        </pc:picChg>
      </pc:sldChg>
      <pc:sldChg chg="addSp delSp modSp add delAnim modAnim modNotesTx">
        <pc:chgData name="Martina Galović" userId="1bab1453c9be4352" providerId="LiveId" clId="{15F0577A-D6BD-45EA-BD12-AE78BB46F6CF}" dt="2020-11-15T13:55:10.035" v="15298" actId="20577"/>
        <pc:sldMkLst>
          <pc:docMk/>
          <pc:sldMk cId="1131184880" sldId="298"/>
        </pc:sldMkLst>
        <pc:spChg chg="del">
          <ac:chgData name="Martina Galović" userId="1bab1453c9be4352" providerId="LiveId" clId="{15F0577A-D6BD-45EA-BD12-AE78BB46F6CF}" dt="2020-11-13T13:56:27.394" v="1608" actId="478"/>
          <ac:spMkLst>
            <pc:docMk/>
            <pc:sldMk cId="1131184880" sldId="298"/>
            <ac:spMk id="4" creationId="{F556F521-A95F-43A6-9CB1-D82BF32AEF91}"/>
          </ac:spMkLst>
        </pc:spChg>
        <pc:spChg chg="del">
          <ac:chgData name="Martina Galović" userId="1bab1453c9be4352" providerId="LiveId" clId="{15F0577A-D6BD-45EA-BD12-AE78BB46F6CF}" dt="2020-11-13T13:56:29.413" v="1609" actId="478"/>
          <ac:spMkLst>
            <pc:docMk/>
            <pc:sldMk cId="1131184880" sldId="298"/>
            <ac:spMk id="5" creationId="{8184649A-80DF-4991-B331-ADCE9A2A3EB6}"/>
          </ac:spMkLst>
        </pc:spChg>
        <pc:spChg chg="del">
          <ac:chgData name="Martina Galović" userId="1bab1453c9be4352" providerId="LiveId" clId="{15F0577A-D6BD-45EA-BD12-AE78BB46F6CF}" dt="2020-11-13T13:56:23.970" v="1606" actId="478"/>
          <ac:spMkLst>
            <pc:docMk/>
            <pc:sldMk cId="1131184880" sldId="298"/>
            <ac:spMk id="6" creationId="{A96896BC-1997-46B2-96F6-D41786881413}"/>
          </ac:spMkLst>
        </pc:spChg>
        <pc:spChg chg="del">
          <ac:chgData name="Martina Galović" userId="1bab1453c9be4352" providerId="LiveId" clId="{15F0577A-D6BD-45EA-BD12-AE78BB46F6CF}" dt="2020-11-13T13:56:31.678" v="1610" actId="478"/>
          <ac:spMkLst>
            <pc:docMk/>
            <pc:sldMk cId="1131184880" sldId="298"/>
            <ac:spMk id="7" creationId="{D9E9A57B-7263-42A1-BC4E-38F6D7B6303E}"/>
          </ac:spMkLst>
        </pc:spChg>
        <pc:spChg chg="del">
          <ac:chgData name="Martina Galović" userId="1bab1453c9be4352" providerId="LiveId" clId="{15F0577A-D6BD-45EA-BD12-AE78BB46F6CF}" dt="2020-11-13T13:56:35.881" v="1613" actId="478"/>
          <ac:spMkLst>
            <pc:docMk/>
            <pc:sldMk cId="1131184880" sldId="298"/>
            <ac:spMk id="8" creationId="{CF44A421-C673-4FD0-BB0E-599150F7681D}"/>
          </ac:spMkLst>
        </pc:spChg>
        <pc:spChg chg="del">
          <ac:chgData name="Martina Galović" userId="1bab1453c9be4352" providerId="LiveId" clId="{15F0577A-D6BD-45EA-BD12-AE78BB46F6CF}" dt="2020-11-13T13:56:21.166" v="1605" actId="478"/>
          <ac:spMkLst>
            <pc:docMk/>
            <pc:sldMk cId="1131184880" sldId="298"/>
            <ac:spMk id="9" creationId="{BDC0936F-B171-451B-B647-DF1FC2B67E5B}"/>
          </ac:spMkLst>
        </pc:spChg>
        <pc:spChg chg="del mod">
          <ac:chgData name="Martina Galović" userId="1bab1453c9be4352" providerId="LiveId" clId="{15F0577A-D6BD-45EA-BD12-AE78BB46F6CF}" dt="2020-11-13T13:56:33.853" v="1612" actId="478"/>
          <ac:spMkLst>
            <pc:docMk/>
            <pc:sldMk cId="1131184880" sldId="298"/>
            <ac:spMk id="10" creationId="{01182221-27A7-44EF-9543-A42DB9DFC788}"/>
          </ac:spMkLst>
        </pc:spChg>
        <pc:spChg chg="del">
          <ac:chgData name="Martina Galović" userId="1bab1453c9be4352" providerId="LiveId" clId="{15F0577A-D6BD-45EA-BD12-AE78BB46F6CF}" dt="2020-11-13T13:56:12.895" v="1601" actId="478"/>
          <ac:spMkLst>
            <pc:docMk/>
            <pc:sldMk cId="1131184880" sldId="298"/>
            <ac:spMk id="11" creationId="{49E954BB-2E63-490A-956D-AF4DCE9C3C99}"/>
          </ac:spMkLst>
        </pc:spChg>
        <pc:spChg chg="del">
          <ac:chgData name="Martina Galović" userId="1bab1453c9be4352" providerId="LiveId" clId="{15F0577A-D6BD-45EA-BD12-AE78BB46F6CF}" dt="2020-11-13T13:56:19.197" v="1604" actId="478"/>
          <ac:spMkLst>
            <pc:docMk/>
            <pc:sldMk cId="1131184880" sldId="298"/>
            <ac:spMk id="12" creationId="{EF56F4F5-CB50-4DA2-9BEB-E19AAD1B2B2D}"/>
          </ac:spMkLst>
        </pc:spChg>
        <pc:spChg chg="del">
          <ac:chgData name="Martina Galović" userId="1bab1453c9be4352" providerId="LiveId" clId="{15F0577A-D6BD-45EA-BD12-AE78BB46F6CF}" dt="2020-11-13T13:56:37.819" v="1614" actId="478"/>
          <ac:spMkLst>
            <pc:docMk/>
            <pc:sldMk cId="1131184880" sldId="298"/>
            <ac:spMk id="13" creationId="{06576775-3EA7-44D0-8B1A-2E6AD730595C}"/>
          </ac:spMkLst>
        </pc:spChg>
        <pc:spChg chg="del">
          <ac:chgData name="Martina Galović" userId="1bab1453c9be4352" providerId="LiveId" clId="{15F0577A-D6BD-45EA-BD12-AE78BB46F6CF}" dt="2020-11-13T13:56:40.749" v="1615" actId="478"/>
          <ac:spMkLst>
            <pc:docMk/>
            <pc:sldMk cId="1131184880" sldId="298"/>
            <ac:spMk id="16" creationId="{45734F05-8CC1-4605-A567-33C3B72CE87E}"/>
          </ac:spMkLst>
        </pc:spChg>
        <pc:spChg chg="del">
          <ac:chgData name="Martina Galović" userId="1bab1453c9be4352" providerId="LiveId" clId="{15F0577A-D6BD-45EA-BD12-AE78BB46F6CF}" dt="2020-11-13T13:56:15.198" v="1602" actId="478"/>
          <ac:spMkLst>
            <pc:docMk/>
            <pc:sldMk cId="1131184880" sldId="298"/>
            <ac:spMk id="17" creationId="{D27FC374-DB66-4554-8731-3F4744B3458B}"/>
          </ac:spMkLst>
        </pc:spChg>
        <pc:spChg chg="mod">
          <ac:chgData name="Martina Galović" userId="1bab1453c9be4352" providerId="LiveId" clId="{15F0577A-D6BD-45EA-BD12-AE78BB46F6CF}" dt="2020-11-15T13:55:10.035" v="15298" actId="20577"/>
          <ac:spMkLst>
            <pc:docMk/>
            <pc:sldMk cId="1131184880" sldId="298"/>
            <ac:spMk id="19" creationId="{C032DA74-0A7E-4B0B-B300-8BE2A138B34F}"/>
          </ac:spMkLst>
        </pc:spChg>
        <pc:spChg chg="del">
          <ac:chgData name="Martina Galović" userId="1bab1453c9be4352" providerId="LiveId" clId="{15F0577A-D6BD-45EA-BD12-AE78BB46F6CF}" dt="2020-11-13T13:55:58.855" v="1597" actId="478"/>
          <ac:spMkLst>
            <pc:docMk/>
            <pc:sldMk cId="1131184880" sldId="298"/>
            <ac:spMk id="21" creationId="{B94BE1F8-D9EA-4AAC-863D-6A7E347CE26D}"/>
          </ac:spMkLst>
        </pc:spChg>
        <pc:spChg chg="del">
          <ac:chgData name="Martina Galović" userId="1bab1453c9be4352" providerId="LiveId" clId="{15F0577A-D6BD-45EA-BD12-AE78BB46F6CF}" dt="2020-11-13T13:56:07.487" v="1599" actId="478"/>
          <ac:spMkLst>
            <pc:docMk/>
            <pc:sldMk cId="1131184880" sldId="298"/>
            <ac:spMk id="22" creationId="{C11343A6-45E1-406A-BB08-DE589828974B}"/>
          </ac:spMkLst>
        </pc:spChg>
        <pc:spChg chg="del">
          <ac:chgData name="Martina Galović" userId="1bab1453c9be4352" providerId="LiveId" clId="{15F0577A-D6BD-45EA-BD12-AE78BB46F6CF}" dt="2020-11-13T13:56:10.723" v="1600" actId="478"/>
          <ac:spMkLst>
            <pc:docMk/>
            <pc:sldMk cId="1131184880" sldId="298"/>
            <ac:spMk id="23" creationId="{E51002FC-1AC8-4F4F-8A24-349727A0DADE}"/>
          </ac:spMkLst>
        </pc:spChg>
        <pc:spChg chg="del">
          <ac:chgData name="Martina Galović" userId="1bab1453c9be4352" providerId="LiveId" clId="{15F0577A-D6BD-45EA-BD12-AE78BB46F6CF}" dt="2020-11-13T13:55:55.584" v="1596" actId="478"/>
          <ac:spMkLst>
            <pc:docMk/>
            <pc:sldMk cId="1131184880" sldId="298"/>
            <ac:spMk id="24" creationId="{3B16F4E0-3025-4BD8-9FC6-ADDA59EB7E1F}"/>
          </ac:spMkLst>
        </pc:spChg>
        <pc:spChg chg="del">
          <ac:chgData name="Martina Galović" userId="1bab1453c9be4352" providerId="LiveId" clId="{15F0577A-D6BD-45EA-BD12-AE78BB46F6CF}" dt="2020-11-13T13:56:02.455" v="1598" actId="478"/>
          <ac:spMkLst>
            <pc:docMk/>
            <pc:sldMk cId="1131184880" sldId="298"/>
            <ac:spMk id="25" creationId="{714D0702-9E37-48AF-BA4D-28A98110AFF0}"/>
          </ac:spMkLst>
        </pc:spChg>
        <pc:spChg chg="add mod">
          <ac:chgData name="Martina Galović" userId="1bab1453c9be4352" providerId="LiveId" clId="{15F0577A-D6BD-45EA-BD12-AE78BB46F6CF}" dt="2020-11-13T14:00:31.740" v="1653" actId="20577"/>
          <ac:spMkLst>
            <pc:docMk/>
            <pc:sldMk cId="1131184880" sldId="298"/>
            <ac:spMk id="26" creationId="{F748E672-61EE-47F3-82AA-9860E3011A13}"/>
          </ac:spMkLst>
        </pc:spChg>
        <pc:picChg chg="add mod">
          <ac:chgData name="Martina Galović" userId="1bab1453c9be4352" providerId="LiveId" clId="{15F0577A-D6BD-45EA-BD12-AE78BB46F6CF}" dt="2020-11-13T14:00:08.880" v="1639" actId="1076"/>
          <ac:picMkLst>
            <pc:docMk/>
            <pc:sldMk cId="1131184880" sldId="298"/>
            <ac:picMk id="3" creationId="{75938EF0-9A51-421E-9876-DB598504D0BC}"/>
          </ac:picMkLst>
        </pc:picChg>
        <pc:picChg chg="mod">
          <ac:chgData name="Martina Galović" userId="1bab1453c9be4352" providerId="LiveId" clId="{15F0577A-D6BD-45EA-BD12-AE78BB46F6CF}" dt="2020-11-13T14:01:19.694" v="1671" actId="1076"/>
          <ac:picMkLst>
            <pc:docMk/>
            <pc:sldMk cId="1131184880" sldId="298"/>
            <ac:picMk id="15" creationId="{AAF17A85-44F5-4DF6-8F88-9491AE540522}"/>
          </ac:picMkLst>
        </pc:picChg>
      </pc:sldChg>
      <pc:sldChg chg="addSp modSp new modAnim modNotesTx">
        <pc:chgData name="Martina Galović" userId="1bab1453c9be4352" providerId="LiveId" clId="{15F0577A-D6BD-45EA-BD12-AE78BB46F6CF}" dt="2020-11-15T20:32:39.994" v="15853" actId="114"/>
        <pc:sldMkLst>
          <pc:docMk/>
          <pc:sldMk cId="4150256864" sldId="299"/>
        </pc:sldMkLst>
        <pc:spChg chg="add mod">
          <ac:chgData name="Martina Galović" userId="1bab1453c9be4352" providerId="LiveId" clId="{15F0577A-D6BD-45EA-BD12-AE78BB46F6CF}" dt="2020-11-15T13:55:36.390" v="15299" actId="114"/>
          <ac:spMkLst>
            <pc:docMk/>
            <pc:sldMk cId="4150256864" sldId="299"/>
            <ac:spMk id="4" creationId="{769346B0-91EC-4228-A118-F487D7504212}"/>
          </ac:spMkLst>
        </pc:spChg>
        <pc:spChg chg="add mod">
          <ac:chgData name="Martina Galović" userId="1bab1453c9be4352" providerId="LiveId" clId="{15F0577A-D6BD-45EA-BD12-AE78BB46F6CF}" dt="2020-11-15T20:32:27.845" v="15850" actId="114"/>
          <ac:spMkLst>
            <pc:docMk/>
            <pc:sldMk cId="4150256864" sldId="299"/>
            <ac:spMk id="7" creationId="{7AD09E14-33D5-45AB-B86D-42F466242528}"/>
          </ac:spMkLst>
        </pc:spChg>
        <pc:spChg chg="add mod">
          <ac:chgData name="Martina Galović" userId="1bab1453c9be4352" providerId="LiveId" clId="{15F0577A-D6BD-45EA-BD12-AE78BB46F6CF}" dt="2020-11-15T13:55:41.074" v="15300" actId="114"/>
          <ac:spMkLst>
            <pc:docMk/>
            <pc:sldMk cId="4150256864" sldId="299"/>
            <ac:spMk id="10" creationId="{21C58D52-54A2-42B0-BD2C-65687D1CA9CF}"/>
          </ac:spMkLst>
        </pc:spChg>
        <pc:picChg chg="add mod">
          <ac:chgData name="Martina Galović" userId="1bab1453c9be4352" providerId="LiveId" clId="{15F0577A-D6BD-45EA-BD12-AE78BB46F6CF}" dt="2020-11-13T14:26:48.015" v="2125" actId="1076"/>
          <ac:picMkLst>
            <pc:docMk/>
            <pc:sldMk cId="4150256864" sldId="299"/>
            <ac:picMk id="3" creationId="{E16C5C21-E0BC-40E3-BA9D-290A129B0EBB}"/>
          </ac:picMkLst>
        </pc:picChg>
        <pc:picChg chg="add mod">
          <ac:chgData name="Martina Galović" userId="1bab1453c9be4352" providerId="LiveId" clId="{15F0577A-D6BD-45EA-BD12-AE78BB46F6CF}" dt="2020-11-13T14:29:01.634" v="2136" actId="1076"/>
          <ac:picMkLst>
            <pc:docMk/>
            <pc:sldMk cId="4150256864" sldId="299"/>
            <ac:picMk id="6" creationId="{69CF3411-1DCE-4D54-AE1C-003CDF6446C8}"/>
          </ac:picMkLst>
        </pc:picChg>
        <pc:picChg chg="add mod">
          <ac:chgData name="Martina Galović" userId="1bab1453c9be4352" providerId="LiveId" clId="{15F0577A-D6BD-45EA-BD12-AE78BB46F6CF}" dt="2020-11-13T14:35:45.770" v="2235" actId="1076"/>
          <ac:picMkLst>
            <pc:docMk/>
            <pc:sldMk cId="4150256864" sldId="299"/>
            <ac:picMk id="9" creationId="{CEE10DD0-15C8-49AF-9B34-CAB2A2F6F84F}"/>
          </ac:picMkLst>
        </pc:picChg>
      </pc:sldChg>
      <pc:sldChg chg="addSp modSp new modAnim modNotesTx">
        <pc:chgData name="Martina Galović" userId="1bab1453c9be4352" providerId="LiveId" clId="{15F0577A-D6BD-45EA-BD12-AE78BB46F6CF}" dt="2020-11-15T20:37:23.654" v="15955" actId="114"/>
        <pc:sldMkLst>
          <pc:docMk/>
          <pc:sldMk cId="2730470800" sldId="300"/>
        </pc:sldMkLst>
        <pc:spChg chg="add mod">
          <ac:chgData name="Martina Galović" userId="1bab1453c9be4352" providerId="LiveId" clId="{15F0577A-D6BD-45EA-BD12-AE78BB46F6CF}" dt="2020-11-15T13:56:48.879" v="15309" actId="114"/>
          <ac:spMkLst>
            <pc:docMk/>
            <pc:sldMk cId="2730470800" sldId="300"/>
            <ac:spMk id="4" creationId="{72DDC31A-2C1C-49F0-B7A5-CE52FB31AB93}"/>
          </ac:spMkLst>
        </pc:spChg>
        <pc:spChg chg="add mod">
          <ac:chgData name="Martina Galović" userId="1bab1453c9be4352" providerId="LiveId" clId="{15F0577A-D6BD-45EA-BD12-AE78BB46F6CF}" dt="2020-11-13T18:22:48.166" v="9858" actId="1076"/>
          <ac:spMkLst>
            <pc:docMk/>
            <pc:sldMk cId="2730470800" sldId="300"/>
            <ac:spMk id="5" creationId="{6CFB3F28-F17F-47B0-ADC1-2DF6FED58EB6}"/>
          </ac:spMkLst>
        </pc:spChg>
        <pc:picChg chg="add mod">
          <ac:chgData name="Martina Galović" userId="1bab1453c9be4352" providerId="LiveId" clId="{15F0577A-D6BD-45EA-BD12-AE78BB46F6CF}" dt="2020-11-13T16:41:58.127" v="6456" actId="27614"/>
          <ac:picMkLst>
            <pc:docMk/>
            <pc:sldMk cId="2730470800" sldId="300"/>
            <ac:picMk id="3" creationId="{AD857C93-234E-4282-BD1B-448ED157F9A5}"/>
          </ac:picMkLst>
        </pc:picChg>
      </pc:sldChg>
      <pc:sldChg chg="addSp delSp modSp new modAnim modNotesTx">
        <pc:chgData name="Martina Galović" userId="1bab1453c9be4352" providerId="LiveId" clId="{15F0577A-D6BD-45EA-BD12-AE78BB46F6CF}" dt="2020-11-15T20:47:11.071" v="16089" actId="20577"/>
        <pc:sldMkLst>
          <pc:docMk/>
          <pc:sldMk cId="81853688" sldId="301"/>
        </pc:sldMkLst>
        <pc:spChg chg="add mod">
          <ac:chgData name="Martina Galović" userId="1bab1453c9be4352" providerId="LiveId" clId="{15F0577A-D6BD-45EA-BD12-AE78BB46F6CF}" dt="2020-11-15T08:55:08.968" v="10753" actId="1076"/>
          <ac:spMkLst>
            <pc:docMk/>
            <pc:sldMk cId="81853688" sldId="301"/>
            <ac:spMk id="2" creationId="{D9FD4602-D827-4D6C-A4BB-9CD1E052987F}"/>
          </ac:spMkLst>
        </pc:spChg>
        <pc:spChg chg="add mod">
          <ac:chgData name="Martina Galović" userId="1bab1453c9be4352" providerId="LiveId" clId="{15F0577A-D6BD-45EA-BD12-AE78BB46F6CF}" dt="2020-11-15T08:56:00.877" v="10822" actId="1076"/>
          <ac:spMkLst>
            <pc:docMk/>
            <pc:sldMk cId="81853688" sldId="301"/>
            <ac:spMk id="3" creationId="{FF086764-8AF5-410A-893F-35A56AE930BD}"/>
          </ac:spMkLst>
        </pc:spChg>
        <pc:picChg chg="add mod modCrop">
          <ac:chgData name="Martina Galović" userId="1bab1453c9be4352" providerId="LiveId" clId="{15F0577A-D6BD-45EA-BD12-AE78BB46F6CF}" dt="2020-11-15T20:39:30.752" v="15970" actId="732"/>
          <ac:picMkLst>
            <pc:docMk/>
            <pc:sldMk cId="81853688" sldId="301"/>
            <ac:picMk id="4" creationId="{9CC84D97-D04E-456F-852C-2E298AB990C7}"/>
          </ac:picMkLst>
        </pc:picChg>
        <pc:picChg chg="add mod modCrop">
          <ac:chgData name="Martina Galović" userId="1bab1453c9be4352" providerId="LiveId" clId="{15F0577A-D6BD-45EA-BD12-AE78BB46F6CF}" dt="2020-11-15T20:43:25.133" v="16010" actId="1076"/>
          <ac:picMkLst>
            <pc:docMk/>
            <pc:sldMk cId="81853688" sldId="301"/>
            <ac:picMk id="5" creationId="{0A1EBBDE-9D54-4130-9372-2FA57D58BAAF}"/>
          </ac:picMkLst>
        </pc:picChg>
        <pc:picChg chg="add del mod modCrop">
          <ac:chgData name="Martina Galović" userId="1bab1453c9be4352" providerId="LiveId" clId="{15F0577A-D6BD-45EA-BD12-AE78BB46F6CF}" dt="2020-11-15T20:41:24.504" v="15990" actId="478"/>
          <ac:picMkLst>
            <pc:docMk/>
            <pc:sldMk cId="81853688" sldId="301"/>
            <ac:picMk id="6" creationId="{3FFF1013-EE1E-484E-AA3C-E3F7DF249E8A}"/>
          </ac:picMkLst>
        </pc:picChg>
        <pc:picChg chg="add mod modCrop">
          <ac:chgData name="Martina Galović" userId="1bab1453c9be4352" providerId="LiveId" clId="{15F0577A-D6BD-45EA-BD12-AE78BB46F6CF}" dt="2020-11-15T20:43:33.347" v="16013" actId="1076"/>
          <ac:picMkLst>
            <pc:docMk/>
            <pc:sldMk cId="81853688" sldId="301"/>
            <ac:picMk id="7" creationId="{A60AADED-69AC-453D-B5E5-EFE12D0B3DBF}"/>
          </ac:picMkLst>
        </pc:picChg>
        <pc:picChg chg="add mod modCrop">
          <ac:chgData name="Martina Galović" userId="1bab1453c9be4352" providerId="LiveId" clId="{15F0577A-D6BD-45EA-BD12-AE78BB46F6CF}" dt="2020-11-15T20:43:30.838" v="16012" actId="1076"/>
          <ac:picMkLst>
            <pc:docMk/>
            <pc:sldMk cId="81853688" sldId="301"/>
            <ac:picMk id="8" creationId="{23D01C66-ED74-483E-B743-997E5B336702}"/>
          </ac:picMkLst>
        </pc:picChg>
      </pc:sldChg>
      <pc:sldChg chg="addSp delSp modSp new delAnim modAnim modNotesTx">
        <pc:chgData name="Martina Galović" userId="1bab1453c9be4352" providerId="LiveId" clId="{15F0577A-D6BD-45EA-BD12-AE78BB46F6CF}" dt="2020-11-15T20:33:43.913" v="15881" actId="114"/>
        <pc:sldMkLst>
          <pc:docMk/>
          <pc:sldMk cId="3756210353" sldId="302"/>
        </pc:sldMkLst>
        <pc:spChg chg="add del mod">
          <ac:chgData name="Martina Galović" userId="1bab1453c9be4352" providerId="LiveId" clId="{15F0577A-D6BD-45EA-BD12-AE78BB46F6CF}" dt="2020-11-13T17:08:45.267" v="7144" actId="478"/>
          <ac:spMkLst>
            <pc:docMk/>
            <pc:sldMk cId="3756210353" sldId="302"/>
            <ac:spMk id="6" creationId="{5DF1F823-42B2-41C1-93E3-4356D7B77F5E}"/>
          </ac:spMkLst>
        </pc:spChg>
        <pc:spChg chg="add mod">
          <ac:chgData name="Martina Galović" userId="1bab1453c9be4352" providerId="LiveId" clId="{15F0577A-D6BD-45EA-BD12-AE78BB46F6CF}" dt="2020-11-15T13:55:58.488" v="15303" actId="114"/>
          <ac:spMkLst>
            <pc:docMk/>
            <pc:sldMk cId="3756210353" sldId="302"/>
            <ac:spMk id="9" creationId="{07C2DF28-2747-4C09-BAE5-01D9EFC9165A}"/>
          </ac:spMkLst>
        </pc:spChg>
        <pc:picChg chg="add del mod">
          <ac:chgData name="Martina Galović" userId="1bab1453c9be4352" providerId="LiveId" clId="{15F0577A-D6BD-45EA-BD12-AE78BB46F6CF}" dt="2020-11-13T15:12:31.297" v="3224" actId="478"/>
          <ac:picMkLst>
            <pc:docMk/>
            <pc:sldMk cId="3756210353" sldId="302"/>
            <ac:picMk id="3" creationId="{45094B4D-9A7A-405A-8E62-D7311D5DB82D}"/>
          </ac:picMkLst>
        </pc:picChg>
        <pc:picChg chg="add del mod">
          <ac:chgData name="Martina Galović" userId="1bab1453c9be4352" providerId="LiveId" clId="{15F0577A-D6BD-45EA-BD12-AE78BB46F6CF}" dt="2020-11-13T17:08:41.823" v="7143" actId="478"/>
          <ac:picMkLst>
            <pc:docMk/>
            <pc:sldMk cId="3756210353" sldId="302"/>
            <ac:picMk id="5" creationId="{E355BDEA-AD03-4869-887C-7B6B70C3E76F}"/>
          </ac:picMkLst>
        </pc:picChg>
        <pc:picChg chg="add mod">
          <ac:chgData name="Martina Galović" userId="1bab1453c9be4352" providerId="LiveId" clId="{15F0577A-D6BD-45EA-BD12-AE78BB46F6CF}" dt="2020-11-13T17:09:23.726" v="7153" actId="12789"/>
          <ac:picMkLst>
            <pc:docMk/>
            <pc:sldMk cId="3756210353" sldId="302"/>
            <ac:picMk id="8" creationId="{DEF0486B-4055-4769-B906-9EC9923503A9}"/>
          </ac:picMkLst>
        </pc:picChg>
      </pc:sldChg>
      <pc:sldChg chg="addSp modSp new modAnim modNotesTx">
        <pc:chgData name="Martina Galović" userId="1bab1453c9be4352" providerId="LiveId" clId="{15F0577A-D6BD-45EA-BD12-AE78BB46F6CF}" dt="2020-11-15T20:33:53.788" v="15882" actId="114"/>
        <pc:sldMkLst>
          <pc:docMk/>
          <pc:sldMk cId="4201177650" sldId="303"/>
        </pc:sldMkLst>
        <pc:spChg chg="add mod">
          <ac:chgData name="Martina Galović" userId="1bab1453c9be4352" providerId="LiveId" clId="{15F0577A-D6BD-45EA-BD12-AE78BB46F6CF}" dt="2020-11-15T13:56:04.596" v="15304" actId="114"/>
          <ac:spMkLst>
            <pc:docMk/>
            <pc:sldMk cId="4201177650" sldId="303"/>
            <ac:spMk id="4" creationId="{EAA3F423-E928-4E69-9D25-DB851DB7AD3D}"/>
          </ac:spMkLst>
        </pc:spChg>
        <pc:picChg chg="add mod">
          <ac:chgData name="Martina Galović" userId="1bab1453c9be4352" providerId="LiveId" clId="{15F0577A-D6BD-45EA-BD12-AE78BB46F6CF}" dt="2020-11-13T15:17:53.141" v="3653" actId="14100"/>
          <ac:picMkLst>
            <pc:docMk/>
            <pc:sldMk cId="4201177650" sldId="303"/>
            <ac:picMk id="3" creationId="{FB528331-C8BE-4493-80E3-98170315B7D1}"/>
          </ac:picMkLst>
        </pc:picChg>
      </pc:sldChg>
      <pc:sldChg chg="addSp modSp new modAnim modNotesTx">
        <pc:chgData name="Martina Galović" userId="1bab1453c9be4352" providerId="LiveId" clId="{15F0577A-D6BD-45EA-BD12-AE78BB46F6CF}" dt="2020-11-15T20:34:20.008" v="15883" actId="114"/>
        <pc:sldMkLst>
          <pc:docMk/>
          <pc:sldMk cId="194206588" sldId="304"/>
        </pc:sldMkLst>
        <pc:spChg chg="add mod">
          <ac:chgData name="Martina Galović" userId="1bab1453c9be4352" providerId="LiveId" clId="{15F0577A-D6BD-45EA-BD12-AE78BB46F6CF}" dt="2020-11-15T13:56:11.247" v="15305" actId="114"/>
          <ac:spMkLst>
            <pc:docMk/>
            <pc:sldMk cId="194206588" sldId="304"/>
            <ac:spMk id="4" creationId="{B62F3FEF-7D72-47E6-8337-E568B3588C50}"/>
          </ac:spMkLst>
        </pc:spChg>
        <pc:picChg chg="add mod">
          <ac:chgData name="Martina Galović" userId="1bab1453c9be4352" providerId="LiveId" clId="{15F0577A-D6BD-45EA-BD12-AE78BB46F6CF}" dt="2020-11-13T15:56:03.118" v="4069" actId="12789"/>
          <ac:picMkLst>
            <pc:docMk/>
            <pc:sldMk cId="194206588" sldId="304"/>
            <ac:picMk id="3" creationId="{2CEF68FB-B072-4A83-80BE-D6549EAEAC31}"/>
          </ac:picMkLst>
        </pc:picChg>
      </pc:sldChg>
      <pc:sldChg chg="addSp delSp modSp new delAnim modAnim modNotesTx">
        <pc:chgData name="Martina Galović" userId="1bab1453c9be4352" providerId="LiveId" clId="{15F0577A-D6BD-45EA-BD12-AE78BB46F6CF}" dt="2020-11-15T20:34:45.881" v="15886" actId="114"/>
        <pc:sldMkLst>
          <pc:docMk/>
          <pc:sldMk cId="665968220" sldId="305"/>
        </pc:sldMkLst>
        <pc:picChg chg="add del mod">
          <ac:chgData name="Martina Galović" userId="1bab1453c9be4352" providerId="LiveId" clId="{15F0577A-D6BD-45EA-BD12-AE78BB46F6CF}" dt="2020-11-13T17:10:54.402" v="7269" actId="478"/>
          <ac:picMkLst>
            <pc:docMk/>
            <pc:sldMk cId="665968220" sldId="305"/>
            <ac:picMk id="2" creationId="{FAA51E6F-9CCE-4E33-94C4-C05402A1BD85}"/>
          </ac:picMkLst>
        </pc:picChg>
        <pc:picChg chg="add mod">
          <ac:chgData name="Martina Galović" userId="1bab1453c9be4352" providerId="LiveId" clId="{15F0577A-D6BD-45EA-BD12-AE78BB46F6CF}" dt="2020-11-13T17:11:31.730" v="7280" actId="1076"/>
          <ac:picMkLst>
            <pc:docMk/>
            <pc:sldMk cId="665968220" sldId="305"/>
            <ac:picMk id="3" creationId="{1E12F0E5-6825-4896-B7A2-B9DD47EA3C55}"/>
          </ac:picMkLst>
        </pc:picChg>
        <pc:picChg chg="add mod">
          <ac:chgData name="Martina Galović" userId="1bab1453c9be4352" providerId="LiveId" clId="{15F0577A-D6BD-45EA-BD12-AE78BB46F6CF}" dt="2020-11-13T17:11:55.715" v="7282" actId="14100"/>
          <ac:picMkLst>
            <pc:docMk/>
            <pc:sldMk cId="665968220" sldId="305"/>
            <ac:picMk id="4" creationId="{D4B27CCC-E512-44D0-826C-38287541F3B2}"/>
          </ac:picMkLst>
        </pc:picChg>
        <pc:picChg chg="add mod">
          <ac:chgData name="Martina Galović" userId="1bab1453c9be4352" providerId="LiveId" clId="{15F0577A-D6BD-45EA-BD12-AE78BB46F6CF}" dt="2020-11-13T17:11:36.635" v="7281" actId="1076"/>
          <ac:picMkLst>
            <pc:docMk/>
            <pc:sldMk cId="665968220" sldId="305"/>
            <ac:picMk id="5" creationId="{0DB5C0D8-A545-40F3-9F85-3DECED5BBD41}"/>
          </ac:picMkLst>
        </pc:picChg>
      </pc:sldChg>
      <pc:sldChg chg="addSp delSp modSp new modAnim modNotesTx">
        <pc:chgData name="Martina Galović" userId="1bab1453c9be4352" providerId="LiveId" clId="{15F0577A-D6BD-45EA-BD12-AE78BB46F6CF}" dt="2020-11-15T20:38:37.724" v="15961" actId="114"/>
        <pc:sldMkLst>
          <pc:docMk/>
          <pc:sldMk cId="3044949445" sldId="306"/>
        </pc:sldMkLst>
        <pc:spChg chg="add mod">
          <ac:chgData name="Martina Galović" userId="1bab1453c9be4352" providerId="LiveId" clId="{15F0577A-D6BD-45EA-BD12-AE78BB46F6CF}" dt="2020-11-15T13:57:07.822" v="15310" actId="114"/>
          <ac:spMkLst>
            <pc:docMk/>
            <pc:sldMk cId="3044949445" sldId="306"/>
            <ac:spMk id="6" creationId="{328CD2C1-4490-40F8-B9FF-574EF1A20B80}"/>
          </ac:spMkLst>
        </pc:spChg>
        <pc:spChg chg="add mod">
          <ac:chgData name="Martina Galović" userId="1bab1453c9be4352" providerId="LiveId" clId="{15F0577A-D6BD-45EA-BD12-AE78BB46F6CF}" dt="2020-11-15T13:57:43.226" v="15330" actId="20577"/>
          <ac:spMkLst>
            <pc:docMk/>
            <pc:sldMk cId="3044949445" sldId="306"/>
            <ac:spMk id="7" creationId="{31D4FA72-3126-4607-A725-BAC87EB537B7}"/>
          </ac:spMkLst>
        </pc:spChg>
        <pc:spChg chg="add mod">
          <ac:chgData name="Martina Galović" userId="1bab1453c9be4352" providerId="LiveId" clId="{15F0577A-D6BD-45EA-BD12-AE78BB46F6CF}" dt="2020-11-15T13:57:16.666" v="15312" actId="114"/>
          <ac:spMkLst>
            <pc:docMk/>
            <pc:sldMk cId="3044949445" sldId="306"/>
            <ac:spMk id="10" creationId="{F6757473-2C0C-45B5-A14B-FD2D1788EEEE}"/>
          </ac:spMkLst>
        </pc:spChg>
        <pc:spChg chg="add mod">
          <ac:chgData name="Martina Galović" userId="1bab1453c9be4352" providerId="LiveId" clId="{15F0577A-D6BD-45EA-BD12-AE78BB46F6CF}" dt="2020-11-13T17:45:00.292" v="8976" actId="207"/>
          <ac:spMkLst>
            <pc:docMk/>
            <pc:sldMk cId="3044949445" sldId="306"/>
            <ac:spMk id="11" creationId="{1386FB21-422C-4E04-96E3-C1F8DAB94F24}"/>
          </ac:spMkLst>
        </pc:spChg>
        <pc:spChg chg="add mod">
          <ac:chgData name="Martina Galović" userId="1bab1453c9be4352" providerId="LiveId" clId="{15F0577A-D6BD-45EA-BD12-AE78BB46F6CF}" dt="2020-11-13T17:45:09.606" v="8980" actId="207"/>
          <ac:spMkLst>
            <pc:docMk/>
            <pc:sldMk cId="3044949445" sldId="306"/>
            <ac:spMk id="12" creationId="{703995BE-3CF5-49A4-83B2-689859D0FB70}"/>
          </ac:spMkLst>
        </pc:spChg>
        <pc:spChg chg="add mod">
          <ac:chgData name="Martina Galović" userId="1bab1453c9be4352" providerId="LiveId" clId="{15F0577A-D6BD-45EA-BD12-AE78BB46F6CF}" dt="2020-11-13T17:45:04.998" v="8978" actId="207"/>
          <ac:spMkLst>
            <pc:docMk/>
            <pc:sldMk cId="3044949445" sldId="306"/>
            <ac:spMk id="13" creationId="{4345BFF7-5B38-43B8-914F-66158474D4B6}"/>
          </ac:spMkLst>
        </pc:spChg>
        <pc:spChg chg="add mod">
          <ac:chgData name="Martina Galović" userId="1bab1453c9be4352" providerId="LiveId" clId="{15F0577A-D6BD-45EA-BD12-AE78BB46F6CF}" dt="2020-11-13T17:44:54.868" v="8974" actId="207"/>
          <ac:spMkLst>
            <pc:docMk/>
            <pc:sldMk cId="3044949445" sldId="306"/>
            <ac:spMk id="14" creationId="{CCECED61-7C81-4E3C-AC2A-34A42EED26EC}"/>
          </ac:spMkLst>
        </pc:spChg>
        <pc:spChg chg="add mod">
          <ac:chgData name="Martina Galović" userId="1bab1453c9be4352" providerId="LiveId" clId="{15F0577A-D6BD-45EA-BD12-AE78BB46F6CF}" dt="2020-11-13T17:44:48.863" v="8972" actId="207"/>
          <ac:spMkLst>
            <pc:docMk/>
            <pc:sldMk cId="3044949445" sldId="306"/>
            <ac:spMk id="15" creationId="{CE7A3EE5-BAC8-4B25-AEAC-5E59AF251761}"/>
          </ac:spMkLst>
        </pc:spChg>
        <pc:spChg chg="add mod">
          <ac:chgData name="Martina Galović" userId="1bab1453c9be4352" providerId="LiveId" clId="{15F0577A-D6BD-45EA-BD12-AE78BB46F6CF}" dt="2020-11-13T17:53:37.966" v="9018" actId="1076"/>
          <ac:spMkLst>
            <pc:docMk/>
            <pc:sldMk cId="3044949445" sldId="306"/>
            <ac:spMk id="16" creationId="{57D8C117-BA09-436A-B121-9C476A29133B}"/>
          </ac:spMkLst>
        </pc:spChg>
        <pc:spChg chg="add del">
          <ac:chgData name="Martina Galović" userId="1bab1453c9be4352" providerId="LiveId" clId="{15F0577A-D6BD-45EA-BD12-AE78BB46F6CF}" dt="2020-11-13T17:48:19.022" v="8990" actId="478"/>
          <ac:spMkLst>
            <pc:docMk/>
            <pc:sldMk cId="3044949445" sldId="306"/>
            <ac:spMk id="17" creationId="{DC68B381-8B93-4F12-8BE2-4AE01E4313FB}"/>
          </ac:spMkLst>
        </pc:spChg>
        <pc:spChg chg="add mod">
          <ac:chgData name="Martina Galović" userId="1bab1453c9be4352" providerId="LiveId" clId="{15F0577A-D6BD-45EA-BD12-AE78BB46F6CF}" dt="2020-11-13T17:48:57.509" v="8994" actId="207"/>
          <ac:spMkLst>
            <pc:docMk/>
            <pc:sldMk cId="3044949445" sldId="306"/>
            <ac:spMk id="18" creationId="{3E8E5A12-5954-46E5-B054-7B9FB1D6995D}"/>
          </ac:spMkLst>
        </pc:spChg>
        <pc:spChg chg="add mod">
          <ac:chgData name="Martina Galović" userId="1bab1453c9be4352" providerId="LiveId" clId="{15F0577A-D6BD-45EA-BD12-AE78BB46F6CF}" dt="2020-11-13T17:49:24.172" v="8998" actId="207"/>
          <ac:spMkLst>
            <pc:docMk/>
            <pc:sldMk cId="3044949445" sldId="306"/>
            <ac:spMk id="19" creationId="{491D0F54-A5AB-4FA7-BFC2-848BDFA6E85B}"/>
          </ac:spMkLst>
        </pc:spChg>
        <pc:spChg chg="add mod">
          <ac:chgData name="Martina Galović" userId="1bab1453c9be4352" providerId="LiveId" clId="{15F0577A-D6BD-45EA-BD12-AE78BB46F6CF}" dt="2020-11-13T17:50:44.984" v="9002" actId="207"/>
          <ac:spMkLst>
            <pc:docMk/>
            <pc:sldMk cId="3044949445" sldId="306"/>
            <ac:spMk id="20" creationId="{9B007DA8-EB20-4235-B35B-1D030F723959}"/>
          </ac:spMkLst>
        </pc:spChg>
        <pc:spChg chg="add mod">
          <ac:chgData name="Martina Galović" userId="1bab1453c9be4352" providerId="LiveId" clId="{15F0577A-D6BD-45EA-BD12-AE78BB46F6CF}" dt="2020-11-13T17:51:29.709" v="9007" actId="207"/>
          <ac:spMkLst>
            <pc:docMk/>
            <pc:sldMk cId="3044949445" sldId="306"/>
            <ac:spMk id="21" creationId="{4F47E628-439C-4282-9736-FBDB1290D17C}"/>
          </ac:spMkLst>
        </pc:spChg>
        <pc:spChg chg="add mod">
          <ac:chgData name="Martina Galović" userId="1bab1453c9be4352" providerId="LiveId" clId="{15F0577A-D6BD-45EA-BD12-AE78BB46F6CF}" dt="2020-11-13T17:52:01.193" v="9011" actId="207"/>
          <ac:spMkLst>
            <pc:docMk/>
            <pc:sldMk cId="3044949445" sldId="306"/>
            <ac:spMk id="22" creationId="{36E0E133-2555-4482-ACBF-D20961E1E7ED}"/>
          </ac:spMkLst>
        </pc:spChg>
        <pc:spChg chg="add del">
          <ac:chgData name="Martina Galović" userId="1bab1453c9be4352" providerId="LiveId" clId="{15F0577A-D6BD-45EA-BD12-AE78BB46F6CF}" dt="2020-11-13T17:52:55.718" v="9013" actId="478"/>
          <ac:spMkLst>
            <pc:docMk/>
            <pc:sldMk cId="3044949445" sldId="306"/>
            <ac:spMk id="23" creationId="{B2C2825B-D875-437C-9FE6-447F76B041F2}"/>
          </ac:spMkLst>
        </pc:spChg>
        <pc:spChg chg="add mod">
          <ac:chgData name="Martina Galović" userId="1bab1453c9be4352" providerId="LiveId" clId="{15F0577A-D6BD-45EA-BD12-AE78BB46F6CF}" dt="2020-11-13T17:53:30.031" v="9017" actId="207"/>
          <ac:spMkLst>
            <pc:docMk/>
            <pc:sldMk cId="3044949445" sldId="306"/>
            <ac:spMk id="24" creationId="{E129A409-26AF-4E2E-9FD4-B9D767CF2638}"/>
          </ac:spMkLst>
        </pc:spChg>
        <pc:picChg chg="add mod">
          <ac:chgData name="Martina Galović" userId="1bab1453c9be4352" providerId="LiveId" clId="{15F0577A-D6BD-45EA-BD12-AE78BB46F6CF}" dt="2020-11-13T17:24:41.366" v="7743" actId="1076"/>
          <ac:picMkLst>
            <pc:docMk/>
            <pc:sldMk cId="3044949445" sldId="306"/>
            <ac:picMk id="3" creationId="{AF8EB267-9162-49BE-85A6-F334D2D4089D}"/>
          </ac:picMkLst>
        </pc:picChg>
        <pc:picChg chg="add mod">
          <ac:chgData name="Martina Galović" userId="1bab1453c9be4352" providerId="LiveId" clId="{15F0577A-D6BD-45EA-BD12-AE78BB46F6CF}" dt="2020-11-13T17:25:38.677" v="7752" actId="1076"/>
          <ac:picMkLst>
            <pc:docMk/>
            <pc:sldMk cId="3044949445" sldId="306"/>
            <ac:picMk id="5" creationId="{B8F25638-80FA-4CD2-B1BD-C86232A17B52}"/>
          </ac:picMkLst>
        </pc:picChg>
        <pc:picChg chg="add mod modCrop">
          <ac:chgData name="Martina Galović" userId="1bab1453c9be4352" providerId="LiveId" clId="{15F0577A-D6BD-45EA-BD12-AE78BB46F6CF}" dt="2020-11-13T17:25:48.052" v="7754" actId="14100"/>
          <ac:picMkLst>
            <pc:docMk/>
            <pc:sldMk cId="3044949445" sldId="306"/>
            <ac:picMk id="9" creationId="{572F27B3-835B-4349-B3C1-FB3DF0892E3E}"/>
          </ac:picMkLst>
        </pc:picChg>
      </pc:sldChg>
      <pc:sldChg chg="addSp modSp new modNotesTx">
        <pc:chgData name="Martina Galović" userId="1bab1453c9be4352" providerId="LiveId" clId="{15F0577A-D6BD-45EA-BD12-AE78BB46F6CF}" dt="2020-11-16T13:08:38.094" v="17510" actId="404"/>
        <pc:sldMkLst>
          <pc:docMk/>
          <pc:sldMk cId="2906590439" sldId="307"/>
        </pc:sldMkLst>
        <pc:spChg chg="add mod">
          <ac:chgData name="Martina Galović" userId="1bab1453c9be4352" providerId="LiveId" clId="{15F0577A-D6BD-45EA-BD12-AE78BB46F6CF}" dt="2020-11-16T13:03:16.780" v="17378" actId="403"/>
          <ac:spMkLst>
            <pc:docMk/>
            <pc:sldMk cId="2906590439" sldId="307"/>
            <ac:spMk id="2" creationId="{C2BBE3BD-8CD5-483D-9AD0-CF225F39A00C}"/>
          </ac:spMkLst>
        </pc:spChg>
        <pc:spChg chg="add mod">
          <ac:chgData name="Martina Galović" userId="1bab1453c9be4352" providerId="LiveId" clId="{15F0577A-D6BD-45EA-BD12-AE78BB46F6CF}" dt="2020-11-16T13:08:38.094" v="17510" actId="404"/>
          <ac:spMkLst>
            <pc:docMk/>
            <pc:sldMk cId="2906590439" sldId="307"/>
            <ac:spMk id="3" creationId="{1CA49701-E031-4259-BCF6-2D753D90E05E}"/>
          </ac:spMkLst>
        </pc:spChg>
      </pc:sldChg>
      <pc:sldChg chg="new del ord modNotesTx">
        <pc:chgData name="Martina Galović" userId="1bab1453c9be4352" providerId="LiveId" clId="{15F0577A-D6BD-45EA-BD12-AE78BB46F6CF}" dt="2020-11-15T13:15:03.163" v="14544" actId="47"/>
        <pc:sldMkLst>
          <pc:docMk/>
          <pc:sldMk cId="501184101" sldId="308"/>
        </pc:sldMkLst>
      </pc:sldChg>
      <pc:sldChg chg="addSp modSp new modAnim modNotesTx">
        <pc:chgData name="Martina Galović" userId="1bab1453c9be4352" providerId="LiveId" clId="{15F0577A-D6BD-45EA-BD12-AE78BB46F6CF}" dt="2020-11-15T20:55:24.261" v="16119" actId="1076"/>
        <pc:sldMkLst>
          <pc:docMk/>
          <pc:sldMk cId="909292194" sldId="309"/>
        </pc:sldMkLst>
        <pc:spChg chg="add mod">
          <ac:chgData name="Martina Galović" userId="1bab1453c9be4352" providerId="LiveId" clId="{15F0577A-D6BD-45EA-BD12-AE78BB46F6CF}" dt="2020-11-15T09:19:17.868" v="10983" actId="1076"/>
          <ac:spMkLst>
            <pc:docMk/>
            <pc:sldMk cId="909292194" sldId="309"/>
            <ac:spMk id="14" creationId="{C7730B98-ECC5-4AA2-8F87-9F336C36E16A}"/>
          </ac:spMkLst>
        </pc:spChg>
        <pc:spChg chg="add mod">
          <ac:chgData name="Martina Galović" userId="1bab1453c9be4352" providerId="LiveId" clId="{15F0577A-D6BD-45EA-BD12-AE78BB46F6CF}" dt="2020-11-15T09:20:14.915" v="10997" actId="20577"/>
          <ac:spMkLst>
            <pc:docMk/>
            <pc:sldMk cId="909292194" sldId="309"/>
            <ac:spMk id="15" creationId="{B2260430-6F73-4723-8447-E08BBDDB17F5}"/>
          </ac:spMkLst>
        </pc:spChg>
        <pc:spChg chg="add mod">
          <ac:chgData name="Martina Galović" userId="1bab1453c9be4352" providerId="LiveId" clId="{15F0577A-D6BD-45EA-BD12-AE78BB46F6CF}" dt="2020-11-15T09:20:18.322" v="10999" actId="20577"/>
          <ac:spMkLst>
            <pc:docMk/>
            <pc:sldMk cId="909292194" sldId="309"/>
            <ac:spMk id="16" creationId="{826C8630-E5D7-4EA7-83D4-BA7ADCD6C91B}"/>
          </ac:spMkLst>
        </pc:spChg>
        <pc:spChg chg="add mod">
          <ac:chgData name="Martina Galović" userId="1bab1453c9be4352" providerId="LiveId" clId="{15F0577A-D6BD-45EA-BD12-AE78BB46F6CF}" dt="2020-11-15T09:20:21.481" v="11001" actId="20577"/>
          <ac:spMkLst>
            <pc:docMk/>
            <pc:sldMk cId="909292194" sldId="309"/>
            <ac:spMk id="17" creationId="{A6091EF7-3650-4E6E-9E8C-C1459B936010}"/>
          </ac:spMkLst>
        </pc:spChg>
        <pc:spChg chg="add mod">
          <ac:chgData name="Martina Galović" userId="1bab1453c9be4352" providerId="LiveId" clId="{15F0577A-D6BD-45EA-BD12-AE78BB46F6CF}" dt="2020-11-15T09:20:24.800" v="11003" actId="20577"/>
          <ac:spMkLst>
            <pc:docMk/>
            <pc:sldMk cId="909292194" sldId="309"/>
            <ac:spMk id="18" creationId="{7EE42A5C-AA86-4802-B95C-D29B10EF7F8E}"/>
          </ac:spMkLst>
        </pc:spChg>
        <pc:spChg chg="add mod">
          <ac:chgData name="Martina Galović" userId="1bab1453c9be4352" providerId="LiveId" clId="{15F0577A-D6BD-45EA-BD12-AE78BB46F6CF}" dt="2020-11-15T09:20:27.857" v="11005" actId="20577"/>
          <ac:spMkLst>
            <pc:docMk/>
            <pc:sldMk cId="909292194" sldId="309"/>
            <ac:spMk id="19" creationId="{5092EE13-10D2-4004-8FD5-F5133990A5C7}"/>
          </ac:spMkLst>
        </pc:spChg>
        <pc:spChg chg="add mod">
          <ac:chgData name="Martina Galović" userId="1bab1453c9be4352" providerId="LiveId" clId="{15F0577A-D6BD-45EA-BD12-AE78BB46F6CF}" dt="2020-11-15T10:11:08.905" v="12722" actId="571"/>
          <ac:spMkLst>
            <pc:docMk/>
            <pc:sldMk cId="909292194" sldId="309"/>
            <ac:spMk id="21" creationId="{005E4223-2FF8-44CE-B81C-C462A6136608}"/>
          </ac:spMkLst>
        </pc:spChg>
        <pc:picChg chg="add mod">
          <ac:chgData name="Martina Galović" userId="1bab1453c9be4352" providerId="LiveId" clId="{15F0577A-D6BD-45EA-BD12-AE78BB46F6CF}" dt="2020-11-15T20:55:08.591" v="16118" actId="1076"/>
          <ac:picMkLst>
            <pc:docMk/>
            <pc:sldMk cId="909292194" sldId="309"/>
            <ac:picMk id="3" creationId="{87BF917C-AE1C-438F-9F30-3C7B295D6700}"/>
          </ac:picMkLst>
        </pc:picChg>
        <pc:picChg chg="add mod">
          <ac:chgData name="Martina Galović" userId="1bab1453c9be4352" providerId="LiveId" clId="{15F0577A-D6BD-45EA-BD12-AE78BB46F6CF}" dt="2020-11-15T20:55:24.261" v="16119" actId="1076"/>
          <ac:picMkLst>
            <pc:docMk/>
            <pc:sldMk cId="909292194" sldId="309"/>
            <ac:picMk id="5" creationId="{1D56B493-A885-4BB3-A878-84DCD9CF0168}"/>
          </ac:picMkLst>
        </pc:picChg>
        <pc:picChg chg="add mod">
          <ac:chgData name="Martina Galović" userId="1bab1453c9be4352" providerId="LiveId" clId="{15F0577A-D6BD-45EA-BD12-AE78BB46F6CF}" dt="2020-11-15T09:19:35.194" v="10988" actId="1076"/>
          <ac:picMkLst>
            <pc:docMk/>
            <pc:sldMk cId="909292194" sldId="309"/>
            <ac:picMk id="7" creationId="{A969FCDD-E868-4479-B29A-B39E3B07FE6F}"/>
          </ac:picMkLst>
        </pc:picChg>
        <pc:picChg chg="add mod modCrop">
          <ac:chgData name="Martina Galović" userId="1bab1453c9be4352" providerId="LiveId" clId="{15F0577A-D6BD-45EA-BD12-AE78BB46F6CF}" dt="2020-11-15T20:55:06.298" v="16117" actId="688"/>
          <ac:picMkLst>
            <pc:docMk/>
            <pc:sldMk cId="909292194" sldId="309"/>
            <ac:picMk id="9" creationId="{3C1A8DA4-D9C3-49D5-885B-CC5B6EC0683B}"/>
          </ac:picMkLst>
        </pc:picChg>
        <pc:picChg chg="add mod">
          <ac:chgData name="Martina Galović" userId="1bab1453c9be4352" providerId="LiveId" clId="{15F0577A-D6BD-45EA-BD12-AE78BB46F6CF}" dt="2020-11-15T09:18:33.514" v="10979" actId="1076"/>
          <ac:picMkLst>
            <pc:docMk/>
            <pc:sldMk cId="909292194" sldId="309"/>
            <ac:picMk id="11" creationId="{1309DE1B-FA73-448C-A023-0F254F2C70DF}"/>
          </ac:picMkLst>
        </pc:picChg>
        <pc:picChg chg="add mod">
          <ac:chgData name="Martina Galović" userId="1bab1453c9be4352" providerId="LiveId" clId="{15F0577A-D6BD-45EA-BD12-AE78BB46F6CF}" dt="2020-11-15T09:18:41.811" v="10981" actId="1076"/>
          <ac:picMkLst>
            <pc:docMk/>
            <pc:sldMk cId="909292194" sldId="309"/>
            <ac:picMk id="13" creationId="{95324115-772B-4BCA-82BB-D63267DE9063}"/>
          </ac:picMkLst>
        </pc:picChg>
        <pc:picChg chg="add mod">
          <ac:chgData name="Martina Galović" userId="1bab1453c9be4352" providerId="LiveId" clId="{15F0577A-D6BD-45EA-BD12-AE78BB46F6CF}" dt="2020-11-15T10:11:08.905" v="12722" actId="571"/>
          <ac:picMkLst>
            <pc:docMk/>
            <pc:sldMk cId="909292194" sldId="309"/>
            <ac:picMk id="20" creationId="{11CAF670-E859-46B3-8DE0-6E619630730A}"/>
          </ac:picMkLst>
        </pc:picChg>
      </pc:sldChg>
      <pc:sldChg chg="addSp delSp modSp new ord modNotesTx">
        <pc:chgData name="Martina Galović" userId="1bab1453c9be4352" providerId="LiveId" clId="{15F0577A-D6BD-45EA-BD12-AE78BB46F6CF}" dt="2020-11-15T20:47:47.371" v="16114" actId="20577"/>
        <pc:sldMkLst>
          <pc:docMk/>
          <pc:sldMk cId="1776877170" sldId="310"/>
        </pc:sldMkLst>
        <pc:spChg chg="add mod">
          <ac:chgData name="Martina Galović" userId="1bab1453c9be4352" providerId="LiveId" clId="{15F0577A-D6BD-45EA-BD12-AE78BB46F6CF}" dt="2020-11-15T09:36:37.860" v="11252" actId="1076"/>
          <ac:spMkLst>
            <pc:docMk/>
            <pc:sldMk cId="1776877170" sldId="310"/>
            <ac:spMk id="2" creationId="{DB628DDD-D5FA-4E60-8D7B-4A8543FF9916}"/>
          </ac:spMkLst>
        </pc:spChg>
        <pc:spChg chg="add mod">
          <ac:chgData name="Martina Galović" userId="1bab1453c9be4352" providerId="LiveId" clId="{15F0577A-D6BD-45EA-BD12-AE78BB46F6CF}" dt="2020-11-15T09:35:18.801" v="11223" actId="1076"/>
          <ac:spMkLst>
            <pc:docMk/>
            <pc:sldMk cId="1776877170" sldId="310"/>
            <ac:spMk id="3" creationId="{FC0E6442-B42F-40DB-A291-0705305E0905}"/>
          </ac:spMkLst>
        </pc:spChg>
        <pc:spChg chg="add mod">
          <ac:chgData name="Martina Galović" userId="1bab1453c9be4352" providerId="LiveId" clId="{15F0577A-D6BD-45EA-BD12-AE78BB46F6CF}" dt="2020-11-15T09:36:38.076" v="11253" actId="1076"/>
          <ac:spMkLst>
            <pc:docMk/>
            <pc:sldMk cId="1776877170" sldId="310"/>
            <ac:spMk id="4" creationId="{8CC6BDC8-4195-4722-A8FE-F03F590718D2}"/>
          </ac:spMkLst>
        </pc:spChg>
        <pc:spChg chg="add mod">
          <ac:chgData name="Martina Galović" userId="1bab1453c9be4352" providerId="LiveId" clId="{15F0577A-D6BD-45EA-BD12-AE78BB46F6CF}" dt="2020-11-15T09:49:33.219" v="11913" actId="20577"/>
          <ac:spMkLst>
            <pc:docMk/>
            <pc:sldMk cId="1776877170" sldId="310"/>
            <ac:spMk id="5" creationId="{7E7F1DFE-C9D4-42CB-8FC2-C7C335D28E01}"/>
          </ac:spMkLst>
        </pc:spChg>
        <pc:spChg chg="add mod">
          <ac:chgData name="Martina Galović" userId="1bab1453c9be4352" providerId="LiveId" clId="{15F0577A-D6BD-45EA-BD12-AE78BB46F6CF}" dt="2020-11-15T09:48:36.117" v="11879" actId="114"/>
          <ac:spMkLst>
            <pc:docMk/>
            <pc:sldMk cId="1776877170" sldId="310"/>
            <ac:spMk id="6" creationId="{7ABB3076-3FA3-484B-9B6E-E0359EDFD987}"/>
          </ac:spMkLst>
        </pc:spChg>
        <pc:spChg chg="add mod">
          <ac:chgData name="Martina Galović" userId="1bab1453c9be4352" providerId="LiveId" clId="{15F0577A-D6BD-45EA-BD12-AE78BB46F6CF}" dt="2020-11-15T09:49:56.462" v="11916" actId="20577"/>
          <ac:spMkLst>
            <pc:docMk/>
            <pc:sldMk cId="1776877170" sldId="310"/>
            <ac:spMk id="7" creationId="{32A3BAA7-5C96-4C93-AAF3-25A00FF0798F}"/>
          </ac:spMkLst>
        </pc:spChg>
        <pc:spChg chg="add mod">
          <ac:chgData name="Martina Galović" userId="1bab1453c9be4352" providerId="LiveId" clId="{15F0577A-D6BD-45EA-BD12-AE78BB46F6CF}" dt="2020-11-15T09:37:16.678" v="11269" actId="1076"/>
          <ac:spMkLst>
            <pc:docMk/>
            <pc:sldMk cId="1776877170" sldId="310"/>
            <ac:spMk id="8" creationId="{3D683EE4-CAFC-4A9F-BB68-76BDF5C650F0}"/>
          </ac:spMkLst>
        </pc:spChg>
        <pc:spChg chg="add del">
          <ac:chgData name="Martina Galović" userId="1bab1453c9be4352" providerId="LiveId" clId="{15F0577A-D6BD-45EA-BD12-AE78BB46F6CF}" dt="2020-11-15T09:37:27.291" v="11271" actId="478"/>
          <ac:spMkLst>
            <pc:docMk/>
            <pc:sldMk cId="1776877170" sldId="310"/>
            <ac:spMk id="9" creationId="{92D5B4F1-94B5-478C-89B4-3599207B6C05}"/>
          </ac:spMkLst>
        </pc:spChg>
        <pc:spChg chg="add mod">
          <ac:chgData name="Martina Galović" userId="1bab1453c9be4352" providerId="LiveId" clId="{15F0577A-D6BD-45EA-BD12-AE78BB46F6CF}" dt="2020-11-15T09:52:20.277" v="12003" actId="1076"/>
          <ac:spMkLst>
            <pc:docMk/>
            <pc:sldMk cId="1776877170" sldId="310"/>
            <ac:spMk id="10" creationId="{E70F7EAF-85D4-4A5F-B30A-0977F58132B2}"/>
          </ac:spMkLst>
        </pc:spChg>
        <pc:spChg chg="add mod">
          <ac:chgData name="Martina Galović" userId="1bab1453c9be4352" providerId="LiveId" clId="{15F0577A-D6BD-45EA-BD12-AE78BB46F6CF}" dt="2020-11-15T10:03:15.717" v="12445" actId="1076"/>
          <ac:spMkLst>
            <pc:docMk/>
            <pc:sldMk cId="1776877170" sldId="310"/>
            <ac:spMk id="11" creationId="{64AD130A-9604-4161-8B84-7B3258DBEB63}"/>
          </ac:spMkLst>
        </pc:spChg>
        <pc:spChg chg="add mod">
          <ac:chgData name="Martina Galović" userId="1bab1453c9be4352" providerId="LiveId" clId="{15F0577A-D6BD-45EA-BD12-AE78BB46F6CF}" dt="2020-11-15T09:38:49.267" v="11288" actId="20577"/>
          <ac:spMkLst>
            <pc:docMk/>
            <pc:sldMk cId="1776877170" sldId="310"/>
            <ac:spMk id="12" creationId="{F6D3E12F-4370-4EA6-9933-23B92A54B4F3}"/>
          </ac:spMkLst>
        </pc:spChg>
        <pc:spChg chg="add mod">
          <ac:chgData name="Martina Galović" userId="1bab1453c9be4352" providerId="LiveId" clId="{15F0577A-D6BD-45EA-BD12-AE78BB46F6CF}" dt="2020-11-15T09:39:03.485" v="11292" actId="20577"/>
          <ac:spMkLst>
            <pc:docMk/>
            <pc:sldMk cId="1776877170" sldId="310"/>
            <ac:spMk id="13" creationId="{428C391F-4215-4472-BD9A-9EC12854238C}"/>
          </ac:spMkLst>
        </pc:spChg>
        <pc:spChg chg="add mod">
          <ac:chgData name="Martina Galović" userId="1bab1453c9be4352" providerId="LiveId" clId="{15F0577A-D6BD-45EA-BD12-AE78BB46F6CF}" dt="2020-11-15T09:39:23.976" v="11298" actId="1076"/>
          <ac:spMkLst>
            <pc:docMk/>
            <pc:sldMk cId="1776877170" sldId="310"/>
            <ac:spMk id="14" creationId="{8A66A593-34DD-4F65-AF2C-91BEA69175FD}"/>
          </ac:spMkLst>
        </pc:spChg>
      </pc:sldChg>
      <pc:sldChg chg="addSp modSp new modAnim modNotesTx">
        <pc:chgData name="Martina Galović" userId="1bab1453c9be4352" providerId="LiveId" clId="{15F0577A-D6BD-45EA-BD12-AE78BB46F6CF}" dt="2020-11-15T22:19:21.497" v="17356" actId="20577"/>
        <pc:sldMkLst>
          <pc:docMk/>
          <pc:sldMk cId="4243727567" sldId="311"/>
        </pc:sldMkLst>
        <pc:spChg chg="add mod">
          <ac:chgData name="Martina Galović" userId="1bab1453c9be4352" providerId="LiveId" clId="{15F0577A-D6BD-45EA-BD12-AE78BB46F6CF}" dt="2020-11-15T10:12:34.768" v="12757" actId="404"/>
          <ac:spMkLst>
            <pc:docMk/>
            <pc:sldMk cId="4243727567" sldId="311"/>
            <ac:spMk id="2" creationId="{57C277D2-E883-4648-B000-9521A4E319EB}"/>
          </ac:spMkLst>
        </pc:spChg>
        <pc:spChg chg="add mod">
          <ac:chgData name="Martina Galović" userId="1bab1453c9be4352" providerId="LiveId" clId="{15F0577A-D6BD-45EA-BD12-AE78BB46F6CF}" dt="2020-11-15T10:12:34.768" v="12757" actId="404"/>
          <ac:spMkLst>
            <pc:docMk/>
            <pc:sldMk cId="4243727567" sldId="311"/>
            <ac:spMk id="3" creationId="{2CEEE9A8-8DC4-4445-AA51-3F89D8957924}"/>
          </ac:spMkLst>
        </pc:spChg>
        <pc:spChg chg="add mod">
          <ac:chgData name="Martina Galović" userId="1bab1453c9be4352" providerId="LiveId" clId="{15F0577A-D6BD-45EA-BD12-AE78BB46F6CF}" dt="2020-11-15T09:52:59.090" v="12012" actId="1076"/>
          <ac:spMkLst>
            <pc:docMk/>
            <pc:sldMk cId="4243727567" sldId="311"/>
            <ac:spMk id="5" creationId="{A09C340C-6AB9-418E-A1E0-F0CE5FB535EF}"/>
          </ac:spMkLst>
        </pc:spChg>
        <pc:spChg chg="add mod">
          <ac:chgData name="Martina Galović" userId="1bab1453c9be4352" providerId="LiveId" clId="{15F0577A-D6BD-45EA-BD12-AE78BB46F6CF}" dt="2020-11-15T09:56:14.910" v="12233" actId="1076"/>
          <ac:spMkLst>
            <pc:docMk/>
            <pc:sldMk cId="4243727567" sldId="311"/>
            <ac:spMk id="6" creationId="{38648827-ED84-41AE-B087-87A4D1BDACCD}"/>
          </ac:spMkLst>
        </pc:spChg>
        <pc:spChg chg="add mod">
          <ac:chgData name="Martina Galović" userId="1bab1453c9be4352" providerId="LiveId" clId="{15F0577A-D6BD-45EA-BD12-AE78BB46F6CF}" dt="2020-11-15T09:57:17.239" v="12264" actId="1076"/>
          <ac:spMkLst>
            <pc:docMk/>
            <pc:sldMk cId="4243727567" sldId="311"/>
            <ac:spMk id="7" creationId="{370E5EA1-FEFA-442E-B6E7-096A45DBEC0C}"/>
          </ac:spMkLst>
        </pc:spChg>
        <pc:spChg chg="add mod">
          <ac:chgData name="Martina Galović" userId="1bab1453c9be4352" providerId="LiveId" clId="{15F0577A-D6BD-45EA-BD12-AE78BB46F6CF}" dt="2020-11-15T10:22:25.430" v="12955" actId="14100"/>
          <ac:spMkLst>
            <pc:docMk/>
            <pc:sldMk cId="4243727567" sldId="311"/>
            <ac:spMk id="8" creationId="{E2033A80-9AA2-43FD-91A9-01CAC50F8F1D}"/>
          </ac:spMkLst>
        </pc:spChg>
        <pc:spChg chg="add mod">
          <ac:chgData name="Martina Galović" userId="1bab1453c9be4352" providerId="LiveId" clId="{15F0577A-D6BD-45EA-BD12-AE78BB46F6CF}" dt="2020-11-15T10:27:08.974" v="13107" actId="114"/>
          <ac:spMkLst>
            <pc:docMk/>
            <pc:sldMk cId="4243727567" sldId="311"/>
            <ac:spMk id="9" creationId="{93F59A9D-9D89-494B-9355-643724B854FE}"/>
          </ac:spMkLst>
        </pc:spChg>
        <pc:picChg chg="add mod">
          <ac:chgData name="Martina Galović" userId="1bab1453c9be4352" providerId="LiveId" clId="{15F0577A-D6BD-45EA-BD12-AE78BB46F6CF}" dt="2020-11-15T10:12:58.620" v="12759" actId="1076"/>
          <ac:picMkLst>
            <pc:docMk/>
            <pc:sldMk cId="4243727567" sldId="311"/>
            <ac:picMk id="4" creationId="{8822CBC9-D160-4F7E-B704-74CC53FAA4C7}"/>
          </ac:picMkLst>
        </pc:picChg>
      </pc:sldChg>
      <pc:sldChg chg="addSp delSp modSp new modAnim modNotesTx">
        <pc:chgData name="Martina Galović" userId="1bab1453c9be4352" providerId="LiveId" clId="{15F0577A-D6BD-45EA-BD12-AE78BB46F6CF}" dt="2020-11-15T21:56:39.041" v="17279"/>
        <pc:sldMkLst>
          <pc:docMk/>
          <pc:sldMk cId="3147978289" sldId="312"/>
        </pc:sldMkLst>
        <pc:spChg chg="add mod">
          <ac:chgData name="Martina Galović" userId="1bab1453c9be4352" providerId="LiveId" clId="{15F0577A-D6BD-45EA-BD12-AE78BB46F6CF}" dt="2020-11-15T21:43:34.639" v="17094" actId="20577"/>
          <ac:spMkLst>
            <pc:docMk/>
            <pc:sldMk cId="3147978289" sldId="312"/>
            <ac:spMk id="8" creationId="{456F9666-AEA2-4D29-9B8D-81AA34476B36}"/>
          </ac:spMkLst>
        </pc:spChg>
        <pc:spChg chg="add mod">
          <ac:chgData name="Martina Galović" userId="1bab1453c9be4352" providerId="LiveId" clId="{15F0577A-D6BD-45EA-BD12-AE78BB46F6CF}" dt="2020-11-15T21:56:37.545" v="17278"/>
          <ac:spMkLst>
            <pc:docMk/>
            <pc:sldMk cId="3147978289" sldId="312"/>
            <ac:spMk id="9" creationId="{A2C879F9-A3D5-4528-BD49-21ADE0C3873D}"/>
          </ac:spMkLst>
        </pc:spChg>
        <pc:spChg chg="add mod">
          <ac:chgData name="Martina Galović" userId="1bab1453c9be4352" providerId="LiveId" clId="{15F0577A-D6BD-45EA-BD12-AE78BB46F6CF}" dt="2020-11-15T21:56:19.576" v="17275"/>
          <ac:spMkLst>
            <pc:docMk/>
            <pc:sldMk cId="3147978289" sldId="312"/>
            <ac:spMk id="10" creationId="{0BAC9DF5-15DD-4ACF-BE5B-ED268211C455}"/>
          </ac:spMkLst>
        </pc:spChg>
        <pc:picChg chg="add del mod">
          <ac:chgData name="Martina Galović" userId="1bab1453c9be4352" providerId="LiveId" clId="{15F0577A-D6BD-45EA-BD12-AE78BB46F6CF}" dt="2020-11-15T21:40:38.980" v="17075" actId="1076"/>
          <ac:picMkLst>
            <pc:docMk/>
            <pc:sldMk cId="3147978289" sldId="312"/>
            <ac:picMk id="3" creationId="{9F4B5ED2-6F6A-4CF3-ADB4-F6B9CF00FB02}"/>
          </ac:picMkLst>
        </pc:picChg>
        <pc:picChg chg="add mod">
          <ac:chgData name="Martina Galović" userId="1bab1453c9be4352" providerId="LiveId" clId="{15F0577A-D6BD-45EA-BD12-AE78BB46F6CF}" dt="2020-11-15T21:22:59.787" v="16415" actId="14100"/>
          <ac:picMkLst>
            <pc:docMk/>
            <pc:sldMk cId="3147978289" sldId="312"/>
            <ac:picMk id="5" creationId="{17B03722-3657-4DDC-B8B9-CB8DEA798A8C}"/>
          </ac:picMkLst>
        </pc:picChg>
        <pc:picChg chg="add mod">
          <ac:chgData name="Martina Galović" userId="1bab1453c9be4352" providerId="LiveId" clId="{15F0577A-D6BD-45EA-BD12-AE78BB46F6CF}" dt="2020-11-15T21:16:03.498" v="16370" actId="1076"/>
          <ac:picMkLst>
            <pc:docMk/>
            <pc:sldMk cId="3147978289" sldId="312"/>
            <ac:picMk id="7" creationId="{90B5D042-CA7A-4EF6-AD14-F0DEC889EDC2}"/>
          </ac:picMkLst>
        </pc:picChg>
      </pc:sldChg>
      <pc:sldChg chg="addSp modSp new modAnim modNotesTx">
        <pc:chgData name="Martina Galović" userId="1bab1453c9be4352" providerId="LiveId" clId="{15F0577A-D6BD-45EA-BD12-AE78BB46F6CF}" dt="2020-11-16T12:23:26.807" v="17367" actId="20577"/>
        <pc:sldMkLst>
          <pc:docMk/>
          <pc:sldMk cId="3382937780" sldId="313"/>
        </pc:sldMkLst>
        <pc:spChg chg="add mod">
          <ac:chgData name="Martina Galović" userId="1bab1453c9be4352" providerId="LiveId" clId="{15F0577A-D6BD-45EA-BD12-AE78BB46F6CF}" dt="2020-11-15T10:19:23.854" v="12936" actId="403"/>
          <ac:spMkLst>
            <pc:docMk/>
            <pc:sldMk cId="3382937780" sldId="313"/>
            <ac:spMk id="2" creationId="{20599FB1-570A-4AFE-8D4F-8EE5A6FA9165}"/>
          </ac:spMkLst>
        </pc:spChg>
        <pc:spChg chg="add mod">
          <ac:chgData name="Martina Galović" userId="1bab1453c9be4352" providerId="LiveId" clId="{15F0577A-D6BD-45EA-BD12-AE78BB46F6CF}" dt="2020-11-15T10:19:23.854" v="12936" actId="403"/>
          <ac:spMkLst>
            <pc:docMk/>
            <pc:sldMk cId="3382937780" sldId="313"/>
            <ac:spMk id="3" creationId="{05C0A7AC-2594-4CF4-89BC-A269961969A1}"/>
          </ac:spMkLst>
        </pc:spChg>
        <pc:spChg chg="add mod">
          <ac:chgData name="Martina Galović" userId="1bab1453c9be4352" providerId="LiveId" clId="{15F0577A-D6BD-45EA-BD12-AE78BB46F6CF}" dt="2020-11-15T14:05:44.386" v="15352" actId="1076"/>
          <ac:spMkLst>
            <pc:docMk/>
            <pc:sldMk cId="3382937780" sldId="313"/>
            <ac:spMk id="5" creationId="{8AFCCEE5-B834-4078-A8A8-2B0EAB92E8EC}"/>
          </ac:spMkLst>
        </pc:spChg>
        <pc:spChg chg="add mod">
          <ac:chgData name="Martina Galović" userId="1bab1453c9be4352" providerId="LiveId" clId="{15F0577A-D6BD-45EA-BD12-AE78BB46F6CF}" dt="2020-11-15T10:04:49.585" v="12519" actId="1076"/>
          <ac:spMkLst>
            <pc:docMk/>
            <pc:sldMk cId="3382937780" sldId="313"/>
            <ac:spMk id="6" creationId="{F839F86B-194F-4A66-88ED-8560059E1984}"/>
          </ac:spMkLst>
        </pc:spChg>
        <pc:spChg chg="add mod">
          <ac:chgData name="Martina Galović" userId="1bab1453c9be4352" providerId="LiveId" clId="{15F0577A-D6BD-45EA-BD12-AE78BB46F6CF}" dt="2020-11-16T12:23:26.807" v="17367" actId="20577"/>
          <ac:spMkLst>
            <pc:docMk/>
            <pc:sldMk cId="3382937780" sldId="313"/>
            <ac:spMk id="7" creationId="{826B5BAE-01FA-4E49-9ADC-AB16DE251DBD}"/>
          </ac:spMkLst>
        </pc:spChg>
        <pc:picChg chg="add mod">
          <ac:chgData name="Martina Galović" userId="1bab1453c9be4352" providerId="LiveId" clId="{15F0577A-D6BD-45EA-BD12-AE78BB46F6CF}" dt="2020-11-15T10:19:32.186" v="12938" actId="1076"/>
          <ac:picMkLst>
            <pc:docMk/>
            <pc:sldMk cId="3382937780" sldId="313"/>
            <ac:picMk id="4" creationId="{8BEDB80E-500D-444F-B35E-2186AAA652F9}"/>
          </ac:picMkLst>
        </pc:picChg>
      </pc:sldChg>
      <pc:sldChg chg="addSp modSp new modAnim modNotesTx">
        <pc:chgData name="Martina Galović" userId="1bab1453c9be4352" providerId="LiveId" clId="{15F0577A-D6BD-45EA-BD12-AE78BB46F6CF}" dt="2020-11-15T22:18:38.557" v="17330" actId="20577"/>
        <pc:sldMkLst>
          <pc:docMk/>
          <pc:sldMk cId="3740049951" sldId="314"/>
        </pc:sldMkLst>
        <pc:spChg chg="add mod">
          <ac:chgData name="Martina Galović" userId="1bab1453c9be4352" providerId="LiveId" clId="{15F0577A-D6BD-45EA-BD12-AE78BB46F6CF}" dt="2020-11-15T10:05:25.218" v="12538" actId="1076"/>
          <ac:spMkLst>
            <pc:docMk/>
            <pc:sldMk cId="3740049951" sldId="314"/>
            <ac:spMk id="2" creationId="{B46058D4-1323-4828-84A0-BECE7489B540}"/>
          </ac:spMkLst>
        </pc:spChg>
        <pc:spChg chg="add mod">
          <ac:chgData name="Martina Galović" userId="1bab1453c9be4352" providerId="LiveId" clId="{15F0577A-D6BD-45EA-BD12-AE78BB46F6CF}" dt="2020-11-15T10:05:57.887" v="12543" actId="1076"/>
          <ac:spMkLst>
            <pc:docMk/>
            <pc:sldMk cId="3740049951" sldId="314"/>
            <ac:spMk id="3" creationId="{E38DFF41-1E14-45FF-8F37-E3A8AFD26273}"/>
          </ac:spMkLst>
        </pc:spChg>
        <pc:spChg chg="add mod">
          <ac:chgData name="Martina Galović" userId="1bab1453c9be4352" providerId="LiveId" clId="{15F0577A-D6BD-45EA-BD12-AE78BB46F6CF}" dt="2020-11-15T10:16:03.642" v="12816" actId="20577"/>
          <ac:spMkLst>
            <pc:docMk/>
            <pc:sldMk cId="3740049951" sldId="314"/>
            <ac:spMk id="5" creationId="{7DE9A629-9E9A-4AA7-866C-FC143074F4C7}"/>
          </ac:spMkLst>
        </pc:spChg>
        <pc:spChg chg="add mod">
          <ac:chgData name="Martina Galović" userId="1bab1453c9be4352" providerId="LiveId" clId="{15F0577A-D6BD-45EA-BD12-AE78BB46F6CF}" dt="2020-11-15T10:06:45.171" v="12562" actId="1076"/>
          <ac:spMkLst>
            <pc:docMk/>
            <pc:sldMk cId="3740049951" sldId="314"/>
            <ac:spMk id="6" creationId="{576C66E7-41F0-48E3-A45C-35525CF06D97}"/>
          </ac:spMkLst>
        </pc:spChg>
        <pc:spChg chg="add mod">
          <ac:chgData name="Martina Galović" userId="1bab1453c9be4352" providerId="LiveId" clId="{15F0577A-D6BD-45EA-BD12-AE78BB46F6CF}" dt="2020-11-15T12:13:35.914" v="13459" actId="1076"/>
          <ac:spMkLst>
            <pc:docMk/>
            <pc:sldMk cId="3740049951" sldId="314"/>
            <ac:spMk id="7" creationId="{B8D21F4B-3143-47CC-B0D7-D13972E513E0}"/>
          </ac:spMkLst>
        </pc:spChg>
        <pc:picChg chg="add mod">
          <ac:chgData name="Martina Galović" userId="1bab1453c9be4352" providerId="LiveId" clId="{15F0577A-D6BD-45EA-BD12-AE78BB46F6CF}" dt="2020-11-15T10:14:34.481" v="12778" actId="1076"/>
          <ac:picMkLst>
            <pc:docMk/>
            <pc:sldMk cId="3740049951" sldId="314"/>
            <ac:picMk id="4" creationId="{B98AE8DC-EE50-44BA-8901-FA6A713B1037}"/>
          </ac:picMkLst>
        </pc:picChg>
      </pc:sldChg>
      <pc:sldChg chg="addSp delSp modSp new modAnim modNotesTx">
        <pc:chgData name="Martina Galović" userId="1bab1453c9be4352" providerId="LiveId" clId="{15F0577A-D6BD-45EA-BD12-AE78BB46F6CF}" dt="2020-11-15T22:18:27.080" v="17324" actId="20577"/>
        <pc:sldMkLst>
          <pc:docMk/>
          <pc:sldMk cId="524737004" sldId="315"/>
        </pc:sldMkLst>
        <pc:spChg chg="add mod">
          <ac:chgData name="Martina Galović" userId="1bab1453c9be4352" providerId="LiveId" clId="{15F0577A-D6BD-45EA-BD12-AE78BB46F6CF}" dt="2020-11-15T10:07:44.931" v="12613" actId="403"/>
          <ac:spMkLst>
            <pc:docMk/>
            <pc:sldMk cId="524737004" sldId="315"/>
            <ac:spMk id="2" creationId="{3F036189-06A0-4D30-A971-21E8DDC5713B}"/>
          </ac:spMkLst>
        </pc:spChg>
        <pc:spChg chg="add mod">
          <ac:chgData name="Martina Galović" userId="1bab1453c9be4352" providerId="LiveId" clId="{15F0577A-D6BD-45EA-BD12-AE78BB46F6CF}" dt="2020-11-15T10:07:44.931" v="12613" actId="403"/>
          <ac:spMkLst>
            <pc:docMk/>
            <pc:sldMk cId="524737004" sldId="315"/>
            <ac:spMk id="3" creationId="{0F417E4D-30A5-4F33-B4A1-77C71EB258DB}"/>
          </ac:spMkLst>
        </pc:spChg>
        <pc:spChg chg="add del mod">
          <ac:chgData name="Martina Galović" userId="1bab1453c9be4352" providerId="LiveId" clId="{15F0577A-D6BD-45EA-BD12-AE78BB46F6CF}" dt="2020-11-15T14:05:19.526" v="15347" actId="478"/>
          <ac:spMkLst>
            <pc:docMk/>
            <pc:sldMk cId="524737004" sldId="315"/>
            <ac:spMk id="5" creationId="{C4CC1CDC-9112-4B6D-B233-546456AF1446}"/>
          </ac:spMkLst>
        </pc:spChg>
        <pc:spChg chg="add mod">
          <ac:chgData name="Martina Galović" userId="1bab1453c9be4352" providerId="LiveId" clId="{15F0577A-D6BD-45EA-BD12-AE78BB46F6CF}" dt="2020-11-15T10:15:34.868" v="12806" actId="20577"/>
          <ac:spMkLst>
            <pc:docMk/>
            <pc:sldMk cId="524737004" sldId="315"/>
            <ac:spMk id="6" creationId="{4625B5A6-08DC-4C2E-AF52-47000A0FA997}"/>
          </ac:spMkLst>
        </pc:spChg>
        <pc:spChg chg="add mod">
          <ac:chgData name="Martina Galović" userId="1bab1453c9be4352" providerId="LiveId" clId="{15F0577A-D6BD-45EA-BD12-AE78BB46F6CF}" dt="2020-11-15T14:05:34.491" v="15350" actId="1076"/>
          <ac:spMkLst>
            <pc:docMk/>
            <pc:sldMk cId="524737004" sldId="315"/>
            <ac:spMk id="8" creationId="{A5C20220-32AA-48CE-9F1D-EC9A1B9F7616}"/>
          </ac:spMkLst>
        </pc:spChg>
        <pc:spChg chg="add mod">
          <ac:chgData name="Martina Galović" userId="1bab1453c9be4352" providerId="LiveId" clId="{15F0577A-D6BD-45EA-BD12-AE78BB46F6CF}" dt="2020-11-15T12:13:00.044" v="13452" actId="1076"/>
          <ac:spMkLst>
            <pc:docMk/>
            <pc:sldMk cId="524737004" sldId="315"/>
            <ac:spMk id="9" creationId="{CC7F770F-86F9-4DAB-82B6-A38E10341FD7}"/>
          </ac:spMkLst>
        </pc:spChg>
        <pc:picChg chg="add del mod">
          <ac:chgData name="Martina Galović" userId="1bab1453c9be4352" providerId="LiveId" clId="{15F0577A-D6BD-45EA-BD12-AE78BB46F6CF}" dt="2020-11-15T14:05:11.854" v="15345" actId="478"/>
          <ac:picMkLst>
            <pc:docMk/>
            <pc:sldMk cId="524737004" sldId="315"/>
            <ac:picMk id="4" creationId="{3C1EF96C-2845-4AE5-95D9-8A7001EBCC7A}"/>
          </ac:picMkLst>
        </pc:picChg>
        <pc:picChg chg="add mod">
          <ac:chgData name="Martina Galović" userId="1bab1453c9be4352" providerId="LiveId" clId="{15F0577A-D6BD-45EA-BD12-AE78BB46F6CF}" dt="2020-11-15T14:05:23.572" v="15348" actId="1076"/>
          <ac:picMkLst>
            <pc:docMk/>
            <pc:sldMk cId="524737004" sldId="315"/>
            <ac:picMk id="7" creationId="{8ACF3CF2-7DEB-4F0E-81D7-9A21AB75769D}"/>
          </ac:picMkLst>
        </pc:picChg>
      </pc:sldChg>
      <pc:sldChg chg="addSp modSp new modAnim modNotesTx">
        <pc:chgData name="Martina Galović" userId="1bab1453c9be4352" providerId="LiveId" clId="{15F0577A-D6BD-45EA-BD12-AE78BB46F6CF}" dt="2020-11-15T22:18:21.189" v="17322" actId="20577"/>
        <pc:sldMkLst>
          <pc:docMk/>
          <pc:sldMk cId="756002971" sldId="316"/>
        </pc:sldMkLst>
        <pc:spChg chg="add mod">
          <ac:chgData name="Martina Galović" userId="1bab1453c9be4352" providerId="LiveId" clId="{15F0577A-D6BD-45EA-BD12-AE78BB46F6CF}" dt="2020-11-15T10:10:47.372" v="12720" actId="404"/>
          <ac:spMkLst>
            <pc:docMk/>
            <pc:sldMk cId="756002971" sldId="316"/>
            <ac:spMk id="2" creationId="{AB9D8630-468B-40C5-B684-8A361D2AE4C9}"/>
          </ac:spMkLst>
        </pc:spChg>
        <pc:spChg chg="add mod">
          <ac:chgData name="Martina Galović" userId="1bab1453c9be4352" providerId="LiveId" clId="{15F0577A-D6BD-45EA-BD12-AE78BB46F6CF}" dt="2020-11-15T10:10:47.372" v="12720" actId="404"/>
          <ac:spMkLst>
            <pc:docMk/>
            <pc:sldMk cId="756002971" sldId="316"/>
            <ac:spMk id="3" creationId="{1DA43503-3F4D-424D-920F-CFEA9084E324}"/>
          </ac:spMkLst>
        </pc:spChg>
        <pc:spChg chg="add mod">
          <ac:chgData name="Martina Galović" userId="1bab1453c9be4352" providerId="LiveId" clId="{15F0577A-D6BD-45EA-BD12-AE78BB46F6CF}" dt="2020-11-15T10:11:29.652" v="12728" actId="1076"/>
          <ac:spMkLst>
            <pc:docMk/>
            <pc:sldMk cId="756002971" sldId="316"/>
            <ac:spMk id="5" creationId="{87BDAA4B-C8E6-49F1-8184-0C90ADD58D63}"/>
          </ac:spMkLst>
        </pc:spChg>
        <pc:spChg chg="add mod">
          <ac:chgData name="Martina Galović" userId="1bab1453c9be4352" providerId="LiveId" clId="{15F0577A-D6BD-45EA-BD12-AE78BB46F6CF}" dt="2020-11-15T10:15:25.407" v="12804" actId="20577"/>
          <ac:spMkLst>
            <pc:docMk/>
            <pc:sldMk cId="756002971" sldId="316"/>
            <ac:spMk id="6" creationId="{65BC2A99-B23D-4E3F-AD49-20ADFF884C8A}"/>
          </ac:spMkLst>
        </pc:spChg>
        <pc:spChg chg="add mod">
          <ac:chgData name="Martina Galović" userId="1bab1453c9be4352" providerId="LiveId" clId="{15F0577A-D6BD-45EA-BD12-AE78BB46F6CF}" dt="2020-11-15T12:18:26.298" v="13579" actId="1076"/>
          <ac:spMkLst>
            <pc:docMk/>
            <pc:sldMk cId="756002971" sldId="316"/>
            <ac:spMk id="7" creationId="{16305CBF-E905-4492-920A-04A966973408}"/>
          </ac:spMkLst>
        </pc:spChg>
        <pc:picChg chg="add mod">
          <ac:chgData name="Martina Galović" userId="1bab1453c9be4352" providerId="LiveId" clId="{15F0577A-D6BD-45EA-BD12-AE78BB46F6CF}" dt="2020-11-15T10:16:12.753" v="12817" actId="1076"/>
          <ac:picMkLst>
            <pc:docMk/>
            <pc:sldMk cId="756002971" sldId="316"/>
            <ac:picMk id="4" creationId="{470AE19A-D25A-48AF-8004-08E2BF0D7E59}"/>
          </ac:picMkLst>
        </pc:picChg>
      </pc:sldChg>
      <pc:sldChg chg="add del">
        <pc:chgData name="Martina Galović" userId="1bab1453c9be4352" providerId="LiveId" clId="{15F0577A-D6BD-45EA-BD12-AE78BB46F6CF}" dt="2020-11-15T10:09:41.863" v="12668"/>
        <pc:sldMkLst>
          <pc:docMk/>
          <pc:sldMk cId="1666280963" sldId="316"/>
        </pc:sldMkLst>
      </pc:sldChg>
      <pc:sldChg chg="addSp modSp new modAnim modNotesTx">
        <pc:chgData name="Martina Galović" userId="1bab1453c9be4352" providerId="LiveId" clId="{15F0577A-D6BD-45EA-BD12-AE78BB46F6CF}" dt="2020-11-15T22:18:12.306" v="17312" actId="20577"/>
        <pc:sldMkLst>
          <pc:docMk/>
          <pc:sldMk cId="2175765585" sldId="317"/>
        </pc:sldMkLst>
        <pc:spChg chg="add mod">
          <ac:chgData name="Martina Galović" userId="1bab1453c9be4352" providerId="LiveId" clId="{15F0577A-D6BD-45EA-BD12-AE78BB46F6CF}" dt="2020-11-15T13:08:33.895" v="14385" actId="20577"/>
          <ac:spMkLst>
            <pc:docMk/>
            <pc:sldMk cId="2175765585" sldId="317"/>
            <ac:spMk id="6" creationId="{F721BDB9-09AF-440B-A2B3-2974A7AA7008}"/>
          </ac:spMkLst>
        </pc:spChg>
        <pc:spChg chg="add mod">
          <ac:chgData name="Martina Galović" userId="1bab1453c9be4352" providerId="LiveId" clId="{15F0577A-D6BD-45EA-BD12-AE78BB46F6CF}" dt="2020-11-15T13:13:55.454" v="14488" actId="14100"/>
          <ac:spMkLst>
            <pc:docMk/>
            <pc:sldMk cId="2175765585" sldId="317"/>
            <ac:spMk id="7" creationId="{202E30D1-8140-4C4F-96E2-6BA43A5D7602}"/>
          </ac:spMkLst>
        </pc:spChg>
        <pc:spChg chg="add mod">
          <ac:chgData name="Martina Galović" userId="1bab1453c9be4352" providerId="LiveId" clId="{15F0577A-D6BD-45EA-BD12-AE78BB46F6CF}" dt="2020-11-15T13:14:34.493" v="14536" actId="1076"/>
          <ac:spMkLst>
            <pc:docMk/>
            <pc:sldMk cId="2175765585" sldId="317"/>
            <ac:spMk id="8" creationId="{E1091818-7DCD-41EA-B1BA-072CF827F241}"/>
          </ac:spMkLst>
        </pc:spChg>
        <pc:picChg chg="add mod modCrop">
          <ac:chgData name="Martina Galović" userId="1bab1453c9be4352" providerId="LiveId" clId="{15F0577A-D6BD-45EA-BD12-AE78BB46F6CF}" dt="2020-11-15T13:14:40.870" v="14537" actId="1076"/>
          <ac:picMkLst>
            <pc:docMk/>
            <pc:sldMk cId="2175765585" sldId="317"/>
            <ac:picMk id="3" creationId="{B9BF2E70-E0E9-4B73-9DAE-7337009AC83A}"/>
          </ac:picMkLst>
        </pc:picChg>
        <pc:picChg chg="add mod">
          <ac:chgData name="Martina Galović" userId="1bab1453c9be4352" providerId="LiveId" clId="{15F0577A-D6BD-45EA-BD12-AE78BB46F6CF}" dt="2020-11-15T13:14:45.687" v="14539" actId="1076"/>
          <ac:picMkLst>
            <pc:docMk/>
            <pc:sldMk cId="2175765585" sldId="317"/>
            <ac:picMk id="5" creationId="{D99A3A20-5671-4263-923F-846F07CE2522}"/>
          </ac:picMkLst>
        </pc:picChg>
      </pc:sldChg>
      <pc:sldChg chg="modSp add del">
        <pc:chgData name="Martina Galović" userId="1bab1453c9be4352" providerId="LiveId" clId="{15F0577A-D6BD-45EA-BD12-AE78BB46F6CF}" dt="2020-11-15T13:26:12.501" v="14842" actId="47"/>
        <pc:sldMkLst>
          <pc:docMk/>
          <pc:sldMk cId="2887586423" sldId="318"/>
        </pc:sldMkLst>
        <pc:picChg chg="mod">
          <ac:chgData name="Martina Galović" userId="1bab1453c9be4352" providerId="LiveId" clId="{15F0577A-D6BD-45EA-BD12-AE78BB46F6CF}" dt="2020-11-15T13:24:05.233" v="14818" actId="1076"/>
          <ac:picMkLst>
            <pc:docMk/>
            <pc:sldMk cId="2887586423" sldId="318"/>
            <ac:picMk id="13" creationId="{3BDBEE85-61C6-40D4-B127-87398CC2BE47}"/>
          </ac:picMkLst>
        </pc:picChg>
        <pc:picChg chg="mod">
          <ac:chgData name="Martina Galović" userId="1bab1453c9be4352" providerId="LiveId" clId="{15F0577A-D6BD-45EA-BD12-AE78BB46F6CF}" dt="2020-11-15T13:19:32.777" v="14760" actId="1076"/>
          <ac:picMkLst>
            <pc:docMk/>
            <pc:sldMk cId="2887586423" sldId="318"/>
            <ac:picMk id="25" creationId="{C6F01CBD-E549-4FC2-BFAF-46B7D99C6E56}"/>
          </ac:picMkLst>
        </pc:picChg>
      </pc:sldChg>
      <pc:sldChg chg="addSp modSp add del modAnim">
        <pc:chgData name="Martina Galović" userId="1bab1453c9be4352" providerId="LiveId" clId="{15F0577A-D6BD-45EA-BD12-AE78BB46F6CF}" dt="2020-11-15T13:40:01.693" v="14971" actId="47"/>
        <pc:sldMkLst>
          <pc:docMk/>
          <pc:sldMk cId="3305602827" sldId="319"/>
        </pc:sldMkLst>
        <pc:spChg chg="add mod">
          <ac:chgData name="Martina Galović" userId="1bab1453c9be4352" providerId="LiveId" clId="{15F0577A-D6BD-45EA-BD12-AE78BB46F6CF}" dt="2020-11-15T13:26:22.355" v="14844" actId="571"/>
          <ac:spMkLst>
            <pc:docMk/>
            <pc:sldMk cId="3305602827" sldId="319"/>
            <ac:spMk id="28" creationId="{823486A3-9E22-4CCB-B7F6-7DC6C02FA6FC}"/>
          </ac:spMkLst>
        </pc:spChg>
        <pc:picChg chg="mod">
          <ac:chgData name="Martina Galović" userId="1bab1453c9be4352" providerId="LiveId" clId="{15F0577A-D6BD-45EA-BD12-AE78BB46F6CF}" dt="2020-11-15T13:26:20.871" v="14843" actId="1076"/>
          <ac:picMkLst>
            <pc:docMk/>
            <pc:sldMk cId="3305602827" sldId="319"/>
            <ac:picMk id="3" creationId="{B9C63544-2E73-4850-BD7E-A2A2E4E811E2}"/>
          </ac:picMkLst>
        </pc:picChg>
        <pc:picChg chg="mod">
          <ac:chgData name="Martina Galović" userId="1bab1453c9be4352" providerId="LiveId" clId="{15F0577A-D6BD-45EA-BD12-AE78BB46F6CF}" dt="2020-11-15T13:29:56.773" v="14894" actId="1076"/>
          <ac:picMkLst>
            <pc:docMk/>
            <pc:sldMk cId="3305602827" sldId="319"/>
            <ac:picMk id="7" creationId="{826040B7-571A-4AD4-9811-405ADE639CD0}"/>
          </ac:picMkLst>
        </pc:picChg>
        <pc:picChg chg="mod">
          <ac:chgData name="Martina Galović" userId="1bab1453c9be4352" providerId="LiveId" clId="{15F0577A-D6BD-45EA-BD12-AE78BB46F6CF}" dt="2020-11-15T13:28:56" v="14880" actId="1076"/>
          <ac:picMkLst>
            <pc:docMk/>
            <pc:sldMk cId="3305602827" sldId="319"/>
            <ac:picMk id="9" creationId="{5F9DCFF2-7A4B-4452-9E92-2A2D9A4D0B50}"/>
          </ac:picMkLst>
        </pc:picChg>
        <pc:picChg chg="mod">
          <ac:chgData name="Martina Galović" userId="1bab1453c9be4352" providerId="LiveId" clId="{15F0577A-D6BD-45EA-BD12-AE78BB46F6CF}" dt="2020-11-15T13:20:34.981" v="14771" actId="1076"/>
          <ac:picMkLst>
            <pc:docMk/>
            <pc:sldMk cId="3305602827" sldId="319"/>
            <ac:picMk id="21" creationId="{3D2EBEED-9D17-4D7C-A409-9F7A138C377B}"/>
          </ac:picMkLst>
        </pc:picChg>
        <pc:picChg chg="mod">
          <ac:chgData name="Martina Galović" userId="1bab1453c9be4352" providerId="LiveId" clId="{15F0577A-D6BD-45EA-BD12-AE78BB46F6CF}" dt="2020-11-15T13:19:42.635" v="14761" actId="1076"/>
          <ac:picMkLst>
            <pc:docMk/>
            <pc:sldMk cId="3305602827" sldId="319"/>
            <ac:picMk id="25" creationId="{C6F01CBD-E549-4FC2-BFAF-46B7D99C6E56}"/>
          </ac:picMkLst>
        </pc:picChg>
        <pc:picChg chg="add mod">
          <ac:chgData name="Martina Galović" userId="1bab1453c9be4352" providerId="LiveId" clId="{15F0577A-D6BD-45EA-BD12-AE78BB46F6CF}" dt="2020-11-15T13:26:22.355" v="14844" actId="571"/>
          <ac:picMkLst>
            <pc:docMk/>
            <pc:sldMk cId="3305602827" sldId="319"/>
            <ac:picMk id="26" creationId="{09B10720-F9B5-4B6D-97FF-F385C13C0F4F}"/>
          </ac:picMkLst>
        </pc:picChg>
      </pc:sldChg>
      <pc:sldChg chg="addSp delSp modSp new modAnim modNotesTx">
        <pc:chgData name="Martina Galović" userId="1bab1453c9be4352" providerId="LiveId" clId="{15F0577A-D6BD-45EA-BD12-AE78BB46F6CF}" dt="2020-11-15T22:01:48.419" v="17287" actId="20577"/>
        <pc:sldMkLst>
          <pc:docMk/>
          <pc:sldMk cId="4233549864" sldId="320"/>
        </pc:sldMkLst>
        <pc:spChg chg="add mod">
          <ac:chgData name="Martina Galović" userId="1bab1453c9be4352" providerId="LiveId" clId="{15F0577A-D6BD-45EA-BD12-AE78BB46F6CF}" dt="2020-11-15T13:19:55.885" v="14764" actId="1076"/>
          <ac:spMkLst>
            <pc:docMk/>
            <pc:sldMk cId="4233549864" sldId="320"/>
            <ac:spMk id="3" creationId="{0573434B-C27F-4D65-BDE6-F65BA329E70D}"/>
          </ac:spMkLst>
        </pc:spChg>
        <pc:spChg chg="add mod">
          <ac:chgData name="Martina Galović" userId="1bab1453c9be4352" providerId="LiveId" clId="{15F0577A-D6BD-45EA-BD12-AE78BB46F6CF}" dt="2020-11-15T13:23:48.858" v="14808" actId="20577"/>
          <ac:spMkLst>
            <pc:docMk/>
            <pc:sldMk cId="4233549864" sldId="320"/>
            <ac:spMk id="4" creationId="{D3E78FB7-61DA-4FEB-B926-A2B3E88EB40E}"/>
          </ac:spMkLst>
        </pc:spChg>
        <pc:spChg chg="add mod">
          <ac:chgData name="Martina Galović" userId="1bab1453c9be4352" providerId="LiveId" clId="{15F0577A-D6BD-45EA-BD12-AE78BB46F6CF}" dt="2020-11-15T13:22:11.719" v="14789" actId="1076"/>
          <ac:spMkLst>
            <pc:docMk/>
            <pc:sldMk cId="4233549864" sldId="320"/>
            <ac:spMk id="6" creationId="{387C9AD3-8638-4DDE-BD7C-D8B13D3DEEFC}"/>
          </ac:spMkLst>
        </pc:spChg>
        <pc:spChg chg="add mod">
          <ac:chgData name="Martina Galović" userId="1bab1453c9be4352" providerId="LiveId" clId="{15F0577A-D6BD-45EA-BD12-AE78BB46F6CF}" dt="2020-11-15T13:23:51.963" v="14811" actId="20577"/>
          <ac:spMkLst>
            <pc:docMk/>
            <pc:sldMk cId="4233549864" sldId="320"/>
            <ac:spMk id="7" creationId="{E1FFD522-DC3E-4D3B-8C98-9B640A3DA4C5}"/>
          </ac:spMkLst>
        </pc:spChg>
        <pc:spChg chg="add mod">
          <ac:chgData name="Martina Galović" userId="1bab1453c9be4352" providerId="LiveId" clId="{15F0577A-D6BD-45EA-BD12-AE78BB46F6CF}" dt="2020-11-15T13:21:41.541" v="14783" actId="1076"/>
          <ac:spMkLst>
            <pc:docMk/>
            <pc:sldMk cId="4233549864" sldId="320"/>
            <ac:spMk id="9" creationId="{CC4E3806-5E25-42A8-B1A9-2C5722E611A2}"/>
          </ac:spMkLst>
        </pc:spChg>
        <pc:spChg chg="add mod">
          <ac:chgData name="Martina Galović" userId="1bab1453c9be4352" providerId="LiveId" clId="{15F0577A-D6BD-45EA-BD12-AE78BB46F6CF}" dt="2020-11-15T13:23:55.275" v="14814" actId="20577"/>
          <ac:spMkLst>
            <pc:docMk/>
            <pc:sldMk cId="4233549864" sldId="320"/>
            <ac:spMk id="10" creationId="{57DF623C-E2C4-4225-B370-764AF8853000}"/>
          </ac:spMkLst>
        </pc:spChg>
        <pc:spChg chg="add mod">
          <ac:chgData name="Martina Galović" userId="1bab1453c9be4352" providerId="LiveId" clId="{15F0577A-D6BD-45EA-BD12-AE78BB46F6CF}" dt="2020-11-15T13:23:14.496" v="14800" actId="1076"/>
          <ac:spMkLst>
            <pc:docMk/>
            <pc:sldMk cId="4233549864" sldId="320"/>
            <ac:spMk id="13" creationId="{E2AEA436-6AD0-4DCB-9FD8-CFBA912A9625}"/>
          </ac:spMkLst>
        </pc:spChg>
        <pc:spChg chg="add mod">
          <ac:chgData name="Martina Galović" userId="1bab1453c9be4352" providerId="LiveId" clId="{15F0577A-D6BD-45EA-BD12-AE78BB46F6CF}" dt="2020-11-15T13:23:58.263" v="14817" actId="20577"/>
          <ac:spMkLst>
            <pc:docMk/>
            <pc:sldMk cId="4233549864" sldId="320"/>
            <ac:spMk id="14" creationId="{26351E5F-D775-4C33-AE70-5B0BBA06A5E7}"/>
          </ac:spMkLst>
        </pc:spChg>
        <pc:spChg chg="add mod">
          <ac:chgData name="Martina Galović" userId="1bab1453c9be4352" providerId="LiveId" clId="{15F0577A-D6BD-45EA-BD12-AE78BB46F6CF}" dt="2020-11-15T13:24:15.988" v="14820" actId="1076"/>
          <ac:spMkLst>
            <pc:docMk/>
            <pc:sldMk cId="4233549864" sldId="320"/>
            <ac:spMk id="16" creationId="{B5D2492B-369B-4855-A204-9960C2DA319F}"/>
          </ac:spMkLst>
        </pc:spChg>
        <pc:spChg chg="add mod">
          <ac:chgData name="Martina Galović" userId="1bab1453c9be4352" providerId="LiveId" clId="{15F0577A-D6BD-45EA-BD12-AE78BB46F6CF}" dt="2020-11-15T13:24:49.865" v="14830" actId="14100"/>
          <ac:spMkLst>
            <pc:docMk/>
            <pc:sldMk cId="4233549864" sldId="320"/>
            <ac:spMk id="17" creationId="{09404A8E-39DC-4CA1-B45A-B61EDAA1EE96}"/>
          </ac:spMkLst>
        </pc:spChg>
        <pc:spChg chg="add mod">
          <ac:chgData name="Martina Galović" userId="1bab1453c9be4352" providerId="LiveId" clId="{15F0577A-D6BD-45EA-BD12-AE78BB46F6CF}" dt="2020-11-15T13:25:20.208" v="14832" actId="1076"/>
          <ac:spMkLst>
            <pc:docMk/>
            <pc:sldMk cId="4233549864" sldId="320"/>
            <ac:spMk id="19" creationId="{478FCDB1-3B55-4806-9FF5-29519D9CB15A}"/>
          </ac:spMkLst>
        </pc:spChg>
        <pc:spChg chg="add mod">
          <ac:chgData name="Martina Galović" userId="1bab1453c9be4352" providerId="LiveId" clId="{15F0577A-D6BD-45EA-BD12-AE78BB46F6CF}" dt="2020-11-15T13:25:51.208" v="14840" actId="20577"/>
          <ac:spMkLst>
            <pc:docMk/>
            <pc:sldMk cId="4233549864" sldId="320"/>
            <ac:spMk id="20" creationId="{EA963CB3-1AE4-4C5E-A437-C240B9D3D0B9}"/>
          </ac:spMkLst>
        </pc:spChg>
        <pc:picChg chg="add mod">
          <ac:chgData name="Martina Galović" userId="1bab1453c9be4352" providerId="LiveId" clId="{15F0577A-D6BD-45EA-BD12-AE78BB46F6CF}" dt="2020-11-15T13:36:24.353" v="14953" actId="1076"/>
          <ac:picMkLst>
            <pc:docMk/>
            <pc:sldMk cId="4233549864" sldId="320"/>
            <ac:picMk id="2" creationId="{247EF148-BEB5-4C80-A7A1-F995B19A15A2}"/>
          </ac:picMkLst>
        </pc:picChg>
        <pc:picChg chg="add del mod">
          <ac:chgData name="Martina Galović" userId="1bab1453c9be4352" providerId="LiveId" clId="{15F0577A-D6BD-45EA-BD12-AE78BB46F6CF}" dt="2020-11-15T13:21:57.463" v="14788" actId="478"/>
          <ac:picMkLst>
            <pc:docMk/>
            <pc:sldMk cId="4233549864" sldId="320"/>
            <ac:picMk id="5" creationId="{0C8A6F53-F0B5-4725-9B8F-170734D491BA}"/>
          </ac:picMkLst>
        </pc:picChg>
        <pc:picChg chg="add mod">
          <ac:chgData name="Martina Galović" userId="1bab1453c9be4352" providerId="LiveId" clId="{15F0577A-D6BD-45EA-BD12-AE78BB46F6CF}" dt="2020-11-15T13:38:13.154" v="14959" actId="1076"/>
          <ac:picMkLst>
            <pc:docMk/>
            <pc:sldMk cId="4233549864" sldId="320"/>
            <ac:picMk id="8" creationId="{36947CAE-AA1F-42C1-88C4-2935E1944E89}"/>
          </ac:picMkLst>
        </pc:picChg>
        <pc:picChg chg="add mod">
          <ac:chgData name="Martina Galović" userId="1bab1453c9be4352" providerId="LiveId" clId="{15F0577A-D6BD-45EA-BD12-AE78BB46F6CF}" dt="2020-11-15T13:38:15.391" v="14960" actId="1076"/>
          <ac:picMkLst>
            <pc:docMk/>
            <pc:sldMk cId="4233549864" sldId="320"/>
            <ac:picMk id="11" creationId="{462B6EF6-EE33-4569-9324-A2B7D4B3A5F5}"/>
          </ac:picMkLst>
        </pc:picChg>
        <pc:picChg chg="add mod">
          <ac:chgData name="Martina Galović" userId="1bab1453c9be4352" providerId="LiveId" clId="{15F0577A-D6BD-45EA-BD12-AE78BB46F6CF}" dt="2020-11-15T13:23:09.235" v="14799" actId="1076"/>
          <ac:picMkLst>
            <pc:docMk/>
            <pc:sldMk cId="4233549864" sldId="320"/>
            <ac:picMk id="12" creationId="{D907A5F5-8A30-44F2-9D3C-B8C7C4AA0964}"/>
          </ac:picMkLst>
        </pc:picChg>
        <pc:picChg chg="add mod">
          <ac:chgData name="Martina Galović" userId="1bab1453c9be4352" providerId="LiveId" clId="{15F0577A-D6BD-45EA-BD12-AE78BB46F6CF}" dt="2020-11-15T13:24:15.988" v="14820" actId="1076"/>
          <ac:picMkLst>
            <pc:docMk/>
            <pc:sldMk cId="4233549864" sldId="320"/>
            <ac:picMk id="15" creationId="{78EFB296-0F2D-4528-90A0-E0B3F7CD8CEA}"/>
          </ac:picMkLst>
        </pc:picChg>
        <pc:picChg chg="add mod">
          <ac:chgData name="Martina Galović" userId="1bab1453c9be4352" providerId="LiveId" clId="{15F0577A-D6BD-45EA-BD12-AE78BB46F6CF}" dt="2020-11-15T13:25:20.208" v="14832" actId="1076"/>
          <ac:picMkLst>
            <pc:docMk/>
            <pc:sldMk cId="4233549864" sldId="320"/>
            <ac:picMk id="18" creationId="{F4FC3A32-DACA-4B40-984A-86D018C89818}"/>
          </ac:picMkLst>
        </pc:picChg>
      </pc:sldChg>
      <pc:sldChg chg="addSp modSp new modAnim modNotesTx">
        <pc:chgData name="Martina Galović" userId="1bab1453c9be4352" providerId="LiveId" clId="{15F0577A-D6BD-45EA-BD12-AE78BB46F6CF}" dt="2020-11-15T22:01:54.306" v="17294" actId="20577"/>
        <pc:sldMkLst>
          <pc:docMk/>
          <pc:sldMk cId="1773837678" sldId="321"/>
        </pc:sldMkLst>
        <pc:spChg chg="add mod">
          <ac:chgData name="Martina Galović" userId="1bab1453c9be4352" providerId="LiveId" clId="{15F0577A-D6BD-45EA-BD12-AE78BB46F6CF}" dt="2020-11-15T13:26:35.671" v="14847" actId="1076"/>
          <ac:spMkLst>
            <pc:docMk/>
            <pc:sldMk cId="1773837678" sldId="321"/>
            <ac:spMk id="3" creationId="{C8039F24-A9D8-4729-8B16-637E459AC50C}"/>
          </ac:spMkLst>
        </pc:spChg>
        <pc:spChg chg="add mod">
          <ac:chgData name="Martina Galović" userId="1bab1453c9be4352" providerId="LiveId" clId="{15F0577A-D6BD-45EA-BD12-AE78BB46F6CF}" dt="2020-11-15T13:26:59.119" v="14855" actId="1076"/>
          <ac:spMkLst>
            <pc:docMk/>
            <pc:sldMk cId="1773837678" sldId="321"/>
            <ac:spMk id="4" creationId="{2A656682-146A-40DC-AA88-9E2C0ADB73B0}"/>
          </ac:spMkLst>
        </pc:spChg>
        <pc:spChg chg="add mod">
          <ac:chgData name="Martina Galović" userId="1bab1453c9be4352" providerId="LiveId" clId="{15F0577A-D6BD-45EA-BD12-AE78BB46F6CF}" dt="2020-11-15T13:27:23.138" v="14859" actId="1076"/>
          <ac:spMkLst>
            <pc:docMk/>
            <pc:sldMk cId="1773837678" sldId="321"/>
            <ac:spMk id="6" creationId="{47D7562E-83F5-44F0-A2B3-979AAA3C5141}"/>
          </ac:spMkLst>
        </pc:spChg>
        <pc:spChg chg="add mod">
          <ac:chgData name="Martina Galović" userId="1bab1453c9be4352" providerId="LiveId" clId="{15F0577A-D6BD-45EA-BD12-AE78BB46F6CF}" dt="2020-11-15T13:39:29.300" v="14970" actId="1076"/>
          <ac:spMkLst>
            <pc:docMk/>
            <pc:sldMk cId="1773837678" sldId="321"/>
            <ac:spMk id="7" creationId="{E2F0A486-3537-4A58-A37D-03EA1C79E7CC}"/>
          </ac:spMkLst>
        </pc:spChg>
        <pc:spChg chg="add mod">
          <ac:chgData name="Martina Galović" userId="1bab1453c9be4352" providerId="LiveId" clId="{15F0577A-D6BD-45EA-BD12-AE78BB46F6CF}" dt="2020-11-15T13:28:12.492" v="14871" actId="1076"/>
          <ac:spMkLst>
            <pc:docMk/>
            <pc:sldMk cId="1773837678" sldId="321"/>
            <ac:spMk id="9" creationId="{D0BBD294-9793-41D5-A391-6CAA39AC144C}"/>
          </ac:spMkLst>
        </pc:spChg>
        <pc:spChg chg="add mod">
          <ac:chgData name="Martina Galović" userId="1bab1453c9be4352" providerId="LiveId" clId="{15F0577A-D6BD-45EA-BD12-AE78BB46F6CF}" dt="2020-11-15T13:28:45.533" v="14879" actId="122"/>
          <ac:spMkLst>
            <pc:docMk/>
            <pc:sldMk cId="1773837678" sldId="321"/>
            <ac:spMk id="10" creationId="{88852839-8F1D-454C-8BEB-17262DE5837E}"/>
          </ac:spMkLst>
        </pc:spChg>
        <pc:spChg chg="add mod">
          <ac:chgData name="Martina Galović" userId="1bab1453c9be4352" providerId="LiveId" clId="{15F0577A-D6BD-45EA-BD12-AE78BB46F6CF}" dt="2020-11-15T13:29:19.623" v="14884" actId="1076"/>
          <ac:spMkLst>
            <pc:docMk/>
            <pc:sldMk cId="1773837678" sldId="321"/>
            <ac:spMk id="12" creationId="{9081F7EA-50A7-4D88-8FBA-7BC3CAEEFC89}"/>
          </ac:spMkLst>
        </pc:spChg>
        <pc:spChg chg="add mod">
          <ac:chgData name="Martina Galović" userId="1bab1453c9be4352" providerId="LiveId" clId="{15F0577A-D6BD-45EA-BD12-AE78BB46F6CF}" dt="2020-11-15T13:29:45.205" v="14893" actId="1076"/>
          <ac:spMkLst>
            <pc:docMk/>
            <pc:sldMk cId="1773837678" sldId="321"/>
            <ac:spMk id="13" creationId="{BA74F718-0387-4DCA-B435-3DB4CAD59588}"/>
          </ac:spMkLst>
        </pc:spChg>
        <pc:spChg chg="add mod">
          <ac:chgData name="Martina Galović" userId="1bab1453c9be4352" providerId="LiveId" clId="{15F0577A-D6BD-45EA-BD12-AE78BB46F6CF}" dt="2020-11-15T13:30:23.363" v="14899" actId="1076"/>
          <ac:spMkLst>
            <pc:docMk/>
            <pc:sldMk cId="1773837678" sldId="321"/>
            <ac:spMk id="15" creationId="{5653D1DA-4FB0-4CCF-90D9-CE96EA78F9A6}"/>
          </ac:spMkLst>
        </pc:spChg>
        <pc:spChg chg="add mod">
          <ac:chgData name="Martina Galović" userId="1bab1453c9be4352" providerId="LiveId" clId="{15F0577A-D6BD-45EA-BD12-AE78BB46F6CF}" dt="2020-11-15T13:31:10.734" v="14911" actId="1076"/>
          <ac:spMkLst>
            <pc:docMk/>
            <pc:sldMk cId="1773837678" sldId="321"/>
            <ac:spMk id="16" creationId="{40D8E36E-639D-4A3D-A9BA-18669ADDD799}"/>
          </ac:spMkLst>
        </pc:spChg>
        <pc:spChg chg="add mod">
          <ac:chgData name="Martina Galović" userId="1bab1453c9be4352" providerId="LiveId" clId="{15F0577A-D6BD-45EA-BD12-AE78BB46F6CF}" dt="2020-11-15T13:32:12.121" v="14921" actId="1076"/>
          <ac:spMkLst>
            <pc:docMk/>
            <pc:sldMk cId="1773837678" sldId="321"/>
            <ac:spMk id="18" creationId="{E57D727A-5539-4FC8-809A-32983F6DD13A}"/>
          </ac:spMkLst>
        </pc:spChg>
        <pc:spChg chg="add mod">
          <ac:chgData name="Martina Galović" userId="1bab1453c9be4352" providerId="LiveId" clId="{15F0577A-D6BD-45EA-BD12-AE78BB46F6CF}" dt="2020-11-15T13:32:43.701" v="14930" actId="20577"/>
          <ac:spMkLst>
            <pc:docMk/>
            <pc:sldMk cId="1773837678" sldId="321"/>
            <ac:spMk id="19" creationId="{A0B0AE15-AE6E-4356-B638-90B2C357286F}"/>
          </ac:spMkLst>
        </pc:spChg>
        <pc:picChg chg="add mod">
          <ac:chgData name="Martina Galović" userId="1bab1453c9be4352" providerId="LiveId" clId="{15F0577A-D6BD-45EA-BD12-AE78BB46F6CF}" dt="2020-11-15T13:26:30.196" v="14846" actId="1076"/>
          <ac:picMkLst>
            <pc:docMk/>
            <pc:sldMk cId="1773837678" sldId="321"/>
            <ac:picMk id="2" creationId="{BA25EACE-C468-466C-A2EF-BB0310554085}"/>
          </ac:picMkLst>
        </pc:picChg>
        <pc:picChg chg="add mod">
          <ac:chgData name="Martina Galović" userId="1bab1453c9be4352" providerId="LiveId" clId="{15F0577A-D6BD-45EA-BD12-AE78BB46F6CF}" dt="2020-11-15T13:27:17.575" v="14858" actId="14100"/>
          <ac:picMkLst>
            <pc:docMk/>
            <pc:sldMk cId="1773837678" sldId="321"/>
            <ac:picMk id="5" creationId="{43E8923D-82C2-4444-A46C-966CC303CD60}"/>
          </ac:picMkLst>
        </pc:picChg>
        <pc:picChg chg="add mod">
          <ac:chgData name="Martina Galović" userId="1bab1453c9be4352" providerId="LiveId" clId="{15F0577A-D6BD-45EA-BD12-AE78BB46F6CF}" dt="2020-11-15T13:39:09.640" v="14965" actId="1076"/>
          <ac:picMkLst>
            <pc:docMk/>
            <pc:sldMk cId="1773837678" sldId="321"/>
            <ac:picMk id="8" creationId="{D1E7C042-1D7B-4725-8B78-6A6B7B756354}"/>
          </ac:picMkLst>
        </pc:picChg>
        <pc:picChg chg="add mod">
          <ac:chgData name="Martina Galović" userId="1bab1453c9be4352" providerId="LiveId" clId="{15F0577A-D6BD-45EA-BD12-AE78BB46F6CF}" dt="2020-11-15T13:29:11.890" v="14883" actId="14100"/>
          <ac:picMkLst>
            <pc:docMk/>
            <pc:sldMk cId="1773837678" sldId="321"/>
            <ac:picMk id="11" creationId="{7FC10A8B-84B5-499A-9C00-95196CCE51F0}"/>
          </ac:picMkLst>
        </pc:picChg>
        <pc:picChg chg="add mod">
          <ac:chgData name="Martina Galović" userId="1bab1453c9be4352" providerId="LiveId" clId="{15F0577A-D6BD-45EA-BD12-AE78BB46F6CF}" dt="2020-11-15T13:30:18.190" v="14898" actId="14100"/>
          <ac:picMkLst>
            <pc:docMk/>
            <pc:sldMk cId="1773837678" sldId="321"/>
            <ac:picMk id="14" creationId="{8D161BE5-A08E-4092-B7A9-CB43A86D6049}"/>
          </ac:picMkLst>
        </pc:picChg>
        <pc:picChg chg="add mod">
          <ac:chgData name="Martina Galović" userId="1bab1453c9be4352" providerId="LiveId" clId="{15F0577A-D6BD-45EA-BD12-AE78BB46F6CF}" dt="2020-11-15T13:31:42.438" v="14916" actId="1076"/>
          <ac:picMkLst>
            <pc:docMk/>
            <pc:sldMk cId="1773837678" sldId="321"/>
            <ac:picMk id="17" creationId="{0B33704A-BEC9-4380-83B8-0F7656605F09}"/>
          </ac:picMkLst>
        </pc:picChg>
      </pc:sldChg>
      <pc:sldChg chg="addSp modSp new modAnim modNotesTx">
        <pc:chgData name="Martina Galović" userId="1bab1453c9be4352" providerId="LiveId" clId="{15F0577A-D6BD-45EA-BD12-AE78BB46F6CF}" dt="2020-11-15T22:04:46.372" v="17301" actId="20577"/>
        <pc:sldMkLst>
          <pc:docMk/>
          <pc:sldMk cId="1749999803" sldId="322"/>
        </pc:sldMkLst>
        <pc:spChg chg="add mod">
          <ac:chgData name="Martina Galović" userId="1bab1453c9be4352" providerId="LiveId" clId="{15F0577A-D6BD-45EA-BD12-AE78BB46F6CF}" dt="2020-11-15T13:47:47.964" v="15010" actId="20577"/>
          <ac:spMkLst>
            <pc:docMk/>
            <pc:sldMk cId="1749999803" sldId="322"/>
            <ac:spMk id="5" creationId="{C5586160-36EE-4B73-9211-6F3B483DD79A}"/>
          </ac:spMkLst>
        </pc:spChg>
        <pc:spChg chg="add mod">
          <ac:chgData name="Martina Galović" userId="1bab1453c9be4352" providerId="LiveId" clId="{15F0577A-D6BD-45EA-BD12-AE78BB46F6CF}" dt="2020-11-15T13:54:54.695" v="15295" actId="20577"/>
          <ac:spMkLst>
            <pc:docMk/>
            <pc:sldMk cId="1749999803" sldId="322"/>
            <ac:spMk id="6" creationId="{CC89EE0E-C935-4AFB-B1FE-91D10E673BE5}"/>
          </ac:spMkLst>
        </pc:spChg>
        <pc:spChg chg="add mod">
          <ac:chgData name="Martina Galović" userId="1bab1453c9be4352" providerId="LiveId" clId="{15F0577A-D6BD-45EA-BD12-AE78BB46F6CF}" dt="2020-11-15T13:53:45.891" v="15272" actId="14100"/>
          <ac:spMkLst>
            <pc:docMk/>
            <pc:sldMk cId="1749999803" sldId="322"/>
            <ac:spMk id="7" creationId="{DA7819B6-3DF2-4EB8-8B6A-6D35060F287C}"/>
          </ac:spMkLst>
        </pc:spChg>
        <pc:picChg chg="add mod">
          <ac:chgData name="Martina Galović" userId="1bab1453c9be4352" providerId="LiveId" clId="{15F0577A-D6BD-45EA-BD12-AE78BB46F6CF}" dt="2020-11-15T13:44:15.087" v="14982" actId="14100"/>
          <ac:picMkLst>
            <pc:docMk/>
            <pc:sldMk cId="1749999803" sldId="322"/>
            <ac:picMk id="2" creationId="{60A1B06C-CFCD-43DC-8ED9-7CBF7CEF17FD}"/>
          </ac:picMkLst>
        </pc:picChg>
        <pc:picChg chg="add mod modCrop">
          <ac:chgData name="Martina Galović" userId="1bab1453c9be4352" providerId="LiveId" clId="{15F0577A-D6BD-45EA-BD12-AE78BB46F6CF}" dt="2020-11-15T13:47:06.561" v="14996" actId="1076"/>
          <ac:picMkLst>
            <pc:docMk/>
            <pc:sldMk cId="1749999803" sldId="322"/>
            <ac:picMk id="4" creationId="{1EDF002E-B1D0-4299-9C08-0EE7AC96272C}"/>
          </ac:picMkLst>
        </pc:picChg>
      </pc:sldChg>
      <pc:sldChg chg="add del">
        <pc:chgData name="Martina Galović" userId="1bab1453c9be4352" providerId="LiveId" clId="{15F0577A-D6BD-45EA-BD12-AE78BB46F6CF}" dt="2020-11-16T06:40:23.814" v="17358"/>
        <pc:sldMkLst>
          <pc:docMk/>
          <pc:sldMk cId="3077825981"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r-H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D57746-EBE2-47CF-91A1-E2F80DEC625B}" type="datetimeFigureOut">
              <a:rPr lang="hr-HR" smtClean="0"/>
              <a:t>27.12.2020.</a:t>
            </a:fld>
            <a:endParaRPr lang="hr-H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r-H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r-H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A9FC7C-CFB6-40F7-853F-450F0E3B4452}" type="slidenum">
              <a:rPr lang="hr-HR" smtClean="0"/>
              <a:t>‹#›</a:t>
            </a:fld>
            <a:endParaRPr lang="hr-HR"/>
          </a:p>
        </p:txBody>
      </p:sp>
    </p:spTree>
    <p:extLst>
      <p:ext uri="{BB962C8B-B14F-4D97-AF65-F5344CB8AC3E}">
        <p14:creationId xmlns:p14="http://schemas.microsoft.com/office/powerpoint/2010/main" val="1929076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hr-HR" baseline="0" dirty="0"/>
          </a:p>
        </p:txBody>
      </p:sp>
      <p:sp>
        <p:nvSpPr>
          <p:cNvPr id="4" name="Slide Number Placeholder 3"/>
          <p:cNvSpPr>
            <a:spLocks noGrp="1"/>
          </p:cNvSpPr>
          <p:nvPr>
            <p:ph type="sldNum" sz="quarter" idx="10"/>
          </p:nvPr>
        </p:nvSpPr>
        <p:spPr/>
        <p:txBody>
          <a:bodyPr/>
          <a:lstStyle/>
          <a:p>
            <a:fld id="{FDA9FC7C-CFB6-40F7-853F-450F0E3B4452}" type="slidenum">
              <a:rPr lang="hr-HR" smtClean="0"/>
              <a:t>1</a:t>
            </a:fld>
            <a:endParaRPr lang="hr-HR"/>
          </a:p>
        </p:txBody>
      </p:sp>
    </p:spTree>
    <p:extLst>
      <p:ext uri="{BB962C8B-B14F-4D97-AF65-F5344CB8AC3E}">
        <p14:creationId xmlns:p14="http://schemas.microsoft.com/office/powerpoint/2010/main" val="2476131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dirty="0"/>
              <a:t>Nastavni sat ćemo započeti s ovom vježbom. </a:t>
            </a:r>
          </a:p>
          <a:p>
            <a:r>
              <a:rPr lang="hr-HR" dirty="0"/>
              <a:t>Vidite </a:t>
            </a:r>
            <a:r>
              <a:rPr lang="hr-HR" dirty="0" smtClean="0"/>
              <a:t>9 </a:t>
            </a:r>
            <a:r>
              <a:rPr lang="hr-HR" dirty="0"/>
              <a:t>reprodukcija označenih slovima (</a:t>
            </a:r>
            <a:r>
              <a:rPr lang="hr-HR" dirty="0" smtClean="0"/>
              <a:t>a-i). </a:t>
            </a:r>
            <a:r>
              <a:rPr lang="hr-HR" dirty="0"/>
              <a:t>Na radnim listićima također vidite iste te reprodukcije.</a:t>
            </a:r>
          </a:p>
          <a:p>
            <a:endParaRPr lang="hr-HR" dirty="0"/>
          </a:p>
          <a:p>
            <a:r>
              <a:rPr lang="hr-HR" dirty="0"/>
              <a:t>Potrebno je imenovati svaki od ovih prikaza, </a:t>
            </a:r>
            <a:r>
              <a:rPr lang="hr-HR" dirty="0" smtClean="0"/>
              <a:t>navesti prikazanu temu i </a:t>
            </a:r>
            <a:r>
              <a:rPr lang="hr-HR" dirty="0"/>
              <a:t>potrebno je kronološki poredati ove prikaze (1 – </a:t>
            </a:r>
            <a:r>
              <a:rPr lang="hr-HR" dirty="0" smtClean="0"/>
              <a:t>9).</a:t>
            </a:r>
            <a:endParaRPr lang="hr-HR" dirty="0"/>
          </a:p>
          <a:p>
            <a:r>
              <a:rPr lang="hr-HR" dirty="0"/>
              <a:t>Na radnim listićima vidite iste te reprodukcije. Pored svake na crtu napišite što mislite koja je tema svake pojedine scene i nakon toga ih kronološki poredajte. Znači, ispred naslova napišite redni broj kako mislite da scene idu po redu.</a:t>
            </a:r>
          </a:p>
          <a:p>
            <a:r>
              <a:rPr lang="hr-HR" dirty="0"/>
              <a:t>Za to imate 3 minute vremena</a:t>
            </a:r>
            <a:r>
              <a:rPr lang="hr-HR" dirty="0" smtClean="0"/>
              <a:t>.</a:t>
            </a:r>
          </a:p>
          <a:p>
            <a:r>
              <a:rPr lang="hr-HR" dirty="0" smtClean="0"/>
              <a:t>Je li jasan zadatak? Imate li pitanja?</a:t>
            </a:r>
          </a:p>
          <a:p>
            <a:endParaRPr lang="hr-HR" dirty="0" smtClean="0"/>
          </a:p>
          <a:p>
            <a:r>
              <a:rPr lang="hr-HR" dirty="0" smtClean="0"/>
              <a:t>3 min</a:t>
            </a:r>
            <a:endParaRPr lang="hr-HR" dirty="0"/>
          </a:p>
        </p:txBody>
      </p:sp>
      <p:sp>
        <p:nvSpPr>
          <p:cNvPr id="4" name="Rezervirano mjesto broja slajda 3"/>
          <p:cNvSpPr>
            <a:spLocks noGrp="1"/>
          </p:cNvSpPr>
          <p:nvPr>
            <p:ph type="sldNum" sz="quarter" idx="5"/>
          </p:nvPr>
        </p:nvSpPr>
        <p:spPr/>
        <p:txBody>
          <a:bodyPr/>
          <a:lstStyle/>
          <a:p>
            <a:fld id="{FDA9FC7C-CFB6-40F7-853F-450F0E3B4452}" type="slidenum">
              <a:rPr lang="hr-HR" smtClean="0"/>
              <a:t>2</a:t>
            </a:fld>
            <a:endParaRPr lang="hr-HR"/>
          </a:p>
        </p:txBody>
      </p:sp>
    </p:spTree>
    <p:extLst>
      <p:ext uri="{BB962C8B-B14F-4D97-AF65-F5344CB8AC3E}">
        <p14:creationId xmlns:p14="http://schemas.microsoft.com/office/powerpoint/2010/main" val="1741560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dirty="0"/>
              <a:t>Je li bilo teško</a:t>
            </a:r>
            <a:r>
              <a:rPr lang="hr-HR" dirty="0" smtClean="0"/>
              <a:t>?</a:t>
            </a:r>
            <a:r>
              <a:rPr lang="hr-HR" baseline="0" dirty="0" smtClean="0"/>
              <a:t> </a:t>
            </a:r>
            <a:r>
              <a:rPr lang="hr-HR" dirty="0" smtClean="0"/>
              <a:t>(Kako </a:t>
            </a:r>
            <a:r>
              <a:rPr lang="hr-HR" dirty="0"/>
              <a:t>koji primjer</a:t>
            </a:r>
            <a:r>
              <a:rPr lang="hr-HR" dirty="0" smtClean="0"/>
              <a:t>.)</a:t>
            </a:r>
            <a:endParaRPr lang="hr-HR" dirty="0"/>
          </a:p>
          <a:p>
            <a:r>
              <a:rPr lang="hr-HR" dirty="0"/>
              <a:t>Pogledat ćemo zajedno sada i provjeriti</a:t>
            </a:r>
            <a:r>
              <a:rPr lang="hr-HR" dirty="0" smtClean="0"/>
              <a:t>. Koja je prva</a:t>
            </a:r>
            <a:r>
              <a:rPr lang="hr-HR" baseline="0" dirty="0" smtClean="0"/>
              <a:t> scena i kako ste ju nazvali?</a:t>
            </a:r>
            <a:endParaRPr lang="hr-HR" dirty="0"/>
          </a:p>
          <a:p>
            <a:endParaRPr lang="hr-HR" dirty="0"/>
          </a:p>
          <a:p>
            <a:r>
              <a:rPr lang="hr-HR" dirty="0"/>
              <a:t>1., </a:t>
            </a:r>
            <a:r>
              <a:rPr lang="hr-HR" dirty="0" smtClean="0"/>
              <a:t>a) Rođenje</a:t>
            </a:r>
            <a:endParaRPr lang="hr-HR" dirty="0"/>
          </a:p>
          <a:p>
            <a:r>
              <a:rPr lang="hr-HR" dirty="0"/>
              <a:t>2., </a:t>
            </a:r>
            <a:r>
              <a:rPr lang="hr-HR" dirty="0" smtClean="0"/>
              <a:t>g) Pohod</a:t>
            </a:r>
            <a:r>
              <a:rPr lang="hr-HR" baseline="0" dirty="0" smtClean="0"/>
              <a:t> kraljeva</a:t>
            </a:r>
            <a:endParaRPr lang="hr-HR" dirty="0"/>
          </a:p>
          <a:p>
            <a:endParaRPr lang="hr-HR" dirty="0" smtClean="0"/>
          </a:p>
          <a:p>
            <a:r>
              <a:rPr lang="hr-HR" dirty="0" smtClean="0"/>
              <a:t>Što</a:t>
            </a:r>
            <a:r>
              <a:rPr lang="hr-HR" baseline="0" dirty="0" smtClean="0"/>
              <a:t> vam je pomoglo da prepoznate temu? (Koji likovi su prikazani? Koji predmeti?)</a:t>
            </a:r>
          </a:p>
          <a:p>
            <a:r>
              <a:rPr lang="hr-HR" sz="1200" kern="1200" dirty="0" smtClean="0">
                <a:solidFill>
                  <a:schemeClr val="tx1"/>
                </a:solidFill>
                <a:effectLst/>
                <a:latin typeface="+mn-lt"/>
                <a:ea typeface="+mn-ea"/>
                <a:cs typeface="+mn-cs"/>
              </a:rPr>
              <a:t>(Na lijevoj reprodukciji vidimo djetešce, majku, životinje u štalici… Desno</a:t>
            </a:r>
            <a:r>
              <a:rPr lang="hr-HR" sz="1200" kern="1200" baseline="0" dirty="0" smtClean="0">
                <a:solidFill>
                  <a:schemeClr val="tx1"/>
                </a:solidFill>
                <a:effectLst/>
                <a:latin typeface="+mn-lt"/>
                <a:ea typeface="+mn-ea"/>
                <a:cs typeface="+mn-cs"/>
              </a:rPr>
              <a:t> vidimo tri lika s krunama kako na konjima jašu u jednom smjeru…</a:t>
            </a:r>
            <a:r>
              <a:rPr lang="hr-HR" sz="1200" kern="1200" dirty="0" smtClean="0">
                <a:solidFill>
                  <a:schemeClr val="tx1"/>
                </a:solidFill>
                <a:effectLst/>
                <a:latin typeface="+mn-lt"/>
                <a:ea typeface="+mn-ea"/>
                <a:cs typeface="+mn-cs"/>
              </a:rPr>
              <a:t>)</a:t>
            </a:r>
            <a:endParaRPr lang="hr-HR" dirty="0"/>
          </a:p>
          <a:p>
            <a:endParaRPr lang="hr-HR" dirty="0" smtClean="0"/>
          </a:p>
          <a:p>
            <a:r>
              <a:rPr lang="hr-HR" dirty="0" smtClean="0"/>
              <a:t>1 min</a:t>
            </a:r>
            <a:endParaRPr lang="hr-HR" dirty="0"/>
          </a:p>
        </p:txBody>
      </p:sp>
      <p:sp>
        <p:nvSpPr>
          <p:cNvPr id="4" name="Rezervirano mjesto broja slajda 3"/>
          <p:cNvSpPr>
            <a:spLocks noGrp="1"/>
          </p:cNvSpPr>
          <p:nvPr>
            <p:ph type="sldNum" sz="quarter" idx="5"/>
          </p:nvPr>
        </p:nvSpPr>
        <p:spPr/>
        <p:txBody>
          <a:bodyPr/>
          <a:lstStyle/>
          <a:p>
            <a:fld id="{FDA9FC7C-CFB6-40F7-853F-450F0E3B4452}" type="slidenum">
              <a:rPr lang="hr-HR" smtClean="0"/>
              <a:t>3</a:t>
            </a:fld>
            <a:endParaRPr lang="hr-HR"/>
          </a:p>
        </p:txBody>
      </p:sp>
    </p:spTree>
    <p:extLst>
      <p:ext uri="{BB962C8B-B14F-4D97-AF65-F5344CB8AC3E}">
        <p14:creationId xmlns:p14="http://schemas.microsoft.com/office/powerpoint/2010/main" val="3691232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i="1" dirty="0" smtClean="0"/>
              <a:t>Što je ovdje prikazano?</a:t>
            </a:r>
            <a:endParaRPr lang="hr-HR" i="1" dirty="0"/>
          </a:p>
          <a:p>
            <a:endParaRPr lang="hr-HR" dirty="0"/>
          </a:p>
          <a:p>
            <a:r>
              <a:rPr lang="hr-HR" dirty="0" smtClean="0"/>
              <a:t>3</a:t>
            </a:r>
            <a:r>
              <a:rPr lang="hr-HR" dirty="0"/>
              <a:t>., </a:t>
            </a:r>
            <a:r>
              <a:rPr lang="hr-HR" dirty="0" smtClean="0"/>
              <a:t>f) Krštenje</a:t>
            </a:r>
            <a:r>
              <a:rPr lang="hr-HR" baseline="0" dirty="0" smtClean="0"/>
              <a:t> Isusovo u Jordanu</a:t>
            </a:r>
            <a:endParaRPr lang="hr-HR" dirty="0"/>
          </a:p>
          <a:p>
            <a:r>
              <a:rPr lang="hr-HR" dirty="0"/>
              <a:t>4., </a:t>
            </a:r>
            <a:r>
              <a:rPr lang="hr-HR" dirty="0" smtClean="0"/>
              <a:t>d) Ulazak u Jeruzalem</a:t>
            </a:r>
          </a:p>
          <a:p>
            <a:endParaRPr lang="hr-HR" dirty="0" smtClean="0"/>
          </a:p>
          <a:p>
            <a:r>
              <a:rPr lang="hr-HR" sz="1200" i="1" kern="1200" dirty="0" smtClean="0">
                <a:solidFill>
                  <a:schemeClr val="tx1"/>
                </a:solidFill>
                <a:effectLst/>
                <a:latin typeface="+mn-lt"/>
                <a:ea typeface="+mn-ea"/>
                <a:cs typeface="+mn-cs"/>
              </a:rPr>
              <a:t>Što vam je pomoglo da prepoznate temu? (Koji likovi su prikazani? Koji predmeti?) </a:t>
            </a:r>
            <a:r>
              <a:rPr lang="hr-HR" sz="1200" kern="1200" dirty="0" smtClean="0">
                <a:solidFill>
                  <a:schemeClr val="tx1"/>
                </a:solidFill>
                <a:effectLst/>
                <a:latin typeface="+mn-lt"/>
                <a:ea typeface="+mn-ea"/>
                <a:cs typeface="+mn-cs"/>
              </a:rPr>
              <a:t>(Gola osoba, likovi lijevo i desno drže odjeću, jedan ima krila (anđeo)… Desno vidimo Isusa kako</a:t>
            </a:r>
            <a:r>
              <a:rPr lang="hr-HR" sz="1200" kern="1200" baseline="0" dirty="0" smtClean="0">
                <a:solidFill>
                  <a:schemeClr val="tx1"/>
                </a:solidFill>
                <a:effectLst/>
                <a:latin typeface="+mn-lt"/>
                <a:ea typeface="+mn-ea"/>
                <a:cs typeface="+mn-cs"/>
              </a:rPr>
              <a:t> jaše na magarcu, ljudi režu grane, stavljaju po tlu…</a:t>
            </a:r>
            <a:r>
              <a:rPr lang="hr-HR" sz="1200" kern="1200" dirty="0" smtClean="0">
                <a:solidFill>
                  <a:schemeClr val="tx1"/>
                </a:solidFill>
                <a:effectLst/>
                <a:latin typeface="+mn-lt"/>
                <a:ea typeface="+mn-ea"/>
                <a:cs typeface="+mn-cs"/>
              </a:rPr>
              <a:t>)</a:t>
            </a:r>
          </a:p>
          <a:p>
            <a:endParaRPr lang="hr-HR" dirty="0" smtClean="0"/>
          </a:p>
          <a:p>
            <a:r>
              <a:rPr lang="hr-HR" dirty="0" smtClean="0"/>
              <a:t>1 min</a:t>
            </a:r>
            <a:endParaRPr lang="hr-HR" dirty="0"/>
          </a:p>
        </p:txBody>
      </p:sp>
      <p:sp>
        <p:nvSpPr>
          <p:cNvPr id="4" name="Rezervirano mjesto broja slajda 3"/>
          <p:cNvSpPr>
            <a:spLocks noGrp="1"/>
          </p:cNvSpPr>
          <p:nvPr>
            <p:ph type="sldNum" sz="quarter" idx="5"/>
          </p:nvPr>
        </p:nvSpPr>
        <p:spPr/>
        <p:txBody>
          <a:bodyPr/>
          <a:lstStyle/>
          <a:p>
            <a:fld id="{FDA9FC7C-CFB6-40F7-853F-450F0E3B4452}" type="slidenum">
              <a:rPr lang="hr-HR" smtClean="0"/>
              <a:t>4</a:t>
            </a:fld>
            <a:endParaRPr lang="hr-HR"/>
          </a:p>
        </p:txBody>
      </p:sp>
    </p:spTree>
    <p:extLst>
      <p:ext uri="{BB962C8B-B14F-4D97-AF65-F5344CB8AC3E}">
        <p14:creationId xmlns:p14="http://schemas.microsoft.com/office/powerpoint/2010/main" val="36912321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i="1" kern="1200" dirty="0" smtClean="0">
                <a:solidFill>
                  <a:schemeClr val="tx1"/>
                </a:solidFill>
                <a:effectLst/>
                <a:latin typeface="+mn-lt"/>
                <a:ea typeface="+mn-ea"/>
                <a:cs typeface="+mn-cs"/>
              </a:rPr>
              <a:t>Što je ovdje prikazano?</a:t>
            </a:r>
            <a:endParaRPr lang="hr-HR" sz="1200" kern="1200" dirty="0" smtClean="0">
              <a:solidFill>
                <a:schemeClr val="tx1"/>
              </a:solidFill>
              <a:effectLst/>
              <a:latin typeface="+mn-lt"/>
              <a:ea typeface="+mn-ea"/>
              <a:cs typeface="+mn-cs"/>
            </a:endParaRPr>
          </a:p>
          <a:p>
            <a:r>
              <a:rPr lang="hr-HR" sz="1200" kern="1200" dirty="0" smtClean="0">
                <a:solidFill>
                  <a:schemeClr val="tx1"/>
                </a:solidFill>
                <a:effectLst/>
                <a:latin typeface="+mn-lt"/>
                <a:ea typeface="+mn-ea"/>
                <a:cs typeface="+mn-cs"/>
              </a:rPr>
              <a:t> </a:t>
            </a:r>
          </a:p>
          <a:p>
            <a:r>
              <a:rPr lang="hr-HR" sz="1200" kern="1200" dirty="0" smtClean="0">
                <a:solidFill>
                  <a:schemeClr val="tx1"/>
                </a:solidFill>
                <a:effectLst/>
                <a:latin typeface="+mn-lt"/>
                <a:ea typeface="+mn-ea"/>
                <a:cs typeface="+mn-cs"/>
              </a:rPr>
              <a:t>5., e) Pranje</a:t>
            </a:r>
            <a:r>
              <a:rPr lang="hr-HR" sz="1200" kern="1200" baseline="0" dirty="0" smtClean="0">
                <a:solidFill>
                  <a:schemeClr val="tx1"/>
                </a:solidFill>
                <a:effectLst/>
                <a:latin typeface="+mn-lt"/>
                <a:ea typeface="+mn-ea"/>
                <a:cs typeface="+mn-cs"/>
              </a:rPr>
              <a:t> nogu</a:t>
            </a:r>
            <a:endParaRPr lang="hr-HR" sz="1200" kern="1200" dirty="0" smtClean="0">
              <a:solidFill>
                <a:schemeClr val="tx1"/>
              </a:solidFill>
              <a:effectLst/>
              <a:latin typeface="+mn-lt"/>
              <a:ea typeface="+mn-ea"/>
              <a:cs typeface="+mn-cs"/>
            </a:endParaRPr>
          </a:p>
          <a:p>
            <a:r>
              <a:rPr lang="hr-HR" sz="1200" kern="1200" dirty="0" smtClean="0">
                <a:solidFill>
                  <a:schemeClr val="tx1"/>
                </a:solidFill>
                <a:effectLst/>
                <a:latin typeface="+mn-lt"/>
                <a:ea typeface="+mn-ea"/>
                <a:cs typeface="+mn-cs"/>
              </a:rPr>
              <a:t>6., h) Krist na Maslinskoj gori</a:t>
            </a:r>
          </a:p>
          <a:p>
            <a:r>
              <a:rPr lang="hr-HR" sz="1200" kern="1200" dirty="0" smtClean="0">
                <a:solidFill>
                  <a:schemeClr val="tx1"/>
                </a:solidFill>
                <a:effectLst/>
                <a:latin typeface="+mn-lt"/>
                <a:ea typeface="+mn-ea"/>
                <a:cs typeface="+mn-cs"/>
              </a:rPr>
              <a:t> </a:t>
            </a:r>
          </a:p>
          <a:p>
            <a:r>
              <a:rPr lang="hr-HR" sz="1200" i="1" kern="1200" dirty="0" smtClean="0">
                <a:solidFill>
                  <a:schemeClr val="tx1"/>
                </a:solidFill>
                <a:effectLst/>
                <a:latin typeface="+mn-lt"/>
                <a:ea typeface="+mn-ea"/>
                <a:cs typeface="+mn-cs"/>
              </a:rPr>
              <a:t>Što vam je pomoglo da prepoznate temu? (Koji likovi su prikazani? Koji predmeti?)</a:t>
            </a:r>
            <a:r>
              <a:rPr lang="hr-HR" sz="1200" kern="1200" dirty="0" smtClean="0">
                <a:solidFill>
                  <a:schemeClr val="tx1"/>
                </a:solidFill>
                <a:effectLst/>
                <a:latin typeface="+mn-lt"/>
                <a:ea typeface="+mn-ea"/>
                <a:cs typeface="+mn-cs"/>
              </a:rPr>
              <a:t> (Na lijevoj slici Isus pere učeniku noge… Desno</a:t>
            </a:r>
            <a:r>
              <a:rPr lang="hr-HR" sz="1200" kern="1200" baseline="0" dirty="0" smtClean="0">
                <a:solidFill>
                  <a:schemeClr val="tx1"/>
                </a:solidFill>
                <a:effectLst/>
                <a:latin typeface="+mn-lt"/>
                <a:ea typeface="+mn-ea"/>
                <a:cs typeface="+mn-cs"/>
              </a:rPr>
              <a:t> vidimo Isusa kako kleči, iza njega je brdo/gora, učenici spavaju, u gornjem desno umglu se pojavljuje Bog…</a:t>
            </a:r>
            <a:r>
              <a:rPr lang="hr-HR" sz="1200" kern="1200" dirty="0" smtClean="0">
                <a:solidFill>
                  <a:schemeClr val="tx1"/>
                </a:solidFill>
                <a:effectLst/>
                <a:latin typeface="+mn-lt"/>
                <a:ea typeface="+mn-ea"/>
                <a:cs typeface="+mn-cs"/>
              </a:rPr>
              <a:t>)</a:t>
            </a:r>
          </a:p>
          <a:p>
            <a:endParaRPr lang="hr-HR" dirty="0" smtClean="0"/>
          </a:p>
          <a:p>
            <a:r>
              <a:rPr lang="hr-HR" dirty="0" smtClean="0"/>
              <a:t>1 min</a:t>
            </a:r>
            <a:endParaRPr lang="hr-HR" dirty="0"/>
          </a:p>
        </p:txBody>
      </p:sp>
      <p:sp>
        <p:nvSpPr>
          <p:cNvPr id="4" name="Rezervirano mjesto broja slajda 3"/>
          <p:cNvSpPr>
            <a:spLocks noGrp="1"/>
          </p:cNvSpPr>
          <p:nvPr>
            <p:ph type="sldNum" sz="quarter" idx="5"/>
          </p:nvPr>
        </p:nvSpPr>
        <p:spPr/>
        <p:txBody>
          <a:bodyPr/>
          <a:lstStyle/>
          <a:p>
            <a:fld id="{FDA9FC7C-CFB6-40F7-853F-450F0E3B4452}" type="slidenum">
              <a:rPr lang="hr-HR" smtClean="0"/>
              <a:t>5</a:t>
            </a:fld>
            <a:endParaRPr lang="hr-HR"/>
          </a:p>
        </p:txBody>
      </p:sp>
    </p:spTree>
    <p:extLst>
      <p:ext uri="{BB962C8B-B14F-4D97-AF65-F5344CB8AC3E}">
        <p14:creationId xmlns:p14="http://schemas.microsoft.com/office/powerpoint/2010/main" val="1699991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i="1" kern="1200" dirty="0" smtClean="0">
                <a:solidFill>
                  <a:schemeClr val="tx1"/>
                </a:solidFill>
                <a:effectLst/>
                <a:latin typeface="+mn-lt"/>
                <a:ea typeface="+mn-ea"/>
                <a:cs typeface="+mn-cs"/>
              </a:rPr>
              <a:t>Što je ovdje prikazano?</a:t>
            </a:r>
            <a:endParaRPr lang="hr-HR" sz="1200" kern="1200" dirty="0" smtClean="0">
              <a:solidFill>
                <a:schemeClr val="tx1"/>
              </a:solidFill>
              <a:effectLst/>
              <a:latin typeface="+mn-lt"/>
              <a:ea typeface="+mn-ea"/>
              <a:cs typeface="+mn-cs"/>
            </a:endParaRPr>
          </a:p>
          <a:p>
            <a:r>
              <a:rPr lang="hr-HR" sz="1200" i="1" kern="1200" dirty="0" smtClean="0">
                <a:solidFill>
                  <a:schemeClr val="tx1"/>
                </a:solidFill>
                <a:effectLst/>
                <a:latin typeface="+mn-lt"/>
                <a:ea typeface="+mn-ea"/>
                <a:cs typeface="+mn-cs"/>
              </a:rPr>
              <a:t> </a:t>
            </a:r>
            <a:endParaRPr lang="hr-HR" sz="1200" kern="1200" dirty="0" smtClean="0">
              <a:solidFill>
                <a:schemeClr val="tx1"/>
              </a:solidFill>
              <a:effectLst/>
              <a:latin typeface="+mn-lt"/>
              <a:ea typeface="+mn-ea"/>
              <a:cs typeface="+mn-cs"/>
            </a:endParaRPr>
          </a:p>
          <a:p>
            <a:r>
              <a:rPr lang="hr-HR" sz="1200" kern="1200" dirty="0" smtClean="0">
                <a:solidFill>
                  <a:schemeClr val="tx1"/>
                </a:solidFill>
                <a:effectLst/>
                <a:latin typeface="+mn-lt"/>
                <a:ea typeface="+mn-ea"/>
                <a:cs typeface="+mn-cs"/>
              </a:rPr>
              <a:t>7., b) Judin poljubac</a:t>
            </a:r>
          </a:p>
          <a:p>
            <a:r>
              <a:rPr lang="hr-HR" sz="1200" kern="1200" dirty="0" smtClean="0">
                <a:solidFill>
                  <a:schemeClr val="tx1"/>
                </a:solidFill>
                <a:effectLst/>
                <a:latin typeface="+mn-lt"/>
                <a:ea typeface="+mn-ea"/>
                <a:cs typeface="+mn-cs"/>
              </a:rPr>
              <a:t>8., c) Raspeće</a:t>
            </a:r>
          </a:p>
          <a:p>
            <a:r>
              <a:rPr lang="hr-HR" sz="1200" kern="1200" dirty="0" smtClean="0">
                <a:solidFill>
                  <a:schemeClr val="tx1"/>
                </a:solidFill>
                <a:effectLst/>
                <a:latin typeface="+mn-lt"/>
                <a:ea typeface="+mn-ea"/>
                <a:cs typeface="+mn-cs"/>
              </a:rPr>
              <a:t> </a:t>
            </a:r>
          </a:p>
          <a:p>
            <a:r>
              <a:rPr lang="hr-HR" sz="1200" i="1" kern="1200" dirty="0" smtClean="0">
                <a:solidFill>
                  <a:schemeClr val="tx1"/>
                </a:solidFill>
                <a:effectLst/>
                <a:latin typeface="+mn-lt"/>
                <a:ea typeface="+mn-ea"/>
                <a:cs typeface="+mn-cs"/>
              </a:rPr>
              <a:t>Što vam je pomoglo da prepoznate temu? (Koji likovi su prikazani? Koji predmeti?)</a:t>
            </a:r>
            <a:r>
              <a:rPr lang="hr-HR" sz="1200" kern="1200" dirty="0" smtClean="0">
                <a:solidFill>
                  <a:schemeClr val="tx1"/>
                </a:solidFill>
                <a:effectLst/>
                <a:latin typeface="+mn-lt"/>
                <a:ea typeface="+mn-ea"/>
                <a:cs typeface="+mn-cs"/>
              </a:rPr>
              <a:t> (Na lijevoj slici vidimo Isusa i učenika koji ga ljubi, a iza je vojska, Juda je poljupcem izdao Isusa… Desno vidimo Isusa na križu, vojnike, Mariju kako plače i još jednog učenika…)</a:t>
            </a:r>
          </a:p>
          <a:p>
            <a:endParaRPr lang="hr-HR" dirty="0" smtClean="0"/>
          </a:p>
          <a:p>
            <a:r>
              <a:rPr lang="hr-HR" dirty="0" smtClean="0"/>
              <a:t>1 min</a:t>
            </a:r>
            <a:endParaRPr lang="hr-HR" dirty="0"/>
          </a:p>
        </p:txBody>
      </p:sp>
      <p:sp>
        <p:nvSpPr>
          <p:cNvPr id="4" name="Rezervirano mjesto broja slajda 3"/>
          <p:cNvSpPr>
            <a:spLocks noGrp="1"/>
          </p:cNvSpPr>
          <p:nvPr>
            <p:ph type="sldNum" sz="quarter" idx="5"/>
          </p:nvPr>
        </p:nvSpPr>
        <p:spPr/>
        <p:txBody>
          <a:bodyPr/>
          <a:lstStyle/>
          <a:p>
            <a:fld id="{FDA9FC7C-CFB6-40F7-853F-450F0E3B4452}" type="slidenum">
              <a:rPr lang="hr-HR" smtClean="0"/>
              <a:t>6</a:t>
            </a:fld>
            <a:endParaRPr lang="hr-HR"/>
          </a:p>
        </p:txBody>
      </p:sp>
    </p:spTree>
    <p:extLst>
      <p:ext uri="{BB962C8B-B14F-4D97-AF65-F5344CB8AC3E}">
        <p14:creationId xmlns:p14="http://schemas.microsoft.com/office/powerpoint/2010/main" val="16999919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i="1" kern="1200" dirty="0" smtClean="0">
                <a:solidFill>
                  <a:schemeClr val="tx1"/>
                </a:solidFill>
                <a:effectLst/>
                <a:latin typeface="+mn-lt"/>
                <a:ea typeface="+mn-ea"/>
                <a:cs typeface="+mn-cs"/>
              </a:rPr>
              <a:t>Što je ovdje prikazano?</a:t>
            </a:r>
            <a:endParaRPr lang="hr-HR" sz="1200" kern="1200" dirty="0" smtClean="0">
              <a:solidFill>
                <a:schemeClr val="tx1"/>
              </a:solidFill>
              <a:effectLst/>
              <a:latin typeface="+mn-lt"/>
              <a:ea typeface="+mn-ea"/>
              <a:cs typeface="+mn-cs"/>
            </a:endParaRPr>
          </a:p>
          <a:p>
            <a:r>
              <a:rPr lang="hr-HR" sz="1200" kern="1200" dirty="0" smtClean="0">
                <a:solidFill>
                  <a:schemeClr val="tx1"/>
                </a:solidFill>
                <a:effectLst/>
                <a:latin typeface="+mn-lt"/>
                <a:ea typeface="+mn-ea"/>
                <a:cs typeface="+mn-cs"/>
              </a:rPr>
              <a:t> </a:t>
            </a:r>
          </a:p>
          <a:p>
            <a:r>
              <a:rPr lang="hr-HR" sz="1200" kern="1200" dirty="0" smtClean="0">
                <a:solidFill>
                  <a:schemeClr val="tx1"/>
                </a:solidFill>
                <a:effectLst/>
                <a:latin typeface="+mn-lt"/>
                <a:ea typeface="+mn-ea"/>
                <a:cs typeface="+mn-cs"/>
              </a:rPr>
              <a:t>9., i) Kristovo uzašašće</a:t>
            </a:r>
          </a:p>
          <a:p>
            <a:r>
              <a:rPr lang="hr-HR" sz="1200" kern="1200" dirty="0" smtClean="0">
                <a:solidFill>
                  <a:schemeClr val="tx1"/>
                </a:solidFill>
                <a:effectLst/>
                <a:latin typeface="+mn-lt"/>
                <a:ea typeface="+mn-ea"/>
                <a:cs typeface="+mn-cs"/>
              </a:rPr>
              <a:t> </a:t>
            </a:r>
          </a:p>
          <a:p>
            <a:r>
              <a:rPr lang="hr-HR" sz="1200" i="1" kern="1200" dirty="0" smtClean="0">
                <a:solidFill>
                  <a:schemeClr val="tx1"/>
                </a:solidFill>
                <a:effectLst/>
                <a:latin typeface="+mn-lt"/>
                <a:ea typeface="+mn-ea"/>
                <a:cs typeface="+mn-cs"/>
              </a:rPr>
              <a:t>Što vam je pomoglo da prepoznate temu? (Koji likovi su prikazani? Koji predmeti?)</a:t>
            </a:r>
            <a:r>
              <a:rPr lang="hr-HR" sz="1200" i="0" kern="1200" baseline="0" dirty="0" smtClean="0">
                <a:solidFill>
                  <a:schemeClr val="tx1"/>
                </a:solidFill>
                <a:effectLst/>
                <a:latin typeface="+mn-lt"/>
                <a:ea typeface="+mn-ea"/>
                <a:cs typeface="+mn-cs"/>
              </a:rPr>
              <a:t> (Isus okružen anđelima, drži knjigu u jednoj ruci, a drugom pokazuje nešto…)</a:t>
            </a:r>
          </a:p>
          <a:p>
            <a:endParaRPr lang="hr-HR" dirty="0" smtClean="0"/>
          </a:p>
          <a:p>
            <a:r>
              <a:rPr lang="hr-HR" dirty="0" smtClean="0"/>
              <a:t>1 min</a:t>
            </a:r>
            <a:endParaRPr lang="hr-HR" dirty="0"/>
          </a:p>
        </p:txBody>
      </p:sp>
      <p:sp>
        <p:nvSpPr>
          <p:cNvPr id="4" name="Rezervirano mjesto broja slajda 3"/>
          <p:cNvSpPr>
            <a:spLocks noGrp="1"/>
          </p:cNvSpPr>
          <p:nvPr>
            <p:ph type="sldNum" sz="quarter" idx="5"/>
          </p:nvPr>
        </p:nvSpPr>
        <p:spPr/>
        <p:txBody>
          <a:bodyPr/>
          <a:lstStyle/>
          <a:p>
            <a:fld id="{FDA9FC7C-CFB6-40F7-853F-450F0E3B4452}" type="slidenum">
              <a:rPr lang="hr-HR" smtClean="0"/>
              <a:t>7</a:t>
            </a:fld>
            <a:endParaRPr lang="hr-HR"/>
          </a:p>
        </p:txBody>
      </p:sp>
    </p:spTree>
    <p:extLst>
      <p:ext uri="{BB962C8B-B14F-4D97-AF65-F5344CB8AC3E}">
        <p14:creationId xmlns:p14="http://schemas.microsoft.com/office/powerpoint/2010/main" val="16999919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kern="1200" dirty="0" smtClean="0">
                <a:solidFill>
                  <a:schemeClr val="tx1"/>
                </a:solidFill>
                <a:effectLst/>
                <a:latin typeface="+mn-lt"/>
                <a:ea typeface="+mn-ea"/>
                <a:cs typeface="+mn-cs"/>
              </a:rPr>
              <a:t>Sada kada smo riješili pitanje tema i kronologije na ovim reprodukcijama, pretpostavljate o kojoj točno vrsti teme ćemo danas govoriti</a:t>
            </a:r>
            <a:r>
              <a:rPr lang="hr-HR" sz="1200" i="1" kern="1200" dirty="0" smtClean="0">
                <a:solidFill>
                  <a:schemeClr val="tx1"/>
                </a:solidFill>
                <a:effectLst/>
                <a:latin typeface="+mn-lt"/>
                <a:ea typeface="+mn-ea"/>
                <a:cs typeface="+mn-cs"/>
              </a:rPr>
              <a:t>. O kojoj temi će danas biti riječ?</a:t>
            </a:r>
            <a:r>
              <a:rPr lang="hr-HR" sz="1200" kern="1200" dirty="0" smtClean="0">
                <a:solidFill>
                  <a:schemeClr val="tx1"/>
                </a:solidFill>
                <a:effectLst/>
                <a:latin typeface="+mn-lt"/>
                <a:ea typeface="+mn-ea"/>
                <a:cs typeface="+mn-cs"/>
              </a:rPr>
              <a:t> (O religijskoj ili sakralnoj temi.)</a:t>
            </a:r>
          </a:p>
          <a:p>
            <a:r>
              <a:rPr lang="hr-HR" sz="1200" kern="1200" dirty="0" smtClean="0">
                <a:solidFill>
                  <a:schemeClr val="tx1"/>
                </a:solidFill>
                <a:effectLst/>
                <a:latin typeface="+mn-lt"/>
                <a:ea typeface="+mn-ea"/>
                <a:cs typeface="+mn-cs"/>
              </a:rPr>
              <a:t>Ovi prikazi, koje smo maloprije imenovali i kronološki ih razvrstali, dio su vratnica splitske katedrale. Vratnice se sastoje od dvaju krila od drveta, a cijelu im površinu prekriva bogata rezbarija. Svako krilo ima 14 četverokutnih polja (kaseta), smještenih po dva u sedam redova. </a:t>
            </a:r>
          </a:p>
          <a:p>
            <a:r>
              <a:rPr lang="hr-HR" sz="1200" kern="1200" dirty="0" smtClean="0">
                <a:solidFill>
                  <a:schemeClr val="tx1"/>
                </a:solidFill>
                <a:effectLst/>
                <a:latin typeface="+mn-lt"/>
                <a:ea typeface="+mn-ea"/>
                <a:cs typeface="+mn-cs"/>
              </a:rPr>
              <a:t>Na lijevome krilu (odozgo prema dolje) nižu se prizori iz djetinjstva i javnoga djelovanja Kristova, od Navještenja do uskrsnuća Lazarova. Na desnome krilu (odozdo prema gore) nižu se prizori Kristove muke i smrti do Uzašašća.</a:t>
            </a:r>
          </a:p>
          <a:p>
            <a:r>
              <a:rPr lang="hr-HR" sz="1200" i="1" kern="1200" dirty="0" smtClean="0">
                <a:solidFill>
                  <a:schemeClr val="tx1"/>
                </a:solidFill>
                <a:effectLst/>
                <a:latin typeface="+mn-lt"/>
                <a:ea typeface="+mn-ea"/>
                <a:cs typeface="+mn-cs"/>
              </a:rPr>
              <a:t>Koje bi još teme mogle biti u kristološkom ciklusu?</a:t>
            </a:r>
            <a:r>
              <a:rPr lang="hr-HR" sz="1200" i="0" kern="1200" dirty="0" smtClean="0">
                <a:solidFill>
                  <a:schemeClr val="tx1"/>
                </a:solidFill>
                <a:effectLst/>
                <a:latin typeface="+mn-lt"/>
                <a:ea typeface="+mn-ea"/>
                <a:cs typeface="+mn-cs"/>
              </a:rPr>
              <a:t> (Postaje križnog puta…)</a:t>
            </a:r>
            <a:endParaRPr lang="hr-HR" sz="1200" i="1" kern="1200" dirty="0" smtClean="0">
              <a:solidFill>
                <a:schemeClr val="tx1"/>
              </a:solidFill>
              <a:effectLst/>
              <a:latin typeface="+mn-lt"/>
              <a:ea typeface="+mn-ea"/>
              <a:cs typeface="+mn-cs"/>
            </a:endParaRPr>
          </a:p>
          <a:p>
            <a:r>
              <a:rPr lang="hr-HR" sz="1200" i="1" kern="1200" dirty="0" smtClean="0">
                <a:solidFill>
                  <a:schemeClr val="tx1"/>
                </a:solidFill>
                <a:effectLst/>
                <a:latin typeface="+mn-lt"/>
                <a:ea typeface="+mn-ea"/>
                <a:cs typeface="+mn-cs"/>
              </a:rPr>
              <a:t>Na što vas podsjećaju ovako nanizani prikazi?  </a:t>
            </a:r>
            <a:r>
              <a:rPr lang="hr-HR" sz="1200" kern="1200" dirty="0" smtClean="0">
                <a:solidFill>
                  <a:schemeClr val="tx1"/>
                </a:solidFill>
                <a:effectLst/>
                <a:latin typeface="+mn-lt"/>
                <a:ea typeface="+mn-ea"/>
                <a:cs typeface="+mn-cs"/>
              </a:rPr>
              <a:t>(Na strip, slikovnicu…)</a:t>
            </a:r>
          </a:p>
          <a:p>
            <a:r>
              <a:rPr lang="hr-HR" sz="1200" i="1" kern="1200" dirty="0" smtClean="0">
                <a:solidFill>
                  <a:schemeClr val="tx1"/>
                </a:solidFill>
                <a:effectLst/>
                <a:latin typeface="+mn-lt"/>
                <a:ea typeface="+mn-ea"/>
                <a:cs typeface="+mn-cs"/>
              </a:rPr>
              <a:t>A što mislite zašto? </a:t>
            </a:r>
            <a:r>
              <a:rPr lang="hr-HR" sz="1200" kern="1200" dirty="0" smtClean="0">
                <a:solidFill>
                  <a:schemeClr val="tx1"/>
                </a:solidFill>
                <a:effectLst/>
                <a:latin typeface="+mn-lt"/>
                <a:ea typeface="+mn-ea"/>
                <a:cs typeface="+mn-cs"/>
              </a:rPr>
              <a:t>(Lakše za shvatiti priču, nisu svi znali čitati…)</a:t>
            </a:r>
          </a:p>
          <a:p>
            <a:r>
              <a:rPr lang="hr-HR" sz="1200" kern="1200" dirty="0" smtClean="0">
                <a:solidFill>
                  <a:schemeClr val="tx1"/>
                </a:solidFill>
                <a:effectLst/>
                <a:latin typeface="+mn-lt"/>
                <a:ea typeface="+mn-ea"/>
                <a:cs typeface="+mn-cs"/>
              </a:rPr>
              <a:t>U doba kada su knjige bile rijetka dragocjenost jer su znali čitati samo malobrojni, vrlo važan medij u širem prijenosu poruka, i obavijesnih i onih moralno-pedagoškog karaktera, bila je slika.</a:t>
            </a:r>
          </a:p>
          <a:p>
            <a:r>
              <a:rPr lang="hr-HR" sz="1200" kern="1200" dirty="0" smtClean="0">
                <a:solidFill>
                  <a:schemeClr val="tx1"/>
                </a:solidFill>
                <a:effectLst/>
                <a:latin typeface="+mn-lt"/>
                <a:ea typeface="+mn-ea"/>
                <a:cs typeface="+mn-cs"/>
              </a:rPr>
              <a:t>Kršćanstvo je rano shvatilo pouzdan učinak slike pa se od samog svog početka služilo njome kao prijenosnikom obavijesti – isprva simboličnim znakovima i slikama, a od Milanskog edikta i priznanja prava na vjeru, 313.g., sve složenijim kompozicijama kojima su se vjernicima prenosile teme i objašnjavale ideje Starog i Novog zavjeta.</a:t>
            </a:r>
          </a:p>
          <a:p>
            <a:endParaRPr lang="hr-HR" sz="1200" kern="1200" dirty="0" smtClean="0">
              <a:solidFill>
                <a:schemeClr val="tx1"/>
              </a:solidFill>
              <a:effectLst/>
              <a:latin typeface="+mn-lt"/>
              <a:ea typeface="+mn-ea"/>
              <a:cs typeface="+mn-cs"/>
            </a:endParaRPr>
          </a:p>
          <a:p>
            <a:endParaRPr lang="hr-HR"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hr-HR" sz="1200" b="0" i="0" kern="1200" dirty="0">
                <a:solidFill>
                  <a:schemeClr val="tx1"/>
                </a:solidFill>
                <a:effectLst/>
                <a:latin typeface="+mn-lt"/>
                <a:ea typeface="+mn-ea"/>
                <a:cs typeface="+mn-cs"/>
              </a:rPr>
              <a:t>[</a:t>
            </a:r>
            <a:r>
              <a:rPr lang="hr-HR" b="0" baseline="0" dirty="0"/>
              <a:t>Vratnice splitske katedrale, Andrija Buvina, 1214., drvo, 5,3 x 3,6 m, scene 38 x 44 cm</a:t>
            </a:r>
            <a:r>
              <a:rPr lang="hr-HR" sz="1200" b="0" i="0" kern="1200" baseline="0" dirty="0" smtClean="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hr-HR" sz="1200" b="0" i="0" kern="1200" baseline="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hr-HR" sz="1200" b="0" i="0" kern="1200" baseline="0" dirty="0">
                <a:solidFill>
                  <a:schemeClr val="tx1"/>
                </a:solidFill>
                <a:effectLst/>
                <a:latin typeface="+mn-lt"/>
                <a:ea typeface="+mn-ea"/>
                <a:cs typeface="+mn-cs"/>
              </a:rPr>
              <a:t>1 min</a:t>
            </a:r>
            <a:endParaRPr lang="hr-HR" b="0" baseline="0" dirty="0"/>
          </a:p>
        </p:txBody>
      </p:sp>
      <p:sp>
        <p:nvSpPr>
          <p:cNvPr id="4" name="Rezervirano mjesto broja slajda 3"/>
          <p:cNvSpPr>
            <a:spLocks noGrp="1"/>
          </p:cNvSpPr>
          <p:nvPr>
            <p:ph type="sldNum" sz="quarter" idx="5"/>
          </p:nvPr>
        </p:nvSpPr>
        <p:spPr/>
        <p:txBody>
          <a:bodyPr/>
          <a:lstStyle/>
          <a:p>
            <a:fld id="{FDA9FC7C-CFB6-40F7-853F-450F0E3B4452}" type="slidenum">
              <a:rPr lang="hr-HR" smtClean="0"/>
              <a:t>8</a:t>
            </a:fld>
            <a:endParaRPr lang="hr-HR"/>
          </a:p>
        </p:txBody>
      </p:sp>
    </p:spTree>
    <p:extLst>
      <p:ext uri="{BB962C8B-B14F-4D97-AF65-F5344CB8AC3E}">
        <p14:creationId xmlns:p14="http://schemas.microsoft.com/office/powerpoint/2010/main" val="7990817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i="1" kern="1200" dirty="0" smtClean="0">
                <a:solidFill>
                  <a:schemeClr val="tx1"/>
                </a:solidFill>
                <a:effectLst/>
                <a:latin typeface="+mn-lt"/>
                <a:ea typeface="+mn-ea"/>
                <a:cs typeface="+mn-cs"/>
              </a:rPr>
              <a:t>Tko je središnja ličnost zapadnog kršćanstva? </a:t>
            </a:r>
            <a:r>
              <a:rPr lang="hr-HR" sz="1200" kern="1200" dirty="0" smtClean="0">
                <a:solidFill>
                  <a:schemeClr val="tx1"/>
                </a:solidFill>
                <a:effectLst/>
                <a:latin typeface="+mn-lt"/>
                <a:ea typeface="+mn-ea"/>
                <a:cs typeface="+mn-cs"/>
              </a:rPr>
              <a:t>(Bog, Krist, Trojstvo… )</a:t>
            </a:r>
          </a:p>
          <a:p>
            <a:r>
              <a:rPr lang="hr-HR" sz="1200" i="1" kern="1200" dirty="0" smtClean="0">
                <a:solidFill>
                  <a:schemeClr val="tx1"/>
                </a:solidFill>
                <a:effectLst/>
                <a:latin typeface="+mn-lt"/>
                <a:ea typeface="+mn-ea"/>
                <a:cs typeface="+mn-cs"/>
              </a:rPr>
              <a:t>Što znači trojstvo? </a:t>
            </a:r>
            <a:r>
              <a:rPr lang="hr-HR" sz="1200" kern="1200" dirty="0" smtClean="0">
                <a:solidFill>
                  <a:schemeClr val="tx1"/>
                </a:solidFill>
                <a:effectLst/>
                <a:latin typeface="+mn-lt"/>
                <a:ea typeface="+mn-ea"/>
                <a:cs typeface="+mn-cs"/>
              </a:rPr>
              <a:t>(Da se Bog sastoji od tri osobe.)</a:t>
            </a:r>
          </a:p>
          <a:p>
            <a:r>
              <a:rPr lang="hr-HR" sz="1200" i="1" kern="1200" dirty="0" smtClean="0">
                <a:solidFill>
                  <a:schemeClr val="tx1"/>
                </a:solidFill>
                <a:effectLst/>
                <a:latin typeface="+mn-lt"/>
                <a:ea typeface="+mn-ea"/>
                <a:cs typeface="+mn-cs"/>
              </a:rPr>
              <a:t>Kako bi se to moglo prikazivati u umjetnosti?</a:t>
            </a:r>
            <a:r>
              <a:rPr lang="hr-HR" sz="1200" kern="1200" dirty="0" smtClean="0">
                <a:solidFill>
                  <a:schemeClr val="tx1"/>
                </a:solidFill>
                <a:effectLst/>
                <a:latin typeface="+mn-lt"/>
                <a:ea typeface="+mn-ea"/>
                <a:cs typeface="+mn-cs"/>
              </a:rPr>
              <a:t> (Kao tri osobe, kao dvije osobe i golub, kao mladić, starac i golub…)</a:t>
            </a:r>
          </a:p>
          <a:p>
            <a:r>
              <a:rPr lang="hr-HR" sz="1200" kern="1200" dirty="0" smtClean="0">
                <a:solidFill>
                  <a:schemeClr val="tx1"/>
                </a:solidFill>
                <a:effectLst/>
                <a:latin typeface="+mn-lt"/>
                <a:ea typeface="+mn-ea"/>
                <a:cs typeface="+mn-cs"/>
              </a:rPr>
              <a:t>Trojstvo ili Presveto Trojstvo je u kršćanstvu naziv za Boga kada se želi naglasiti nauk da je on jedan, a da se istovremeno sastoji od tri osobe: Oca, Sina i Duha Svetog. Kada se prikazuje Trojstvo Isus je prikazan u ljudskom obliku ili predstavljen simbolom križa, nad njim najčešće lebdi Duh Sveti predstavljen u obliku goluba, a iznad se vidi Bog Otac u fizičkoj formi starijeg čovjeka ili samo oblak kroz koji pruža ispruženu ruku.</a:t>
            </a:r>
          </a:p>
          <a:p>
            <a:r>
              <a:rPr lang="hr-HR" sz="1200" kern="1200" dirty="0" smtClean="0">
                <a:solidFill>
                  <a:schemeClr val="tx1"/>
                </a:solidFill>
                <a:effectLst/>
                <a:latin typeface="+mn-lt"/>
                <a:ea typeface="+mn-ea"/>
                <a:cs typeface="+mn-cs"/>
              </a:rPr>
              <a:t>Krista se također često prikazuje kao Pantokratora - Krist prikazan kako sjedi u nebu na prijestolju kao vladar svijeta blagoslivljajući desnom rukom, a u lijevoj držeći evanđelje.</a:t>
            </a:r>
          </a:p>
          <a:p>
            <a:r>
              <a:rPr lang="hr-HR" sz="1200" kern="1200" dirty="0" smtClean="0">
                <a:solidFill>
                  <a:schemeClr val="tx1"/>
                </a:solidFill>
                <a:effectLst/>
                <a:latin typeface="+mn-lt"/>
                <a:ea typeface="+mn-ea"/>
                <a:cs typeface="+mn-cs"/>
              </a:rPr>
              <a:t>Najčešći način prikazivanja Krista je zapravo na križu, ali postoji i mnogo prikaza gdje se Krista upravo skida s križa što je inače i 13. postaja križnog puta. </a:t>
            </a:r>
          </a:p>
          <a:p>
            <a:endParaRPr lang="hr-HR" dirty="0"/>
          </a:p>
          <a:p>
            <a:r>
              <a:rPr lang="hr-HR" dirty="0"/>
              <a:t>[</a:t>
            </a:r>
            <a:r>
              <a:rPr lang="hr-HR" dirty="0" err="1"/>
              <a:t>Masaccio</a:t>
            </a:r>
            <a:r>
              <a:rPr lang="hr-HR" dirty="0"/>
              <a:t>, </a:t>
            </a:r>
            <a:r>
              <a:rPr lang="hr-HR" i="1" dirty="0"/>
              <a:t>Presveto trojstvo</a:t>
            </a:r>
            <a:r>
              <a:rPr lang="hr-HR" dirty="0"/>
              <a:t>, 1426. – 28., 667 x 317 cm, freska, Santa Maria </a:t>
            </a:r>
            <a:r>
              <a:rPr lang="hr-HR" dirty="0" err="1"/>
              <a:t>Novella</a:t>
            </a:r>
            <a:r>
              <a:rPr lang="hr-HR" dirty="0"/>
              <a:t>, Firenca]</a:t>
            </a:r>
          </a:p>
          <a:p>
            <a:r>
              <a:rPr lang="hr-HR" dirty="0"/>
              <a:t>[</a:t>
            </a:r>
            <a:r>
              <a:rPr lang="hr-HR" i="1" dirty="0"/>
              <a:t>Krist Pantokrator</a:t>
            </a:r>
            <a:r>
              <a:rPr lang="hr-HR" dirty="0"/>
              <a:t>, mozaik u kupoli Palatinske kapele, 12. st, Palermo, Sicilija]</a:t>
            </a:r>
          </a:p>
          <a:p>
            <a:r>
              <a:rPr lang="hr-HR" dirty="0"/>
              <a:t>[</a:t>
            </a:r>
            <a:r>
              <a:rPr lang="hr-HR" dirty="0" err="1"/>
              <a:t>Jacopo</a:t>
            </a:r>
            <a:r>
              <a:rPr lang="hr-HR" dirty="0"/>
              <a:t> </a:t>
            </a:r>
            <a:r>
              <a:rPr lang="hr-HR" dirty="0" err="1"/>
              <a:t>Pontormo</a:t>
            </a:r>
            <a:r>
              <a:rPr lang="hr-HR" dirty="0"/>
              <a:t>, </a:t>
            </a:r>
            <a:r>
              <a:rPr lang="hr-HR" i="1" dirty="0"/>
              <a:t>Skidanje s križa</a:t>
            </a:r>
            <a:r>
              <a:rPr lang="hr-HR" dirty="0"/>
              <a:t>, 1525. – 28., ulje na platnu, 313 x 193 cm, Santa </a:t>
            </a:r>
            <a:r>
              <a:rPr lang="hr-HR" dirty="0" err="1"/>
              <a:t>Felicita</a:t>
            </a:r>
            <a:r>
              <a:rPr lang="hr-HR" dirty="0"/>
              <a:t>, Firenca]</a:t>
            </a:r>
          </a:p>
          <a:p>
            <a:endParaRPr lang="hr-HR" dirty="0"/>
          </a:p>
          <a:p>
            <a:r>
              <a:rPr lang="hr-HR" dirty="0"/>
              <a:t>1 min</a:t>
            </a:r>
          </a:p>
        </p:txBody>
      </p:sp>
      <p:sp>
        <p:nvSpPr>
          <p:cNvPr id="4" name="Rezervirano mjesto broja slajda 3"/>
          <p:cNvSpPr>
            <a:spLocks noGrp="1"/>
          </p:cNvSpPr>
          <p:nvPr>
            <p:ph type="sldNum" sz="quarter" idx="5"/>
          </p:nvPr>
        </p:nvSpPr>
        <p:spPr/>
        <p:txBody>
          <a:bodyPr/>
          <a:lstStyle/>
          <a:p>
            <a:fld id="{FDA9FC7C-CFB6-40F7-853F-450F0E3B4452}" type="slidenum">
              <a:rPr lang="hr-HR" smtClean="0"/>
              <a:t>9</a:t>
            </a:fld>
            <a:endParaRPr lang="hr-HR"/>
          </a:p>
        </p:txBody>
      </p:sp>
    </p:spTree>
    <p:extLst>
      <p:ext uri="{BB962C8B-B14F-4D97-AF65-F5344CB8AC3E}">
        <p14:creationId xmlns:p14="http://schemas.microsoft.com/office/powerpoint/2010/main" val="3237313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kern="1200" dirty="0" smtClean="0">
                <a:solidFill>
                  <a:schemeClr val="tx1"/>
                </a:solidFill>
                <a:effectLst/>
                <a:latin typeface="+mn-lt"/>
                <a:ea typeface="+mn-ea"/>
                <a:cs typeface="+mn-cs"/>
              </a:rPr>
              <a:t>Sada kada ste vidjeli par primjera religijskih tema u kojima je Krist središnja ličnost, </a:t>
            </a:r>
            <a:r>
              <a:rPr lang="hr-HR" sz="1200" i="1" kern="1200" dirty="0" smtClean="0">
                <a:solidFill>
                  <a:schemeClr val="tx1"/>
                </a:solidFill>
                <a:effectLst/>
                <a:latin typeface="+mn-lt"/>
                <a:ea typeface="+mn-ea"/>
                <a:cs typeface="+mn-cs"/>
              </a:rPr>
              <a:t>možete li se sjetiti još nekih primjera? </a:t>
            </a:r>
            <a:r>
              <a:rPr lang="hr-HR" sz="1200" kern="1200" dirty="0" smtClean="0">
                <a:solidFill>
                  <a:schemeClr val="tx1"/>
                </a:solidFill>
                <a:effectLst/>
                <a:latin typeface="+mn-lt"/>
                <a:ea typeface="+mn-ea"/>
                <a:cs typeface="+mn-cs"/>
              </a:rPr>
              <a:t>(Posljednja večera, Pieta…)</a:t>
            </a:r>
          </a:p>
          <a:p>
            <a:r>
              <a:rPr lang="hr-HR" sz="1200" kern="1200" dirty="0" smtClean="0">
                <a:solidFill>
                  <a:schemeClr val="tx1"/>
                </a:solidFill>
                <a:effectLst/>
                <a:latin typeface="+mn-lt"/>
                <a:ea typeface="+mn-ea"/>
                <a:cs typeface="+mn-cs"/>
              </a:rPr>
              <a:t>Tako je, tema posljednje večere je jedna od njih. </a:t>
            </a:r>
            <a:r>
              <a:rPr lang="hr-HR" sz="1200" i="1" kern="1200" dirty="0" smtClean="0">
                <a:solidFill>
                  <a:schemeClr val="tx1"/>
                </a:solidFill>
                <a:effectLst/>
                <a:latin typeface="+mn-lt"/>
                <a:ea typeface="+mn-ea"/>
                <a:cs typeface="+mn-cs"/>
              </a:rPr>
              <a:t>Kada se ona kronološki događa? </a:t>
            </a:r>
            <a:r>
              <a:rPr lang="hr-HR" sz="1200" kern="1200" dirty="0" smtClean="0">
                <a:solidFill>
                  <a:schemeClr val="tx1"/>
                </a:solidFill>
                <a:effectLst/>
                <a:latin typeface="+mn-lt"/>
                <a:ea typeface="+mn-ea"/>
                <a:cs typeface="+mn-cs"/>
              </a:rPr>
              <a:t>(Nakon dolaska u Jeruzalem, prije hvatanja Krista, suđenja, razapinjanja…) </a:t>
            </a:r>
            <a:r>
              <a:rPr lang="hr-HR" sz="1200" i="1" kern="1200" dirty="0" smtClean="0">
                <a:solidFill>
                  <a:schemeClr val="tx1"/>
                </a:solidFill>
                <a:effectLst/>
                <a:latin typeface="+mn-lt"/>
                <a:ea typeface="+mn-ea"/>
                <a:cs typeface="+mn-cs"/>
              </a:rPr>
              <a:t>Što je prikazano na posljednjoj večeri? Može li netko kratko samo opisati radnju? </a:t>
            </a:r>
            <a:r>
              <a:rPr lang="hr-HR" sz="1200" kern="1200" dirty="0" smtClean="0">
                <a:solidFill>
                  <a:schemeClr val="tx1"/>
                </a:solidFill>
                <a:effectLst/>
                <a:latin typeface="+mn-lt"/>
                <a:ea typeface="+mn-ea"/>
                <a:cs typeface="+mn-cs"/>
              </a:rPr>
              <a:t>(Isus sa apostolima sjedi za stolom i večeraju, govori im kako je ovo posljednja večera prije njegove smrti.)</a:t>
            </a:r>
          </a:p>
          <a:p>
            <a:r>
              <a:rPr lang="hr-HR" sz="1200" i="1" kern="1200" dirty="0" smtClean="0">
                <a:solidFill>
                  <a:schemeClr val="tx1"/>
                </a:solidFill>
                <a:effectLst/>
                <a:latin typeface="+mn-lt"/>
                <a:ea typeface="+mn-ea"/>
                <a:cs typeface="+mn-cs"/>
              </a:rPr>
              <a:t>Je li vam ova reprodukcija pala na pamet prva kada sam spomenula posljednju večeru?</a:t>
            </a:r>
            <a:r>
              <a:rPr lang="hr-HR" sz="1200" kern="1200" dirty="0" smtClean="0">
                <a:solidFill>
                  <a:schemeClr val="tx1"/>
                </a:solidFill>
                <a:effectLst/>
                <a:latin typeface="+mn-lt"/>
                <a:ea typeface="+mn-ea"/>
                <a:cs typeface="+mn-cs"/>
              </a:rPr>
              <a:t> (Očekivani odgovor je ne ova, već Leonarda da Vincia.) </a:t>
            </a:r>
            <a:r>
              <a:rPr lang="hr-HR" sz="1200" i="1" kern="1200" dirty="0" smtClean="0">
                <a:solidFill>
                  <a:schemeClr val="tx1"/>
                </a:solidFill>
                <a:effectLst/>
                <a:latin typeface="+mn-lt"/>
                <a:ea typeface="+mn-ea"/>
                <a:cs typeface="+mn-cs"/>
              </a:rPr>
              <a:t>Odgovara li ova reprodukcija opisu Posljednje večere? </a:t>
            </a:r>
            <a:r>
              <a:rPr lang="hr-HR" sz="1200" kern="1200" dirty="0" smtClean="0">
                <a:solidFill>
                  <a:schemeClr val="tx1"/>
                </a:solidFill>
                <a:effectLst/>
                <a:latin typeface="+mn-lt"/>
                <a:ea typeface="+mn-ea"/>
                <a:cs typeface="+mn-cs"/>
              </a:rPr>
              <a:t>(Uglavnom da.)</a:t>
            </a:r>
            <a:r>
              <a:rPr lang="hr-HR" sz="1200" i="1" kern="1200" dirty="0" smtClean="0">
                <a:solidFill>
                  <a:schemeClr val="tx1"/>
                </a:solidFill>
                <a:effectLst/>
                <a:latin typeface="+mn-lt"/>
                <a:ea typeface="+mn-ea"/>
                <a:cs typeface="+mn-cs"/>
              </a:rPr>
              <a:t> Po čemu je drugačija ova reprodukcija od opisa koji ste dali? </a:t>
            </a:r>
            <a:r>
              <a:rPr lang="hr-HR" sz="1200" kern="1200" dirty="0" smtClean="0">
                <a:solidFill>
                  <a:schemeClr val="tx1"/>
                </a:solidFill>
                <a:effectLst/>
                <a:latin typeface="+mn-lt"/>
                <a:ea typeface="+mn-ea"/>
                <a:cs typeface="+mn-cs"/>
              </a:rPr>
              <a:t>(Broj osoba, sluge, mračna prostorija, usmjerenje stola…)</a:t>
            </a:r>
          </a:p>
          <a:p>
            <a:pPr marL="0" marR="0" lvl="0" indent="0" algn="l" defTabSz="914400" rtl="0" eaLnBrk="1" fontAlgn="auto" latinLnBrk="0" hangingPunct="1">
              <a:lnSpc>
                <a:spcPct val="100000"/>
              </a:lnSpc>
              <a:spcBef>
                <a:spcPts val="0"/>
              </a:spcBef>
              <a:spcAft>
                <a:spcPts val="0"/>
              </a:spcAft>
              <a:buClrTx/>
              <a:buSzTx/>
              <a:buFontTx/>
              <a:buNone/>
              <a:tabLst/>
              <a:defRPr/>
            </a:pPr>
            <a:endParaRPr lang="hr-HR"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hr-HR" dirty="0" smtClean="0"/>
              <a:t>[</a:t>
            </a:r>
            <a:r>
              <a:rPr lang="hr-HR" dirty="0"/>
              <a:t>Jacopo Tintoretto, </a:t>
            </a:r>
            <a:r>
              <a:rPr lang="hr-HR" i="1" dirty="0"/>
              <a:t>Posljednja večera</a:t>
            </a:r>
            <a:r>
              <a:rPr lang="hr-HR" dirty="0"/>
              <a:t>, 1594., ulje na platnu, 3,7 x 5,7 m, San Giorgio Maggiore, Venecija]</a:t>
            </a:r>
          </a:p>
          <a:p>
            <a:endParaRPr lang="hr-HR" dirty="0"/>
          </a:p>
          <a:p>
            <a:r>
              <a:rPr lang="hr-HR" dirty="0"/>
              <a:t>2</a:t>
            </a:r>
            <a:r>
              <a:rPr lang="hr-HR" dirty="0" smtClean="0"/>
              <a:t> </a:t>
            </a:r>
            <a:r>
              <a:rPr lang="hr-HR" dirty="0"/>
              <a:t>min</a:t>
            </a:r>
          </a:p>
        </p:txBody>
      </p:sp>
      <p:sp>
        <p:nvSpPr>
          <p:cNvPr id="4" name="Rezervirano mjesto broja slajda 3"/>
          <p:cNvSpPr>
            <a:spLocks noGrp="1"/>
          </p:cNvSpPr>
          <p:nvPr>
            <p:ph type="sldNum" sz="quarter" idx="5"/>
          </p:nvPr>
        </p:nvSpPr>
        <p:spPr/>
        <p:txBody>
          <a:bodyPr/>
          <a:lstStyle/>
          <a:p>
            <a:fld id="{FDA9FC7C-CFB6-40F7-853F-450F0E3B4452}" type="slidenum">
              <a:rPr lang="hr-HR" smtClean="0"/>
              <a:t>10</a:t>
            </a:fld>
            <a:endParaRPr lang="hr-HR"/>
          </a:p>
        </p:txBody>
      </p:sp>
    </p:spTree>
    <p:extLst>
      <p:ext uri="{BB962C8B-B14F-4D97-AF65-F5344CB8AC3E}">
        <p14:creationId xmlns:p14="http://schemas.microsoft.com/office/powerpoint/2010/main" val="4249943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kern="1200" dirty="0" smtClean="0">
                <a:solidFill>
                  <a:schemeClr val="tx1"/>
                </a:solidFill>
                <a:effectLst/>
                <a:latin typeface="+mn-lt"/>
                <a:ea typeface="+mn-ea"/>
                <a:cs typeface="+mn-cs"/>
              </a:rPr>
              <a:t>Ova slika e jedno od najpoznatijih umjetničkih djela.</a:t>
            </a:r>
          </a:p>
          <a:p>
            <a:r>
              <a:rPr lang="hr-HR" sz="1200" kern="1200" dirty="0" smtClean="0">
                <a:solidFill>
                  <a:schemeClr val="tx1"/>
                </a:solidFill>
                <a:effectLst/>
                <a:latin typeface="+mn-lt"/>
                <a:ea typeface="+mn-ea"/>
                <a:cs typeface="+mn-cs"/>
              </a:rPr>
              <a:t>Vidimo istu temu, prikaz posljednje večere, ali na drugačiji način od prethodnog primjera. </a:t>
            </a:r>
            <a:r>
              <a:rPr lang="hr-HR" sz="1200" i="1" kern="1200" dirty="0" smtClean="0">
                <a:solidFill>
                  <a:schemeClr val="tx1"/>
                </a:solidFill>
                <a:effectLst/>
                <a:latin typeface="+mn-lt"/>
                <a:ea typeface="+mn-ea"/>
                <a:cs typeface="+mn-cs"/>
              </a:rPr>
              <a:t>Što je drugačije?</a:t>
            </a:r>
            <a:r>
              <a:rPr lang="hr-HR" sz="1200" kern="1200" dirty="0" smtClean="0">
                <a:solidFill>
                  <a:schemeClr val="tx1"/>
                </a:solidFill>
                <a:effectLst/>
                <a:latin typeface="+mn-lt"/>
                <a:ea typeface="+mn-ea"/>
                <a:cs typeface="+mn-cs"/>
              </a:rPr>
              <a:t> (Krist je u središtu, apostoli su lijevo i desno oko njega) </a:t>
            </a:r>
            <a:r>
              <a:rPr lang="hr-HR" sz="1200" i="1" kern="1200" dirty="0" smtClean="0">
                <a:solidFill>
                  <a:schemeClr val="tx1"/>
                </a:solidFill>
                <a:effectLst/>
                <a:latin typeface="+mn-lt"/>
                <a:ea typeface="+mn-ea"/>
                <a:cs typeface="+mn-cs"/>
              </a:rPr>
              <a:t>Što mislite gdje se nalazi ova freska? (U kojoj prostoriji?) </a:t>
            </a:r>
            <a:r>
              <a:rPr lang="hr-HR" sz="1200" kern="1200" dirty="0" smtClean="0">
                <a:solidFill>
                  <a:schemeClr val="tx1"/>
                </a:solidFill>
                <a:effectLst/>
                <a:latin typeface="+mn-lt"/>
                <a:ea typeface="+mn-ea"/>
                <a:cs typeface="+mn-cs"/>
              </a:rPr>
              <a:t>(U blagovaonici samostana) Tema Posljednje večere je bila uvriježena u samostanskim blagovaonicama. Redovnici i redovnice su večerali u tišini sjedeći za stolom pred prikazima apostola i Krista. </a:t>
            </a:r>
          </a:p>
          <a:p>
            <a:endParaRPr lang="hr-HR" dirty="0"/>
          </a:p>
          <a:p>
            <a:pPr marL="0" marR="0" lvl="0" indent="0" algn="l" defTabSz="914400" rtl="0" eaLnBrk="1" fontAlgn="auto" latinLnBrk="0" hangingPunct="1">
              <a:lnSpc>
                <a:spcPct val="100000"/>
              </a:lnSpc>
              <a:spcBef>
                <a:spcPts val="0"/>
              </a:spcBef>
              <a:spcAft>
                <a:spcPts val="0"/>
              </a:spcAft>
              <a:buClrTx/>
              <a:buSzTx/>
              <a:buFontTx/>
              <a:buNone/>
              <a:tabLst/>
              <a:defRPr/>
            </a:pPr>
            <a:r>
              <a:rPr lang="hr-HR" dirty="0"/>
              <a:t>[Leonardo da Vinci, </a:t>
            </a:r>
            <a:r>
              <a:rPr lang="hr-HR" i="1" dirty="0"/>
              <a:t>Posljednja večera</a:t>
            </a:r>
            <a:r>
              <a:rPr lang="hr-HR" dirty="0"/>
              <a:t>, 1495. – 98., zidna slika, tempera i ulje, 4,6 x 8,8 m, Santa Maria </a:t>
            </a:r>
            <a:r>
              <a:rPr lang="hr-HR" dirty="0" err="1"/>
              <a:t>delle</a:t>
            </a:r>
            <a:r>
              <a:rPr lang="hr-HR" dirty="0"/>
              <a:t> </a:t>
            </a:r>
            <a:r>
              <a:rPr lang="hr-HR" dirty="0" err="1"/>
              <a:t>Grazie</a:t>
            </a:r>
            <a:r>
              <a:rPr lang="hr-HR" dirty="0"/>
              <a:t>, Milano]</a:t>
            </a:r>
          </a:p>
          <a:p>
            <a:endParaRPr lang="hr-HR" dirty="0"/>
          </a:p>
          <a:p>
            <a:r>
              <a:rPr lang="hr-HR" dirty="0" smtClean="0"/>
              <a:t>1 min</a:t>
            </a:r>
            <a:endParaRPr lang="hr-HR" dirty="0"/>
          </a:p>
        </p:txBody>
      </p:sp>
      <p:sp>
        <p:nvSpPr>
          <p:cNvPr id="4" name="Rezervirano mjesto broja slajda 3"/>
          <p:cNvSpPr>
            <a:spLocks noGrp="1"/>
          </p:cNvSpPr>
          <p:nvPr>
            <p:ph type="sldNum" sz="quarter" idx="5"/>
          </p:nvPr>
        </p:nvSpPr>
        <p:spPr/>
        <p:txBody>
          <a:bodyPr/>
          <a:lstStyle/>
          <a:p>
            <a:fld id="{FDA9FC7C-CFB6-40F7-853F-450F0E3B4452}" type="slidenum">
              <a:rPr lang="hr-HR" smtClean="0"/>
              <a:t>11</a:t>
            </a:fld>
            <a:endParaRPr lang="hr-HR"/>
          </a:p>
        </p:txBody>
      </p:sp>
    </p:spTree>
    <p:extLst>
      <p:ext uri="{BB962C8B-B14F-4D97-AF65-F5344CB8AC3E}">
        <p14:creationId xmlns:p14="http://schemas.microsoft.com/office/powerpoint/2010/main" val="7296541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i="1" kern="1200" dirty="0" smtClean="0">
                <a:solidFill>
                  <a:schemeClr val="tx1"/>
                </a:solidFill>
                <a:effectLst/>
                <a:latin typeface="+mn-lt"/>
                <a:ea typeface="+mn-ea"/>
                <a:cs typeface="+mn-cs"/>
              </a:rPr>
              <a:t>Što ovdje vidimo? </a:t>
            </a:r>
            <a:r>
              <a:rPr lang="hr-HR" sz="1200" kern="1200" dirty="0" smtClean="0">
                <a:solidFill>
                  <a:schemeClr val="tx1"/>
                </a:solidFill>
                <a:effectLst/>
                <a:latin typeface="+mn-lt"/>
                <a:ea typeface="+mn-ea"/>
                <a:cs typeface="+mn-cs"/>
              </a:rPr>
              <a:t>(Mnogo osoba za stolom, oko stola u nekom neobičnom vanjskom prostoru…)</a:t>
            </a:r>
          </a:p>
          <a:p>
            <a:r>
              <a:rPr lang="hr-HR" sz="1200" i="1" kern="1200" dirty="0" smtClean="0">
                <a:solidFill>
                  <a:schemeClr val="tx1"/>
                </a:solidFill>
                <a:effectLst/>
                <a:latin typeface="+mn-lt"/>
                <a:ea typeface="+mn-ea"/>
                <a:cs typeface="+mn-cs"/>
              </a:rPr>
              <a:t>Koja je tema ove slike?</a:t>
            </a:r>
            <a:r>
              <a:rPr lang="hr-HR" sz="1200" kern="1200" dirty="0" smtClean="0">
                <a:solidFill>
                  <a:schemeClr val="tx1"/>
                </a:solidFill>
                <a:effectLst/>
                <a:latin typeface="+mn-lt"/>
                <a:ea typeface="+mn-ea"/>
                <a:cs typeface="+mn-cs"/>
              </a:rPr>
              <a:t> (Posljednja večera, suvremena večera, večera s mnogo gostiju…)</a:t>
            </a:r>
          </a:p>
          <a:p>
            <a:r>
              <a:rPr lang="hr-HR" sz="1200" i="1" kern="1200" dirty="0" smtClean="0">
                <a:solidFill>
                  <a:schemeClr val="tx1"/>
                </a:solidFill>
                <a:effectLst/>
                <a:latin typeface="+mn-lt"/>
                <a:ea typeface="+mn-ea"/>
                <a:cs typeface="+mn-cs"/>
              </a:rPr>
              <a:t>Što je drugačije od prethodnih primjera?</a:t>
            </a:r>
            <a:r>
              <a:rPr lang="hr-HR" sz="1200" kern="1200" dirty="0" smtClean="0">
                <a:solidFill>
                  <a:schemeClr val="tx1"/>
                </a:solidFill>
                <a:effectLst/>
                <a:latin typeface="+mn-lt"/>
                <a:ea typeface="+mn-ea"/>
                <a:cs typeface="+mn-cs"/>
              </a:rPr>
              <a:t> (Mnogo osoba koje ne pripadaju Isusovom vremenu)</a:t>
            </a:r>
          </a:p>
          <a:p>
            <a:r>
              <a:rPr lang="hr-HR" sz="1200" i="1" kern="1200" dirty="0" smtClean="0">
                <a:solidFill>
                  <a:schemeClr val="tx1"/>
                </a:solidFill>
                <a:effectLst/>
                <a:latin typeface="+mn-lt"/>
                <a:ea typeface="+mn-ea"/>
                <a:cs typeface="+mn-cs"/>
              </a:rPr>
              <a:t>Kako biste nazvali ovu sliku?</a:t>
            </a:r>
            <a:r>
              <a:rPr lang="hr-HR" sz="1200" kern="1200" dirty="0" smtClean="0">
                <a:solidFill>
                  <a:schemeClr val="tx1"/>
                </a:solidFill>
                <a:effectLst/>
                <a:latin typeface="+mn-lt"/>
                <a:ea typeface="+mn-ea"/>
                <a:cs typeface="+mn-cs"/>
              </a:rPr>
              <a:t> (…)</a:t>
            </a:r>
          </a:p>
          <a:p>
            <a:r>
              <a:rPr lang="hr-HR" sz="1200" kern="1200" dirty="0" smtClean="0">
                <a:solidFill>
                  <a:schemeClr val="tx1"/>
                </a:solidFill>
                <a:effectLst/>
                <a:latin typeface="+mn-lt"/>
                <a:ea typeface="+mn-ea"/>
                <a:cs typeface="+mn-cs"/>
              </a:rPr>
              <a:t>Ova slika, izvorno naručena za blagovaonicu dominikanskog samostana, prikazuje raskošni banket, pravu svečanost za oči. Slici je Veronese dao današnji naziv nakon što ga je vjerski sud inkvizicije pozvao optuživši ga da je sliku napunio „lakrdijašima, pijancima, Nijemcima, patuljcima i sličnim vulgarnostima”, što nije dostojno teme. Izvještaj sa suđenja pokazuje da je sud smatrao kako tom prikazu Posljednje večere nedostaje poštovanja.</a:t>
            </a:r>
          </a:p>
          <a:p>
            <a:endParaRPr lang="hr-HR" dirty="0"/>
          </a:p>
          <a:p>
            <a:pPr marL="0" marR="0" lvl="0" indent="0" algn="l" defTabSz="914400" rtl="0" eaLnBrk="1" fontAlgn="auto" latinLnBrk="0" hangingPunct="1">
              <a:lnSpc>
                <a:spcPct val="100000"/>
              </a:lnSpc>
              <a:spcBef>
                <a:spcPts val="0"/>
              </a:spcBef>
              <a:spcAft>
                <a:spcPts val="0"/>
              </a:spcAft>
              <a:buClrTx/>
              <a:buSzTx/>
              <a:buFontTx/>
              <a:buNone/>
              <a:tabLst/>
              <a:defRPr/>
            </a:pPr>
            <a:r>
              <a:rPr lang="hr-HR" dirty="0"/>
              <a:t>[Paolo </a:t>
            </a:r>
            <a:r>
              <a:rPr lang="hr-HR" dirty="0" err="1"/>
              <a:t>Veronese</a:t>
            </a:r>
            <a:r>
              <a:rPr lang="hr-HR" dirty="0"/>
              <a:t>, </a:t>
            </a:r>
            <a:r>
              <a:rPr lang="hr-HR" i="1" dirty="0"/>
              <a:t>Gozba u </a:t>
            </a:r>
            <a:r>
              <a:rPr lang="hr-HR" i="1" dirty="0" err="1"/>
              <a:t>Levijevoj</a:t>
            </a:r>
            <a:r>
              <a:rPr lang="hr-HR" i="1" dirty="0"/>
              <a:t> kući</a:t>
            </a:r>
            <a:r>
              <a:rPr lang="hr-HR" dirty="0"/>
              <a:t>, 1573., ulje na platnu, 5,5 x 12,8 m, </a:t>
            </a:r>
            <a:r>
              <a:rPr lang="hr-HR" dirty="0" err="1"/>
              <a:t>Gallerie</a:t>
            </a:r>
            <a:r>
              <a:rPr lang="hr-HR" dirty="0"/>
              <a:t> </a:t>
            </a:r>
            <a:r>
              <a:rPr lang="hr-HR" dirty="0" err="1"/>
              <a:t>dell</a:t>
            </a:r>
            <a:r>
              <a:rPr lang="hr-HR" dirty="0"/>
              <a:t>’ </a:t>
            </a:r>
            <a:r>
              <a:rPr lang="hr-HR" dirty="0" err="1"/>
              <a:t>Accademia</a:t>
            </a:r>
            <a:r>
              <a:rPr lang="hr-HR" dirty="0"/>
              <a:t>, Venecija]</a:t>
            </a:r>
          </a:p>
          <a:p>
            <a:endParaRPr lang="hr-HR" dirty="0"/>
          </a:p>
          <a:p>
            <a:r>
              <a:rPr lang="hr-HR" dirty="0" smtClean="0"/>
              <a:t>1 min</a:t>
            </a:r>
            <a:endParaRPr lang="hr-HR" dirty="0"/>
          </a:p>
        </p:txBody>
      </p:sp>
      <p:sp>
        <p:nvSpPr>
          <p:cNvPr id="4" name="Rezervirano mjesto broja slajda 3"/>
          <p:cNvSpPr>
            <a:spLocks noGrp="1"/>
          </p:cNvSpPr>
          <p:nvPr>
            <p:ph type="sldNum" sz="quarter" idx="5"/>
          </p:nvPr>
        </p:nvSpPr>
        <p:spPr/>
        <p:txBody>
          <a:bodyPr/>
          <a:lstStyle/>
          <a:p>
            <a:fld id="{FDA9FC7C-CFB6-40F7-853F-450F0E3B4452}" type="slidenum">
              <a:rPr lang="hr-HR" smtClean="0"/>
              <a:t>12</a:t>
            </a:fld>
            <a:endParaRPr lang="hr-HR"/>
          </a:p>
        </p:txBody>
      </p:sp>
    </p:spTree>
    <p:extLst>
      <p:ext uri="{BB962C8B-B14F-4D97-AF65-F5344CB8AC3E}">
        <p14:creationId xmlns:p14="http://schemas.microsoft.com/office/powerpoint/2010/main" val="1133777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kern="1200" dirty="0" smtClean="0">
                <a:solidFill>
                  <a:schemeClr val="tx1"/>
                </a:solidFill>
                <a:effectLst/>
                <a:latin typeface="+mn-lt"/>
                <a:ea typeface="+mn-ea"/>
                <a:cs typeface="+mn-cs"/>
              </a:rPr>
              <a:t>Iako sve tri reprodukcije pokazuju istu temu, primjećujemo razlike u pristupu temi.</a:t>
            </a:r>
          </a:p>
          <a:p>
            <a:r>
              <a:rPr lang="hr-HR" sz="1200" i="1" kern="1200" dirty="0" smtClean="0">
                <a:solidFill>
                  <a:schemeClr val="tx1"/>
                </a:solidFill>
                <a:effectLst/>
                <a:latin typeface="+mn-lt"/>
                <a:ea typeface="+mn-ea"/>
                <a:cs typeface="+mn-cs"/>
              </a:rPr>
              <a:t>Sjećate li se što je to Genre scena?</a:t>
            </a:r>
            <a:r>
              <a:rPr lang="hr-HR" sz="1200" kern="1200" dirty="0" smtClean="0">
                <a:solidFill>
                  <a:schemeClr val="tx1"/>
                </a:solidFill>
                <a:effectLst/>
                <a:latin typeface="+mn-lt"/>
                <a:ea typeface="+mn-ea"/>
                <a:cs typeface="+mn-cs"/>
              </a:rPr>
              <a:t> (Tema iz svakodnevnog života)</a:t>
            </a:r>
          </a:p>
          <a:p>
            <a:r>
              <a:rPr lang="hr-HR" sz="1200" i="1" kern="1200" dirty="0" smtClean="0">
                <a:solidFill>
                  <a:schemeClr val="tx1"/>
                </a:solidFill>
                <a:effectLst/>
                <a:latin typeface="+mn-lt"/>
                <a:ea typeface="+mn-ea"/>
                <a:cs typeface="+mn-cs"/>
              </a:rPr>
              <a:t>Može li se to primijeniti i nekome od ovih primjera?</a:t>
            </a:r>
            <a:r>
              <a:rPr lang="hr-HR" sz="1200" kern="1200" dirty="0" smtClean="0">
                <a:solidFill>
                  <a:schemeClr val="tx1"/>
                </a:solidFill>
                <a:effectLst/>
                <a:latin typeface="+mn-lt"/>
                <a:ea typeface="+mn-ea"/>
                <a:cs typeface="+mn-cs"/>
              </a:rPr>
              <a:t> (Na prvom i posljednjem) </a:t>
            </a:r>
            <a:r>
              <a:rPr lang="hr-HR" sz="1200" i="1" kern="1200" dirty="0" smtClean="0">
                <a:solidFill>
                  <a:schemeClr val="tx1"/>
                </a:solidFill>
                <a:effectLst/>
                <a:latin typeface="+mn-lt"/>
                <a:ea typeface="+mn-ea"/>
                <a:cs typeface="+mn-cs"/>
              </a:rPr>
              <a:t>Što?</a:t>
            </a:r>
            <a:r>
              <a:rPr lang="hr-HR" sz="1200" kern="1200" dirty="0" smtClean="0">
                <a:solidFill>
                  <a:schemeClr val="tx1"/>
                </a:solidFill>
                <a:effectLst/>
                <a:latin typeface="+mn-lt"/>
                <a:ea typeface="+mn-ea"/>
                <a:cs typeface="+mn-cs"/>
              </a:rPr>
              <a:t> (Obični ljudi, suvremena odjeća, sluge, prostor…)</a:t>
            </a:r>
          </a:p>
          <a:p>
            <a:r>
              <a:rPr lang="hr-HR" sz="1200" kern="1200" dirty="0" smtClean="0">
                <a:solidFill>
                  <a:schemeClr val="tx1"/>
                </a:solidFill>
                <a:effectLst/>
                <a:latin typeface="+mn-lt"/>
                <a:ea typeface="+mn-ea"/>
                <a:cs typeface="+mn-cs"/>
              </a:rPr>
              <a:t>Upravo tako, dolazi do ispreplitanja različitih scena.</a:t>
            </a:r>
          </a:p>
          <a:p>
            <a:endParaRPr lang="hr-HR" dirty="0"/>
          </a:p>
          <a:p>
            <a:r>
              <a:rPr lang="hr-HR" dirty="0"/>
              <a:t>Po </a:t>
            </a:r>
            <a:r>
              <a:rPr lang="hr-HR" dirty="0" err="1"/>
              <a:t>redosljedu</a:t>
            </a:r>
            <a:r>
              <a:rPr lang="hr-HR" dirty="0"/>
              <a:t> pojavljivanja:</a:t>
            </a:r>
          </a:p>
          <a:p>
            <a:pPr marL="0" marR="0" lvl="0" indent="0" algn="l" defTabSz="914400" rtl="0" eaLnBrk="1" fontAlgn="auto" latinLnBrk="0" hangingPunct="1">
              <a:lnSpc>
                <a:spcPct val="100000"/>
              </a:lnSpc>
              <a:spcBef>
                <a:spcPts val="0"/>
              </a:spcBef>
              <a:spcAft>
                <a:spcPts val="0"/>
              </a:spcAft>
              <a:buClrTx/>
              <a:buSzTx/>
              <a:buFontTx/>
              <a:buNone/>
              <a:tabLst/>
              <a:defRPr/>
            </a:pPr>
            <a:r>
              <a:rPr lang="hr-HR" dirty="0"/>
              <a:t>Leonardo da Vinci, </a:t>
            </a:r>
            <a:r>
              <a:rPr lang="hr-HR" i="1" dirty="0"/>
              <a:t>Posljednja večera</a:t>
            </a:r>
            <a:r>
              <a:rPr lang="hr-HR" dirty="0"/>
              <a:t>, 1495. – 98., zidna slika, tempera i ulje, 4,6 x 8,8 m, Santa Maria </a:t>
            </a:r>
            <a:r>
              <a:rPr lang="hr-HR" dirty="0" err="1"/>
              <a:t>delle</a:t>
            </a:r>
            <a:r>
              <a:rPr lang="hr-HR" dirty="0"/>
              <a:t> </a:t>
            </a:r>
            <a:r>
              <a:rPr lang="hr-HR" dirty="0" err="1"/>
              <a:t>Grazie</a:t>
            </a:r>
            <a:r>
              <a:rPr lang="hr-HR" dirty="0"/>
              <a:t>, Milano</a:t>
            </a:r>
          </a:p>
          <a:p>
            <a:pPr marL="0" marR="0" lvl="0" indent="0" algn="l" defTabSz="914400" rtl="0" eaLnBrk="1" fontAlgn="auto" latinLnBrk="0" hangingPunct="1">
              <a:lnSpc>
                <a:spcPct val="100000"/>
              </a:lnSpc>
              <a:spcBef>
                <a:spcPts val="0"/>
              </a:spcBef>
              <a:spcAft>
                <a:spcPts val="0"/>
              </a:spcAft>
              <a:buClrTx/>
              <a:buSzTx/>
              <a:buFontTx/>
              <a:buNone/>
              <a:tabLst/>
              <a:defRPr/>
            </a:pPr>
            <a:r>
              <a:rPr lang="hr-HR" dirty="0"/>
              <a:t>Paolo </a:t>
            </a:r>
            <a:r>
              <a:rPr lang="hr-HR" dirty="0" err="1"/>
              <a:t>Veronese</a:t>
            </a:r>
            <a:r>
              <a:rPr lang="hr-HR" i="1" dirty="0"/>
              <a:t>, Gozba u </a:t>
            </a:r>
            <a:r>
              <a:rPr lang="hr-HR" i="1" dirty="0" err="1"/>
              <a:t>Levijevoj</a:t>
            </a:r>
            <a:r>
              <a:rPr lang="hr-HR" i="1" dirty="0"/>
              <a:t> kući</a:t>
            </a:r>
            <a:r>
              <a:rPr lang="hr-HR" dirty="0"/>
              <a:t>, 1573., ulje na platnu, 5,5 x 12,8 m, </a:t>
            </a:r>
            <a:r>
              <a:rPr lang="hr-HR" dirty="0" err="1"/>
              <a:t>Gallerie</a:t>
            </a:r>
            <a:r>
              <a:rPr lang="hr-HR" dirty="0"/>
              <a:t> </a:t>
            </a:r>
            <a:r>
              <a:rPr lang="hr-HR" dirty="0" err="1"/>
              <a:t>dell</a:t>
            </a:r>
            <a:r>
              <a:rPr lang="hr-HR" dirty="0"/>
              <a:t>’ </a:t>
            </a:r>
            <a:r>
              <a:rPr lang="hr-HR" dirty="0" err="1"/>
              <a:t>Accademia</a:t>
            </a:r>
            <a:r>
              <a:rPr lang="hr-HR" dirty="0"/>
              <a:t>, Venecija</a:t>
            </a:r>
          </a:p>
          <a:p>
            <a:pPr marL="0" marR="0" lvl="0" indent="0" algn="l" defTabSz="914400" rtl="0" eaLnBrk="1" fontAlgn="auto" latinLnBrk="0" hangingPunct="1">
              <a:lnSpc>
                <a:spcPct val="100000"/>
              </a:lnSpc>
              <a:spcBef>
                <a:spcPts val="0"/>
              </a:spcBef>
              <a:spcAft>
                <a:spcPts val="0"/>
              </a:spcAft>
              <a:buClrTx/>
              <a:buSzTx/>
              <a:buFontTx/>
              <a:buNone/>
              <a:tabLst/>
              <a:defRPr/>
            </a:pPr>
            <a:r>
              <a:rPr lang="hr-HR" dirty="0" err="1"/>
              <a:t>Jacopo</a:t>
            </a:r>
            <a:r>
              <a:rPr lang="hr-HR" dirty="0"/>
              <a:t> </a:t>
            </a:r>
            <a:r>
              <a:rPr lang="hr-HR" dirty="0" err="1"/>
              <a:t>Tintoretto</a:t>
            </a:r>
            <a:r>
              <a:rPr lang="hr-HR" i="1" dirty="0"/>
              <a:t>, Posljednja večera</a:t>
            </a:r>
            <a:r>
              <a:rPr lang="hr-HR" dirty="0"/>
              <a:t>, 1594., ulje na platnu, 3,7 x 5,7 m, San Giorgio Maggiore, Venecija</a:t>
            </a:r>
          </a:p>
          <a:p>
            <a:endParaRPr lang="hr-HR" dirty="0"/>
          </a:p>
          <a:p>
            <a:r>
              <a:rPr lang="hr-HR" dirty="0" smtClean="0"/>
              <a:t>1</a:t>
            </a:r>
            <a:r>
              <a:rPr lang="hr-HR" baseline="0" dirty="0" smtClean="0"/>
              <a:t> min</a:t>
            </a:r>
            <a:endParaRPr lang="hr-HR" dirty="0"/>
          </a:p>
        </p:txBody>
      </p:sp>
      <p:sp>
        <p:nvSpPr>
          <p:cNvPr id="4" name="Rezervirano mjesto broja slajda 3"/>
          <p:cNvSpPr>
            <a:spLocks noGrp="1"/>
          </p:cNvSpPr>
          <p:nvPr>
            <p:ph type="sldNum" sz="quarter" idx="5"/>
          </p:nvPr>
        </p:nvSpPr>
        <p:spPr/>
        <p:txBody>
          <a:bodyPr/>
          <a:lstStyle/>
          <a:p>
            <a:fld id="{FDA9FC7C-CFB6-40F7-853F-450F0E3B4452}" type="slidenum">
              <a:rPr lang="hr-HR" smtClean="0"/>
              <a:t>13</a:t>
            </a:fld>
            <a:endParaRPr lang="hr-HR"/>
          </a:p>
        </p:txBody>
      </p:sp>
    </p:spTree>
    <p:extLst>
      <p:ext uri="{BB962C8B-B14F-4D97-AF65-F5344CB8AC3E}">
        <p14:creationId xmlns:p14="http://schemas.microsoft.com/office/powerpoint/2010/main" val="676987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hr-HR" sz="1200" kern="1200" dirty="0" smtClean="0">
                <a:solidFill>
                  <a:schemeClr val="tx1"/>
                </a:solidFill>
                <a:effectLst/>
                <a:latin typeface="+mn-lt"/>
                <a:ea typeface="+mn-ea"/>
                <a:cs typeface="+mn-cs"/>
              </a:rPr>
              <a:t>Spomenuli smo pojam Pieta. </a:t>
            </a:r>
            <a:r>
              <a:rPr lang="hr-HR" sz="1200" i="1" kern="1200" dirty="0" smtClean="0">
                <a:solidFill>
                  <a:schemeClr val="tx1"/>
                </a:solidFill>
                <a:effectLst/>
                <a:latin typeface="+mn-lt"/>
                <a:ea typeface="+mn-ea"/>
                <a:cs typeface="+mn-cs"/>
              </a:rPr>
              <a:t>Zna li netko što znači taj pojam? </a:t>
            </a:r>
            <a:r>
              <a:rPr lang="hr-HR" sz="1200" kern="1200" dirty="0" smtClean="0">
                <a:solidFill>
                  <a:schemeClr val="tx1"/>
                </a:solidFill>
                <a:effectLst/>
                <a:latin typeface="+mn-lt"/>
                <a:ea typeface="+mn-ea"/>
                <a:cs typeface="+mn-cs"/>
              </a:rPr>
              <a:t>(Pieta je oplakivanje Krista.)</a:t>
            </a:r>
          </a:p>
          <a:p>
            <a:r>
              <a:rPr lang="hr-HR" sz="1200" kern="1200" dirty="0" smtClean="0">
                <a:solidFill>
                  <a:schemeClr val="tx1"/>
                </a:solidFill>
                <a:effectLst/>
                <a:latin typeface="+mn-lt"/>
                <a:ea typeface="+mn-ea"/>
                <a:cs typeface="+mn-cs"/>
              </a:rPr>
              <a:t>Pietà (talijanski pietà: sućut, samilost, milosrđe) u zapadnoj kršćanskoj umjetnosti je ikonografski motiv sa sjedećim likom Majke Božje koja u krilu drži mrtvo Isusovo tijelo nakon skidanja s križa.</a:t>
            </a:r>
          </a:p>
          <a:p>
            <a:r>
              <a:rPr lang="hr-HR" sz="1200" i="1" kern="1200" dirty="0" smtClean="0">
                <a:solidFill>
                  <a:schemeClr val="tx1"/>
                </a:solidFill>
                <a:effectLst/>
                <a:latin typeface="+mn-lt"/>
                <a:ea typeface="+mn-ea"/>
                <a:cs typeface="+mn-cs"/>
              </a:rPr>
              <a:t>Koje razlike primjećujete u pristupu temi?</a:t>
            </a:r>
            <a:r>
              <a:rPr lang="hr-HR" sz="1200" kern="1200" dirty="0" smtClean="0">
                <a:solidFill>
                  <a:schemeClr val="tx1"/>
                </a:solidFill>
                <a:effectLst/>
                <a:latin typeface="+mn-lt"/>
                <a:ea typeface="+mn-ea"/>
                <a:cs typeface="+mn-cs"/>
              </a:rPr>
              <a:t> (Desna je realističnija</a:t>
            </a:r>
            <a:r>
              <a:rPr lang="hr-HR" sz="1200" kern="1200" smtClean="0">
                <a:solidFill>
                  <a:schemeClr val="tx1"/>
                </a:solidFill>
                <a:effectLst/>
                <a:latin typeface="+mn-lt"/>
                <a:ea typeface="+mn-ea"/>
                <a:cs typeface="+mn-cs"/>
              </a:rPr>
              <a:t>, na </a:t>
            </a:r>
            <a:r>
              <a:rPr lang="hr-HR" sz="1200" kern="1200" dirty="0" smtClean="0">
                <a:solidFill>
                  <a:schemeClr val="tx1"/>
                </a:solidFill>
                <a:effectLst/>
                <a:latin typeface="+mn-lt"/>
                <a:ea typeface="+mn-ea"/>
                <a:cs typeface="+mn-cs"/>
              </a:rPr>
              <a:t>lijevoj su likovi neproporcionalni…)</a:t>
            </a:r>
          </a:p>
          <a:p>
            <a:r>
              <a:rPr lang="hr-HR" sz="1200" kern="1200" dirty="0" smtClean="0">
                <a:solidFill>
                  <a:schemeClr val="tx1"/>
                </a:solidFill>
                <a:effectLst/>
                <a:latin typeface="+mn-lt"/>
                <a:ea typeface="+mn-ea"/>
                <a:cs typeface="+mn-cs"/>
              </a:rPr>
              <a:t>Ovo je prikaz u kojem se nalaze dvije najprikazivanije osobe zapadnjačke umjentosti u pogledu religiozne tematike. Od razdoblja gotike se počinje  više naglašavati važnost Bogorodice.</a:t>
            </a:r>
          </a:p>
          <a:p>
            <a:endParaRPr lang="hr-HR" sz="1200" b="0" i="0" kern="1200" dirty="0">
              <a:solidFill>
                <a:schemeClr val="tx1"/>
              </a:solidFill>
              <a:effectLst/>
              <a:latin typeface="+mn-lt"/>
              <a:ea typeface="+mn-ea"/>
              <a:cs typeface="+mn-cs"/>
            </a:endParaRPr>
          </a:p>
          <a:p>
            <a:r>
              <a:rPr lang="hr-HR" sz="1200" b="0" i="1" kern="1200" dirty="0">
                <a:solidFill>
                  <a:schemeClr val="tx1"/>
                </a:solidFill>
                <a:effectLst/>
                <a:latin typeface="+mn-lt"/>
                <a:ea typeface="+mn-ea"/>
                <a:cs typeface="+mn-cs"/>
              </a:rPr>
              <a:t>[</a:t>
            </a:r>
            <a:r>
              <a:rPr lang="hr-HR" sz="1200" b="0" i="1" kern="1200" dirty="0" err="1">
                <a:solidFill>
                  <a:schemeClr val="tx1"/>
                </a:solidFill>
                <a:effectLst/>
                <a:latin typeface="+mn-lt"/>
                <a:ea typeface="+mn-ea"/>
                <a:cs typeface="+mn-cs"/>
              </a:rPr>
              <a:t>Roettgen</a:t>
            </a:r>
            <a:r>
              <a:rPr lang="hr-HR" sz="1200" b="0" i="1" kern="1200" dirty="0">
                <a:solidFill>
                  <a:schemeClr val="tx1"/>
                </a:solidFill>
                <a:effectLst/>
                <a:latin typeface="+mn-lt"/>
                <a:ea typeface="+mn-ea"/>
                <a:cs typeface="+mn-cs"/>
              </a:rPr>
              <a:t> Pieta</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poč</a:t>
            </a:r>
            <a:r>
              <a:rPr lang="hr-HR" sz="1200" b="0" i="0" kern="1200" dirty="0">
                <a:solidFill>
                  <a:schemeClr val="tx1"/>
                </a:solidFill>
                <a:effectLst/>
                <a:latin typeface="+mn-lt"/>
                <a:ea typeface="+mn-ea"/>
                <a:cs typeface="+mn-cs"/>
              </a:rPr>
              <a:t>. 14. st., drvo, visina 87,5 cm, Muzej Rajnske oblasti, Bonn]</a:t>
            </a:r>
          </a:p>
          <a:p>
            <a:r>
              <a:rPr lang="hr-HR" sz="1200" b="0" i="0" kern="1200" dirty="0">
                <a:solidFill>
                  <a:schemeClr val="tx1"/>
                </a:solidFill>
                <a:effectLst/>
                <a:latin typeface="+mn-lt"/>
                <a:ea typeface="+mn-ea"/>
                <a:cs typeface="+mn-cs"/>
              </a:rPr>
              <a:t>[Michelangelo, </a:t>
            </a:r>
            <a:r>
              <a:rPr lang="hr-HR" sz="1200" b="0" i="1" kern="1200" dirty="0">
                <a:solidFill>
                  <a:schemeClr val="tx1"/>
                </a:solidFill>
                <a:effectLst/>
                <a:latin typeface="+mn-lt"/>
                <a:ea typeface="+mn-ea"/>
                <a:cs typeface="+mn-cs"/>
              </a:rPr>
              <a:t>Pieta</a:t>
            </a:r>
            <a:r>
              <a:rPr lang="hr-HR" sz="1200" b="0" i="0" kern="1200" dirty="0">
                <a:solidFill>
                  <a:schemeClr val="tx1"/>
                </a:solidFill>
                <a:effectLst/>
                <a:latin typeface="+mn-lt"/>
                <a:ea typeface="+mn-ea"/>
                <a:cs typeface="+mn-cs"/>
              </a:rPr>
              <a:t>, oko 1498., mramor, visina 173,9 cm, Crkva sv. Petra, Rim]</a:t>
            </a:r>
          </a:p>
          <a:p>
            <a:endParaRPr lang="hr-HR" sz="1200" b="0" i="0" kern="1200" dirty="0">
              <a:solidFill>
                <a:schemeClr val="tx1"/>
              </a:solidFill>
              <a:effectLst/>
              <a:latin typeface="+mn-lt"/>
              <a:ea typeface="+mn-ea"/>
              <a:cs typeface="+mn-cs"/>
            </a:endParaRPr>
          </a:p>
          <a:p>
            <a:r>
              <a:rPr lang="hr-HR" sz="1200" b="0" i="0" kern="1200" dirty="0">
                <a:solidFill>
                  <a:schemeClr val="tx1"/>
                </a:solidFill>
                <a:effectLst/>
                <a:latin typeface="+mn-lt"/>
                <a:ea typeface="+mn-ea"/>
                <a:cs typeface="+mn-cs"/>
              </a:rPr>
              <a:t>1 min</a:t>
            </a:r>
          </a:p>
        </p:txBody>
      </p:sp>
      <p:sp>
        <p:nvSpPr>
          <p:cNvPr id="4" name="Slide Number Placeholder 3"/>
          <p:cNvSpPr>
            <a:spLocks noGrp="1"/>
          </p:cNvSpPr>
          <p:nvPr>
            <p:ph type="sldNum" sz="quarter" idx="10"/>
          </p:nvPr>
        </p:nvSpPr>
        <p:spPr/>
        <p:txBody>
          <a:bodyPr/>
          <a:lstStyle/>
          <a:p>
            <a:fld id="{FDA9FC7C-CFB6-40F7-853F-450F0E3B4452}" type="slidenum">
              <a:rPr lang="hr-HR" smtClean="0"/>
              <a:t>14</a:t>
            </a:fld>
            <a:endParaRPr lang="hr-HR"/>
          </a:p>
        </p:txBody>
      </p:sp>
    </p:spTree>
    <p:extLst>
      <p:ext uri="{BB962C8B-B14F-4D97-AF65-F5344CB8AC3E}">
        <p14:creationId xmlns:p14="http://schemas.microsoft.com/office/powerpoint/2010/main" val="16018534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hr-HR" sz="1200" kern="1200" dirty="0" smtClean="0">
                <a:solidFill>
                  <a:schemeClr val="tx1"/>
                </a:solidFill>
                <a:effectLst/>
                <a:latin typeface="+mn-lt"/>
                <a:ea typeface="+mn-ea"/>
                <a:cs typeface="+mn-cs"/>
              </a:rPr>
              <a:t>Ako pogledamo ovaj primjer, naziv ovog djela, formu i poruku koju šalje, možemo pokrenuti cijelu raspravu o tome </a:t>
            </a:r>
            <a:r>
              <a:rPr lang="hr-HR" sz="1200" i="1" kern="1200" dirty="0" smtClean="0">
                <a:solidFill>
                  <a:schemeClr val="tx1"/>
                </a:solidFill>
                <a:effectLst/>
                <a:latin typeface="+mn-lt"/>
                <a:ea typeface="+mn-ea"/>
                <a:cs typeface="+mn-cs"/>
              </a:rPr>
              <a:t>je li ovo primjer religiozne tematike ili nije</a:t>
            </a:r>
            <a:r>
              <a:rPr lang="hr-HR" sz="1200" kern="1200" dirty="0" smtClean="0">
                <a:solidFill>
                  <a:schemeClr val="tx1"/>
                </a:solidFill>
                <a:effectLst/>
                <a:latin typeface="+mn-lt"/>
                <a:ea typeface="+mn-ea"/>
                <a:cs typeface="+mn-cs"/>
              </a:rPr>
              <a:t>? </a:t>
            </a:r>
            <a:r>
              <a:rPr lang="hr-HR" sz="1200" i="1" kern="1200" dirty="0" smtClean="0">
                <a:solidFill>
                  <a:schemeClr val="tx1"/>
                </a:solidFill>
                <a:effectLst/>
                <a:latin typeface="+mn-lt"/>
                <a:ea typeface="+mn-ea"/>
                <a:cs typeface="+mn-cs"/>
              </a:rPr>
              <a:t>Ako je, zašto je, ako nije, zašto nije.</a:t>
            </a:r>
            <a:r>
              <a:rPr lang="hr-HR" sz="1200" kern="1200" dirty="0" smtClean="0">
                <a:solidFill>
                  <a:schemeClr val="tx1"/>
                </a:solidFill>
                <a:effectLst/>
                <a:latin typeface="+mn-lt"/>
                <a:ea typeface="+mn-ea"/>
                <a:cs typeface="+mn-cs"/>
              </a:rPr>
              <a:t> (Crni likovi, suvremena odjeća, obični ljudi – razlike, sličnost je forma)</a:t>
            </a:r>
          </a:p>
          <a:p>
            <a:r>
              <a:rPr lang="hr-HR" sz="1200" kern="1200" dirty="0" smtClean="0">
                <a:solidFill>
                  <a:schemeClr val="tx1"/>
                </a:solidFill>
                <a:effectLst/>
                <a:latin typeface="+mn-lt"/>
                <a:ea typeface="+mn-ea"/>
                <a:cs typeface="+mn-cs"/>
              </a:rPr>
              <a:t>Prikazuje tugujuću majku nakon što joj je sin ubijen u policijskoj pucnjavi. Nije religiozne tematike, ali je inspirirano Pietom.</a:t>
            </a:r>
          </a:p>
          <a:p>
            <a:endParaRPr lang="hr-HR" dirty="0"/>
          </a:p>
          <a:p>
            <a:pPr marL="0" marR="0" lvl="0" indent="0" algn="l" defTabSz="914400" rtl="0" eaLnBrk="1" fontAlgn="auto" latinLnBrk="0" hangingPunct="1">
              <a:lnSpc>
                <a:spcPct val="100000"/>
              </a:lnSpc>
              <a:spcBef>
                <a:spcPts val="0"/>
              </a:spcBef>
              <a:spcAft>
                <a:spcPts val="0"/>
              </a:spcAft>
              <a:buClrTx/>
              <a:buSzTx/>
              <a:buFontTx/>
              <a:buNone/>
              <a:tabLst/>
              <a:defRPr/>
            </a:pPr>
            <a:r>
              <a:rPr lang="hr-HR" sz="1200" b="0" i="0" kern="1200" dirty="0">
                <a:solidFill>
                  <a:schemeClr val="tx1"/>
                </a:solidFill>
                <a:effectLst/>
                <a:latin typeface="+mn-lt"/>
                <a:ea typeface="+mn-ea"/>
                <a:cs typeface="+mn-cs"/>
              </a:rPr>
              <a:t>[</a:t>
            </a:r>
            <a:r>
              <a:rPr lang="hr-HR" sz="1200" b="0" i="0" kern="1200" dirty="0" err="1">
                <a:solidFill>
                  <a:schemeClr val="tx1"/>
                </a:solidFill>
                <a:effectLst/>
                <a:latin typeface="+mn-lt"/>
                <a:ea typeface="+mn-ea"/>
                <a:cs typeface="+mn-cs"/>
              </a:rPr>
              <a:t>Shanequa</a:t>
            </a:r>
            <a:r>
              <a:rPr lang="hr-HR" sz="1200" b="0" i="0" kern="1200" dirty="0">
                <a:solidFill>
                  <a:schemeClr val="tx1"/>
                </a:solidFill>
                <a:effectLst/>
                <a:latin typeface="+mn-lt"/>
                <a:ea typeface="+mn-ea"/>
                <a:cs typeface="+mn-cs"/>
              </a:rPr>
              <a:t> Gay, </a:t>
            </a:r>
            <a:r>
              <a:rPr lang="hr-HR" sz="1200" b="0" i="1" kern="1200" dirty="0">
                <a:solidFill>
                  <a:schemeClr val="tx1"/>
                </a:solidFill>
                <a:effectLst/>
                <a:latin typeface="+mn-lt"/>
                <a:ea typeface="+mn-ea"/>
                <a:cs typeface="+mn-cs"/>
              </a:rPr>
              <a:t>La Pieta</a:t>
            </a:r>
            <a:r>
              <a:rPr lang="hr-HR" sz="1200" b="0" i="0" kern="1200" dirty="0">
                <a:solidFill>
                  <a:schemeClr val="tx1"/>
                </a:solidFill>
                <a:effectLst/>
                <a:latin typeface="+mn-lt"/>
                <a:ea typeface="+mn-ea"/>
                <a:cs typeface="+mn-cs"/>
              </a:rPr>
              <a:t>, 2019., Galerija Sveučilišta </a:t>
            </a:r>
            <a:r>
              <a:rPr lang="hr-HR" sz="1200" b="0" i="0" kern="1200" dirty="0" err="1">
                <a:solidFill>
                  <a:schemeClr val="tx1"/>
                </a:solidFill>
                <a:effectLst/>
                <a:latin typeface="+mn-lt"/>
                <a:ea typeface="+mn-ea"/>
                <a:cs typeface="+mn-cs"/>
              </a:rPr>
              <a:t>Oglethorpe</a:t>
            </a:r>
            <a:r>
              <a:rPr lang="hr-HR" sz="1200" b="0" i="0" kern="1200" dirty="0">
                <a:solidFill>
                  <a:schemeClr val="tx1"/>
                </a:solidFill>
                <a:effectLst/>
                <a:latin typeface="+mn-lt"/>
                <a:ea typeface="+mn-ea"/>
                <a:cs typeface="+mn-cs"/>
              </a:rPr>
              <a:t>, </a:t>
            </a:r>
            <a:r>
              <a:rPr lang="hr-HR" sz="1200" b="0" i="0" kern="1200" dirty="0" err="1">
                <a:solidFill>
                  <a:schemeClr val="tx1"/>
                </a:solidFill>
                <a:effectLst/>
                <a:latin typeface="+mn-lt"/>
                <a:ea typeface="+mn-ea"/>
                <a:cs typeface="+mn-cs"/>
              </a:rPr>
              <a:t>Brookhaven</a:t>
            </a:r>
            <a:r>
              <a:rPr lang="hr-HR" sz="1200" b="0" i="0" kern="1200" dirty="0">
                <a:solidFill>
                  <a:schemeClr val="tx1"/>
                </a:solidFill>
                <a:effectLst/>
                <a:latin typeface="+mn-lt"/>
                <a:ea typeface="+mn-ea"/>
                <a:cs typeface="+mn-cs"/>
              </a:rPr>
              <a:t>, SAD]</a:t>
            </a:r>
          </a:p>
          <a:p>
            <a:endParaRPr lang="hr-HR" dirty="0"/>
          </a:p>
          <a:p>
            <a:r>
              <a:rPr lang="hr-HR" dirty="0"/>
              <a:t>1 </a:t>
            </a:r>
            <a:r>
              <a:rPr lang="hr-HR" dirty="0" smtClean="0"/>
              <a:t>min</a:t>
            </a:r>
            <a:endParaRPr lang="hr-HR" dirty="0"/>
          </a:p>
        </p:txBody>
      </p:sp>
      <p:sp>
        <p:nvSpPr>
          <p:cNvPr id="4" name="Slide Number Placeholder 3"/>
          <p:cNvSpPr>
            <a:spLocks noGrp="1"/>
          </p:cNvSpPr>
          <p:nvPr>
            <p:ph type="sldNum" sz="quarter" idx="10"/>
          </p:nvPr>
        </p:nvSpPr>
        <p:spPr/>
        <p:txBody>
          <a:bodyPr/>
          <a:lstStyle/>
          <a:p>
            <a:fld id="{FDA9FC7C-CFB6-40F7-853F-450F0E3B4452}" type="slidenum">
              <a:rPr lang="hr-HR" smtClean="0"/>
              <a:t>15</a:t>
            </a:fld>
            <a:endParaRPr lang="hr-HR"/>
          </a:p>
        </p:txBody>
      </p:sp>
    </p:spTree>
    <p:extLst>
      <p:ext uri="{BB962C8B-B14F-4D97-AF65-F5344CB8AC3E}">
        <p14:creationId xmlns:p14="http://schemas.microsoft.com/office/powerpoint/2010/main" val="35925745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kern="1200" dirty="0" smtClean="0">
                <a:solidFill>
                  <a:schemeClr val="tx1"/>
                </a:solidFill>
                <a:effectLst/>
                <a:latin typeface="+mn-lt"/>
                <a:ea typeface="+mn-ea"/>
                <a:cs typeface="+mn-cs"/>
              </a:rPr>
              <a:t>Kada smo već kod teme majke, ne možemo zaobići Bogorodicu u umjetnosti. </a:t>
            </a:r>
          </a:p>
          <a:p>
            <a:r>
              <a:rPr lang="hr-HR" sz="1200" i="1" kern="1200" dirty="0" smtClean="0">
                <a:solidFill>
                  <a:schemeClr val="tx1"/>
                </a:solidFill>
                <a:effectLst/>
                <a:latin typeface="+mn-lt"/>
                <a:ea typeface="+mn-ea"/>
                <a:cs typeface="+mn-cs"/>
              </a:rPr>
              <a:t>Padaju li vam na pamet neke scene ili teme vezane uz njen život?</a:t>
            </a:r>
            <a:r>
              <a:rPr lang="hr-HR" sz="1200" kern="1200" dirty="0" smtClean="0">
                <a:solidFill>
                  <a:schemeClr val="tx1"/>
                </a:solidFill>
                <a:effectLst/>
                <a:latin typeface="+mn-lt"/>
                <a:ea typeface="+mn-ea"/>
                <a:cs typeface="+mn-cs"/>
              </a:rPr>
              <a:t> (Navještenje, Rođenje Isusa…)</a:t>
            </a:r>
          </a:p>
          <a:p>
            <a:r>
              <a:rPr lang="hr-HR" sz="1200" kern="1200" dirty="0" smtClean="0">
                <a:solidFill>
                  <a:schemeClr val="tx1"/>
                </a:solidFill>
                <a:effectLst/>
                <a:latin typeface="+mn-lt"/>
                <a:ea typeface="+mn-ea"/>
                <a:cs typeface="+mn-cs"/>
              </a:rPr>
              <a:t>Tako je, uglavnom je vezano uz Krista, ali postoje i djela koja su inspirirana i samom Bogorodicom.</a:t>
            </a:r>
          </a:p>
          <a:p>
            <a:r>
              <a:rPr lang="hr-HR" sz="1200" i="1" kern="1200" dirty="0" smtClean="0">
                <a:solidFill>
                  <a:schemeClr val="tx1"/>
                </a:solidFill>
                <a:effectLst/>
                <a:latin typeface="+mn-lt"/>
                <a:ea typeface="+mn-ea"/>
                <a:cs typeface="+mn-cs"/>
              </a:rPr>
              <a:t>Znate li tko je tko na ovoj reprodukciji? </a:t>
            </a:r>
            <a:r>
              <a:rPr lang="hr-HR" sz="1200" kern="1200" dirty="0" smtClean="0">
                <a:solidFill>
                  <a:schemeClr val="tx1"/>
                </a:solidFill>
                <a:effectLst/>
                <a:latin typeface="+mn-lt"/>
                <a:ea typeface="+mn-ea"/>
                <a:cs typeface="+mn-cs"/>
              </a:rPr>
              <a:t>(Bogorodica s djetetom i još netko) </a:t>
            </a:r>
            <a:r>
              <a:rPr lang="hr-HR" sz="1200" i="1" kern="1200" dirty="0" smtClean="0">
                <a:solidFill>
                  <a:schemeClr val="tx1"/>
                </a:solidFill>
                <a:effectLst/>
                <a:latin typeface="+mn-lt"/>
                <a:ea typeface="+mn-ea"/>
                <a:cs typeface="+mn-cs"/>
              </a:rPr>
              <a:t>Tko je sv. Ana? </a:t>
            </a:r>
            <a:r>
              <a:rPr lang="hr-HR" sz="1200" kern="1200" dirty="0" smtClean="0">
                <a:solidFill>
                  <a:schemeClr val="tx1"/>
                </a:solidFill>
                <a:effectLst/>
                <a:latin typeface="+mn-lt"/>
                <a:ea typeface="+mn-ea"/>
                <a:cs typeface="+mn-cs"/>
              </a:rPr>
              <a:t>(Sv. Ana je majka Mariji. Ona je lik u pozadini, Marija sjedi njoj u krilu, a dijete je Isus.)</a:t>
            </a:r>
          </a:p>
          <a:p>
            <a:endParaRPr lang="hr-HR" dirty="0"/>
          </a:p>
          <a:p>
            <a:r>
              <a:rPr lang="hr-HR" dirty="0"/>
              <a:t>[Leonardo da Vinci, </a:t>
            </a:r>
            <a:r>
              <a:rPr lang="hr-HR" i="1" dirty="0"/>
              <a:t>Sv. Ana, Bogorodica i dijete</a:t>
            </a:r>
            <a:r>
              <a:rPr lang="hr-HR" dirty="0"/>
              <a:t>, između 1510. i 1513., ulje na dasci, 168 x 130 cm, Louvre, Pariz]</a:t>
            </a:r>
          </a:p>
          <a:p>
            <a:endParaRPr lang="hr-HR" dirty="0"/>
          </a:p>
          <a:p>
            <a:r>
              <a:rPr lang="hr-HR" dirty="0"/>
              <a:t>30 </a:t>
            </a:r>
            <a:r>
              <a:rPr lang="hr-HR" dirty="0" smtClean="0"/>
              <a:t>sek</a:t>
            </a:r>
            <a:endParaRPr lang="hr-HR" dirty="0"/>
          </a:p>
        </p:txBody>
      </p:sp>
      <p:sp>
        <p:nvSpPr>
          <p:cNvPr id="4" name="Rezervirano mjesto broja slajda 3"/>
          <p:cNvSpPr>
            <a:spLocks noGrp="1"/>
          </p:cNvSpPr>
          <p:nvPr>
            <p:ph type="sldNum" sz="quarter" idx="5"/>
          </p:nvPr>
        </p:nvSpPr>
        <p:spPr/>
        <p:txBody>
          <a:bodyPr/>
          <a:lstStyle/>
          <a:p>
            <a:fld id="{FDA9FC7C-CFB6-40F7-853F-450F0E3B4452}" type="slidenum">
              <a:rPr lang="hr-HR" smtClean="0"/>
              <a:t>16</a:t>
            </a:fld>
            <a:endParaRPr lang="hr-HR"/>
          </a:p>
        </p:txBody>
      </p:sp>
    </p:spTree>
    <p:extLst>
      <p:ext uri="{BB962C8B-B14F-4D97-AF65-F5344CB8AC3E}">
        <p14:creationId xmlns:p14="http://schemas.microsoft.com/office/powerpoint/2010/main" val="26533770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sz="1200" i="1" kern="1200" dirty="0" smtClean="0">
                <a:solidFill>
                  <a:schemeClr val="tx1"/>
                </a:solidFill>
                <a:effectLst/>
                <a:latin typeface="+mn-lt"/>
                <a:ea typeface="+mn-ea"/>
                <a:cs typeface="+mn-cs"/>
              </a:rPr>
              <a:t>O čemu bi se moglo raditi u Marijanskom ciklusu? </a:t>
            </a:r>
            <a:r>
              <a:rPr lang="hr-HR" sz="1200" kern="1200" dirty="0" smtClean="0">
                <a:solidFill>
                  <a:schemeClr val="tx1"/>
                </a:solidFill>
                <a:effectLst/>
                <a:latin typeface="+mn-lt"/>
                <a:ea typeface="+mn-ea"/>
                <a:cs typeface="+mn-cs"/>
              </a:rPr>
              <a:t>(O životu Marije, teme vezane iz Marijina života.) </a:t>
            </a:r>
          </a:p>
          <a:p>
            <a:r>
              <a:rPr lang="hr-HR" sz="1200" i="1" kern="1200" dirty="0" smtClean="0">
                <a:solidFill>
                  <a:schemeClr val="tx1"/>
                </a:solidFill>
                <a:effectLst/>
                <a:latin typeface="+mn-lt"/>
                <a:ea typeface="+mn-ea"/>
                <a:cs typeface="+mn-cs"/>
              </a:rPr>
              <a:t>Znate li možda neke? </a:t>
            </a:r>
            <a:r>
              <a:rPr lang="hr-HR" sz="1200" i="0" kern="1200" dirty="0" smtClean="0">
                <a:solidFill>
                  <a:schemeClr val="tx1"/>
                </a:solidFill>
                <a:effectLst/>
                <a:latin typeface="+mn-lt"/>
                <a:ea typeface="+mn-ea"/>
                <a:cs typeface="+mn-cs"/>
              </a:rPr>
              <a:t>(Rođenje, navještenje, vizitacija…)</a:t>
            </a:r>
            <a:endParaRPr lang="hr-HR" sz="1200" i="1" kern="1200" dirty="0" smtClean="0">
              <a:solidFill>
                <a:schemeClr val="tx1"/>
              </a:solidFill>
              <a:effectLst/>
              <a:latin typeface="+mn-lt"/>
              <a:ea typeface="+mn-ea"/>
              <a:cs typeface="+mn-cs"/>
            </a:endParaRPr>
          </a:p>
          <a:p>
            <a:r>
              <a:rPr lang="hr-HR" sz="1200" i="1" kern="1200" dirty="0" smtClean="0">
                <a:solidFill>
                  <a:schemeClr val="tx1"/>
                </a:solidFill>
                <a:effectLst/>
                <a:latin typeface="+mn-lt"/>
                <a:ea typeface="+mn-ea"/>
                <a:cs typeface="+mn-cs"/>
              </a:rPr>
              <a:t>A zašto za prethodni primjer ne kažemo da je „ciklus”, a za ovaj da?</a:t>
            </a:r>
            <a:endParaRPr lang="hr-HR" sz="1200" kern="1200" dirty="0" smtClean="0">
              <a:solidFill>
                <a:schemeClr val="tx1"/>
              </a:solidFill>
              <a:effectLst/>
              <a:latin typeface="+mn-lt"/>
              <a:ea typeface="+mn-ea"/>
              <a:cs typeface="+mn-cs"/>
            </a:endParaRPr>
          </a:p>
          <a:p>
            <a:r>
              <a:rPr lang="hr-HR" sz="1200" kern="1200" dirty="0" smtClean="0">
                <a:solidFill>
                  <a:schemeClr val="tx1"/>
                </a:solidFill>
                <a:effectLst/>
                <a:latin typeface="+mn-lt"/>
                <a:ea typeface="+mn-ea"/>
                <a:cs typeface="+mn-cs"/>
              </a:rPr>
              <a:t>(Ciklus je više slika u nizu, povezanih, a prethodni primjer je samo jedna s temom Bogorodice.)</a:t>
            </a:r>
          </a:p>
          <a:p>
            <a:r>
              <a:rPr lang="hr-HR" sz="1200" kern="1200" dirty="0" smtClean="0">
                <a:solidFill>
                  <a:schemeClr val="tx1"/>
                </a:solidFill>
                <a:effectLst/>
                <a:latin typeface="+mn-lt"/>
                <a:ea typeface="+mn-ea"/>
                <a:cs typeface="+mn-cs"/>
              </a:rPr>
              <a:t>Upravo tako. Ciklus se odnosi na više djela koje čine cjelinu za razliku od jedne slike koja je djelo za sebe.</a:t>
            </a:r>
          </a:p>
          <a:p>
            <a:endParaRPr lang="hr-HR" baseline="0" dirty="0" smtClean="0"/>
          </a:p>
          <a:p>
            <a:endParaRPr lang="hr-HR"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hr-HR" sz="1200" kern="1200" dirty="0" smtClean="0">
                <a:solidFill>
                  <a:schemeClr val="tx1"/>
                </a:solidFill>
                <a:effectLst/>
                <a:latin typeface="+mn-lt"/>
                <a:ea typeface="+mn-ea"/>
                <a:cs typeface="+mn-cs"/>
              </a:rPr>
              <a:t>[</a:t>
            </a:r>
            <a:r>
              <a:rPr lang="en-US" sz="1200" kern="1200" dirty="0" err="1" smtClean="0">
                <a:solidFill>
                  <a:schemeClr val="tx1"/>
                </a:solidFill>
                <a:effectLst/>
                <a:latin typeface="+mn-lt"/>
                <a:ea typeface="+mn-ea"/>
                <a:cs typeface="+mn-cs"/>
              </a:rPr>
              <a:t>Vittore</a:t>
            </a:r>
            <a:r>
              <a:rPr lang="en-US" sz="1200" kern="1200" dirty="0" smtClean="0">
                <a:solidFill>
                  <a:schemeClr val="tx1"/>
                </a:solidFill>
                <a:effectLst/>
                <a:latin typeface="+mn-lt"/>
                <a:ea typeface="+mn-ea"/>
                <a:cs typeface="+mn-cs"/>
              </a:rPr>
              <a:t> Carpaccio, </a:t>
            </a:r>
            <a:r>
              <a:rPr lang="hr-HR" sz="1200" i="1" kern="1200" dirty="0" smtClean="0">
                <a:solidFill>
                  <a:schemeClr val="tx1"/>
                </a:solidFill>
                <a:effectLst/>
                <a:latin typeface="+mn-lt"/>
                <a:ea typeface="+mn-ea"/>
                <a:cs typeface="+mn-cs"/>
              </a:rPr>
              <a:t>Život Djevice</a:t>
            </a:r>
            <a:r>
              <a:rPr lang="hr-HR" sz="1200" kern="1200" dirty="0" smtClean="0">
                <a:solidFill>
                  <a:schemeClr val="tx1"/>
                </a:solidFill>
                <a:effectLst/>
                <a:latin typeface="+mn-lt"/>
                <a:ea typeface="+mn-ea"/>
                <a:cs typeface="+mn-cs"/>
              </a:rPr>
              <a:t>, ulje na platnu i kombinirana tehnika, između </a:t>
            </a:r>
            <a:r>
              <a:rPr lang="en-US" sz="1200" kern="1200" dirty="0" smtClean="0">
                <a:solidFill>
                  <a:schemeClr val="tx1"/>
                </a:solidFill>
                <a:effectLst/>
                <a:latin typeface="+mn-lt"/>
                <a:ea typeface="+mn-ea"/>
                <a:cs typeface="+mn-cs"/>
              </a:rPr>
              <a:t>1504 </a:t>
            </a:r>
            <a:r>
              <a:rPr lang="hr-HR" sz="1200" kern="1200" dirty="0" smtClean="0">
                <a:solidFill>
                  <a:schemeClr val="tx1"/>
                </a:solidFill>
                <a:effectLst/>
                <a:latin typeface="+mn-lt"/>
                <a:ea typeface="+mn-ea"/>
                <a:cs typeface="+mn-cs"/>
              </a:rPr>
              <a:t>i</a:t>
            </a:r>
            <a:r>
              <a:rPr lang="en-US" sz="1200" kern="1200" dirty="0" smtClean="0">
                <a:solidFill>
                  <a:schemeClr val="tx1"/>
                </a:solidFill>
                <a:effectLst/>
                <a:latin typeface="+mn-lt"/>
                <a:ea typeface="+mn-ea"/>
                <a:cs typeface="+mn-cs"/>
              </a:rPr>
              <a:t> 1508.</a:t>
            </a:r>
            <a:r>
              <a:rPr lang="hr-HR" sz="1200" kern="1200" dirty="0" smtClean="0">
                <a:solidFill>
                  <a:schemeClr val="tx1"/>
                </a:solidFill>
                <a:effectLst/>
                <a:latin typeface="+mn-lt"/>
                <a:ea typeface="+mn-ea"/>
                <a:cs typeface="+mn-cs"/>
              </a:rPr>
              <a:t>, za Scuole degli Albanesi, Venecija]</a:t>
            </a:r>
          </a:p>
          <a:p>
            <a:endParaRPr lang="hr-HR" dirty="0" smtClean="0"/>
          </a:p>
          <a:p>
            <a:r>
              <a:rPr lang="hr-HR" dirty="0" smtClean="0"/>
              <a:t>30 sek</a:t>
            </a:r>
            <a:endParaRPr lang="hr-HR" dirty="0"/>
          </a:p>
        </p:txBody>
      </p:sp>
      <p:sp>
        <p:nvSpPr>
          <p:cNvPr id="4" name="Slide Number Placeholder 3"/>
          <p:cNvSpPr>
            <a:spLocks noGrp="1"/>
          </p:cNvSpPr>
          <p:nvPr>
            <p:ph type="sldNum" sz="quarter" idx="10"/>
          </p:nvPr>
        </p:nvSpPr>
        <p:spPr/>
        <p:txBody>
          <a:bodyPr/>
          <a:lstStyle/>
          <a:p>
            <a:fld id="{FDA9FC7C-CFB6-40F7-853F-450F0E3B4452}" type="slidenum">
              <a:rPr lang="hr-HR" smtClean="0"/>
              <a:t>17</a:t>
            </a:fld>
            <a:endParaRPr lang="hr-HR"/>
          </a:p>
        </p:txBody>
      </p:sp>
    </p:spTree>
    <p:extLst>
      <p:ext uri="{BB962C8B-B14F-4D97-AF65-F5344CB8AC3E}">
        <p14:creationId xmlns:p14="http://schemas.microsoft.com/office/powerpoint/2010/main" val="7533485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i="1" kern="1200" dirty="0" smtClean="0">
                <a:solidFill>
                  <a:schemeClr val="tx1"/>
                </a:solidFill>
                <a:effectLst/>
                <a:latin typeface="+mn-lt"/>
                <a:ea typeface="+mn-ea"/>
                <a:cs typeface="+mn-cs"/>
              </a:rPr>
              <a:t>Prepoznajete li temu? </a:t>
            </a:r>
            <a:r>
              <a:rPr lang="hr-HR" sz="1200" kern="1200" dirty="0" smtClean="0">
                <a:solidFill>
                  <a:schemeClr val="tx1"/>
                </a:solidFill>
                <a:effectLst/>
                <a:latin typeface="+mn-lt"/>
                <a:ea typeface="+mn-ea"/>
                <a:cs typeface="+mn-cs"/>
              </a:rPr>
              <a:t>(Navještenje, Anđeo Gabrijel javlja Mariji da će roditi…)</a:t>
            </a:r>
          </a:p>
          <a:p>
            <a:r>
              <a:rPr lang="hr-HR" sz="1200" kern="1200" dirty="0" smtClean="0">
                <a:solidFill>
                  <a:schemeClr val="tx1"/>
                </a:solidFill>
                <a:effectLst/>
                <a:latin typeface="+mn-lt"/>
                <a:ea typeface="+mn-ea"/>
                <a:cs typeface="+mn-cs"/>
              </a:rPr>
              <a:t>Točno, navještenje je vrlo popularna tema u Marijanskom, ali i Kristološkom ciklusu.</a:t>
            </a:r>
          </a:p>
          <a:p>
            <a:r>
              <a:rPr lang="hr-HR" sz="1200" kern="1200" dirty="0" smtClean="0">
                <a:solidFill>
                  <a:schemeClr val="tx1"/>
                </a:solidFill>
                <a:effectLst/>
                <a:latin typeface="+mn-lt"/>
                <a:ea typeface="+mn-ea"/>
                <a:cs typeface="+mn-cs"/>
              </a:rPr>
              <a:t> </a:t>
            </a:r>
          </a:p>
          <a:p>
            <a:r>
              <a:rPr lang="hr-HR" sz="1200" i="1" kern="1200" dirty="0" smtClean="0">
                <a:solidFill>
                  <a:schemeClr val="tx1"/>
                </a:solidFill>
                <a:effectLst/>
                <a:latin typeface="+mn-lt"/>
                <a:ea typeface="+mn-ea"/>
                <a:cs typeface="+mn-cs"/>
              </a:rPr>
              <a:t>Prepoznaje li netko temu na ovoj reprodukciji? </a:t>
            </a:r>
            <a:r>
              <a:rPr lang="hr-HR" sz="1200" kern="1200" dirty="0" smtClean="0">
                <a:solidFill>
                  <a:schemeClr val="tx1"/>
                </a:solidFill>
                <a:effectLst/>
                <a:latin typeface="+mn-lt"/>
                <a:ea typeface="+mn-ea"/>
                <a:cs typeface="+mn-cs"/>
              </a:rPr>
              <a:t>(Vizitacija…)</a:t>
            </a:r>
          </a:p>
          <a:p>
            <a:r>
              <a:rPr lang="hr-HR" sz="1200" kern="1200" dirty="0" smtClean="0">
                <a:solidFill>
                  <a:schemeClr val="tx1"/>
                </a:solidFill>
                <a:effectLst/>
                <a:latin typeface="+mn-lt"/>
                <a:ea typeface="+mn-ea"/>
                <a:cs typeface="+mn-cs"/>
              </a:rPr>
              <a:t>Upravo tako, vizitacija je posjet trudne Marije trudnoj rođakinji Elizabeti koja će roditi Ivana Krstitelja.</a:t>
            </a:r>
          </a:p>
          <a:p>
            <a:r>
              <a:rPr lang="hr-HR" sz="1200" kern="1200" dirty="0" smtClean="0">
                <a:solidFill>
                  <a:schemeClr val="tx1"/>
                </a:solidFill>
                <a:effectLst/>
                <a:latin typeface="+mn-lt"/>
                <a:ea typeface="+mn-ea"/>
                <a:cs typeface="+mn-cs"/>
              </a:rPr>
              <a:t> </a:t>
            </a:r>
          </a:p>
          <a:p>
            <a:r>
              <a:rPr lang="hr-HR" sz="1200" kern="1200" dirty="0" smtClean="0">
                <a:solidFill>
                  <a:schemeClr val="tx1"/>
                </a:solidFill>
                <a:effectLst/>
                <a:latin typeface="+mn-lt"/>
                <a:ea typeface="+mn-ea"/>
                <a:cs typeface="+mn-cs"/>
              </a:rPr>
              <a:t>Ovo je detalj jednog većeg djela. </a:t>
            </a:r>
            <a:r>
              <a:rPr lang="hr-HR" sz="1200" i="1" kern="1200" dirty="0" smtClean="0">
                <a:solidFill>
                  <a:schemeClr val="tx1"/>
                </a:solidFill>
                <a:effectLst/>
                <a:latin typeface="+mn-lt"/>
                <a:ea typeface="+mn-ea"/>
                <a:cs typeface="+mn-cs"/>
              </a:rPr>
              <a:t>Prepoznaje li netko kojeg? </a:t>
            </a:r>
            <a:r>
              <a:rPr lang="hr-HR" sz="1200" kern="1200" dirty="0" smtClean="0">
                <a:solidFill>
                  <a:schemeClr val="tx1"/>
                </a:solidFill>
                <a:effectLst/>
                <a:latin typeface="+mn-lt"/>
                <a:ea typeface="+mn-ea"/>
                <a:cs typeface="+mn-cs"/>
              </a:rPr>
              <a:t>(Posljednji sud u Sikstinskoj kapeli.)</a:t>
            </a:r>
          </a:p>
          <a:p>
            <a:r>
              <a:rPr lang="hr-HR" sz="1200" kern="1200" dirty="0" smtClean="0">
                <a:solidFill>
                  <a:schemeClr val="tx1"/>
                </a:solidFill>
                <a:effectLst/>
                <a:latin typeface="+mn-lt"/>
                <a:ea typeface="+mn-ea"/>
                <a:cs typeface="+mn-cs"/>
              </a:rPr>
              <a:t>Na prikazima Posljednjeg suda Marija se nalazi lijevo od Krista i zajedno s Ivanom Krstiteljem (koji je inače s desna) moli za duše nevinih.</a:t>
            </a:r>
          </a:p>
          <a:p>
            <a:r>
              <a:rPr lang="hr-HR" sz="1200" kern="1200" dirty="0" smtClean="0">
                <a:solidFill>
                  <a:schemeClr val="tx1"/>
                </a:solidFill>
                <a:effectLst/>
                <a:latin typeface="+mn-lt"/>
                <a:ea typeface="+mn-ea"/>
                <a:cs typeface="+mn-cs"/>
              </a:rPr>
              <a:t> </a:t>
            </a:r>
          </a:p>
          <a:p>
            <a:r>
              <a:rPr lang="hr-HR" sz="1200" i="1" kern="1200" dirty="0" smtClean="0">
                <a:solidFill>
                  <a:schemeClr val="tx1"/>
                </a:solidFill>
                <a:effectLst/>
                <a:latin typeface="+mn-lt"/>
                <a:ea typeface="+mn-ea"/>
                <a:cs typeface="+mn-cs"/>
              </a:rPr>
              <a:t>Što je zajedničko ovim prikazima? </a:t>
            </a:r>
            <a:r>
              <a:rPr lang="hr-HR" sz="1200" kern="1200" dirty="0" smtClean="0">
                <a:solidFill>
                  <a:schemeClr val="tx1"/>
                </a:solidFill>
                <a:effectLst/>
                <a:latin typeface="+mn-lt"/>
                <a:ea typeface="+mn-ea"/>
                <a:cs typeface="+mn-cs"/>
              </a:rPr>
              <a:t>(Crvena haljina i plavi plašt.)</a:t>
            </a:r>
          </a:p>
          <a:p>
            <a:r>
              <a:rPr lang="hr-HR" sz="1200" kern="1200" dirty="0" smtClean="0">
                <a:solidFill>
                  <a:schemeClr val="tx1"/>
                </a:solidFill>
                <a:effectLst/>
                <a:latin typeface="+mn-lt"/>
                <a:ea typeface="+mn-ea"/>
                <a:cs typeface="+mn-cs"/>
              </a:rPr>
              <a:t>Dobro uočeno, to je ustaljeni način prikazivanja Marije u religijskim temama, naravno da uvijek ima izuzetaka, ali uglavnom se poštuju pravila i atributi.</a:t>
            </a:r>
          </a:p>
          <a:p>
            <a:endParaRPr lang="hr-HR" dirty="0"/>
          </a:p>
          <a:p>
            <a:r>
              <a:rPr lang="hr-HR" dirty="0"/>
              <a:t>[Sandro </a:t>
            </a:r>
            <a:r>
              <a:rPr lang="hr-HR" dirty="0" err="1"/>
              <a:t>Botticelli</a:t>
            </a:r>
            <a:r>
              <a:rPr lang="hr-HR" dirty="0"/>
              <a:t>, </a:t>
            </a:r>
            <a:r>
              <a:rPr lang="hr-HR" i="1" u="none" dirty="0"/>
              <a:t>Navještenje</a:t>
            </a:r>
            <a:r>
              <a:rPr lang="hr-HR" dirty="0"/>
              <a:t>, 1489., tempera na dasci, 150 x 156 cm, Galerija </a:t>
            </a:r>
            <a:r>
              <a:rPr lang="hr-HR" dirty="0" err="1"/>
              <a:t>Uffizi</a:t>
            </a:r>
            <a:r>
              <a:rPr lang="hr-HR" dirty="0"/>
              <a:t>, Firenca;</a:t>
            </a:r>
          </a:p>
          <a:p>
            <a:r>
              <a:rPr lang="hr-HR" dirty="0"/>
              <a:t>Michelangelo, </a:t>
            </a:r>
            <a:r>
              <a:rPr lang="hr-HR" i="1" dirty="0"/>
              <a:t>Posljednji sud</a:t>
            </a:r>
            <a:r>
              <a:rPr lang="hr-HR" dirty="0"/>
              <a:t>, 1536. – 41., detalj, freska, Sikstinska kapela, Vatikan;</a:t>
            </a:r>
          </a:p>
          <a:p>
            <a:r>
              <a:rPr lang="hr-HR" dirty="0"/>
              <a:t>Majstor </a:t>
            </a:r>
            <a:r>
              <a:rPr lang="hr-HR" dirty="0" err="1"/>
              <a:t>Boucicaut</a:t>
            </a:r>
            <a:r>
              <a:rPr lang="hr-HR" dirty="0"/>
              <a:t>, </a:t>
            </a:r>
            <a:r>
              <a:rPr lang="hr-HR" i="1" dirty="0"/>
              <a:t>Časoslov maršala </a:t>
            </a:r>
            <a:r>
              <a:rPr lang="hr-HR" i="1" dirty="0" err="1"/>
              <a:t>Boucicauta</a:t>
            </a:r>
            <a:r>
              <a:rPr lang="hr-HR" dirty="0"/>
              <a:t>, stranica s </a:t>
            </a:r>
            <a:r>
              <a:rPr lang="hr-HR" i="1" dirty="0"/>
              <a:t>Vizitacijom</a:t>
            </a:r>
            <a:r>
              <a:rPr lang="hr-HR" dirty="0"/>
              <a:t>, oko 1410., </a:t>
            </a:r>
            <a:r>
              <a:rPr lang="hr-HR" dirty="0" err="1"/>
              <a:t>Insitut</a:t>
            </a:r>
            <a:r>
              <a:rPr lang="hr-HR" dirty="0"/>
              <a:t> de France-</a:t>
            </a:r>
            <a:r>
              <a:rPr lang="hr-HR" dirty="0" err="1"/>
              <a:t>Musée</a:t>
            </a:r>
            <a:r>
              <a:rPr lang="hr-HR" dirty="0"/>
              <a:t> </a:t>
            </a:r>
            <a:r>
              <a:rPr lang="hr-HR" dirty="0" err="1"/>
              <a:t>Jacquemart</a:t>
            </a:r>
            <a:r>
              <a:rPr lang="hr-HR" dirty="0"/>
              <a:t>-André, Pariz]</a:t>
            </a:r>
          </a:p>
          <a:p>
            <a:endParaRPr lang="hr-HR" dirty="0"/>
          </a:p>
          <a:p>
            <a:r>
              <a:rPr lang="hr-HR" dirty="0"/>
              <a:t>2</a:t>
            </a:r>
            <a:r>
              <a:rPr lang="hr-HR" dirty="0" smtClean="0"/>
              <a:t> </a:t>
            </a:r>
            <a:r>
              <a:rPr lang="hr-HR" dirty="0"/>
              <a:t>min</a:t>
            </a:r>
          </a:p>
          <a:p>
            <a:endParaRPr lang="hr-HR" dirty="0"/>
          </a:p>
        </p:txBody>
      </p:sp>
      <p:sp>
        <p:nvSpPr>
          <p:cNvPr id="4" name="Rezervirano mjesto broja slajda 3"/>
          <p:cNvSpPr>
            <a:spLocks noGrp="1"/>
          </p:cNvSpPr>
          <p:nvPr>
            <p:ph type="sldNum" sz="quarter" idx="5"/>
          </p:nvPr>
        </p:nvSpPr>
        <p:spPr/>
        <p:txBody>
          <a:bodyPr/>
          <a:lstStyle/>
          <a:p>
            <a:fld id="{FDA9FC7C-CFB6-40F7-853F-450F0E3B4452}" type="slidenum">
              <a:rPr lang="hr-HR" smtClean="0"/>
              <a:t>18</a:t>
            </a:fld>
            <a:endParaRPr lang="hr-HR"/>
          </a:p>
        </p:txBody>
      </p:sp>
    </p:spTree>
    <p:extLst>
      <p:ext uri="{BB962C8B-B14F-4D97-AF65-F5344CB8AC3E}">
        <p14:creationId xmlns:p14="http://schemas.microsoft.com/office/powerpoint/2010/main" val="18629761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i="1" kern="1200" dirty="0" smtClean="0">
                <a:solidFill>
                  <a:schemeClr val="tx1"/>
                </a:solidFill>
                <a:effectLst/>
                <a:latin typeface="+mn-lt"/>
                <a:ea typeface="+mn-ea"/>
                <a:cs typeface="+mn-cs"/>
              </a:rPr>
              <a:t>Znate li što su atributi u umjetnosti? </a:t>
            </a:r>
            <a:r>
              <a:rPr lang="hr-HR" sz="1200" kern="1200" dirty="0" smtClean="0">
                <a:solidFill>
                  <a:schemeClr val="tx1"/>
                </a:solidFill>
                <a:effectLst/>
                <a:latin typeface="+mn-lt"/>
                <a:ea typeface="+mn-ea"/>
                <a:cs typeface="+mn-cs"/>
              </a:rPr>
              <a:t>(Predmeti koji označuju nekoga ili nešto.)</a:t>
            </a:r>
          </a:p>
          <a:p>
            <a:r>
              <a:rPr lang="hr-HR" sz="1200" kern="1200" dirty="0" smtClean="0">
                <a:solidFill>
                  <a:schemeClr val="tx1"/>
                </a:solidFill>
                <a:effectLst/>
                <a:latin typeface="+mn-lt"/>
                <a:ea typeface="+mn-ea"/>
                <a:cs typeface="+mn-cs"/>
              </a:rPr>
              <a:t>Atributi su predmeti koji pobliže označuju naslikani lik.</a:t>
            </a:r>
          </a:p>
          <a:p>
            <a:endParaRPr lang="hr-HR" dirty="0" smtClean="0"/>
          </a:p>
          <a:p>
            <a:r>
              <a:rPr lang="hr-HR" dirty="0" smtClean="0"/>
              <a:t>30 sek</a:t>
            </a:r>
            <a:endParaRPr lang="hr-HR" dirty="0"/>
          </a:p>
        </p:txBody>
      </p:sp>
      <p:sp>
        <p:nvSpPr>
          <p:cNvPr id="4" name="Rezervirano mjesto broja slajda 3"/>
          <p:cNvSpPr>
            <a:spLocks noGrp="1"/>
          </p:cNvSpPr>
          <p:nvPr>
            <p:ph type="sldNum" sz="quarter" idx="5"/>
          </p:nvPr>
        </p:nvSpPr>
        <p:spPr/>
        <p:txBody>
          <a:bodyPr/>
          <a:lstStyle/>
          <a:p>
            <a:fld id="{FDA9FC7C-CFB6-40F7-853F-450F0E3B4452}" type="slidenum">
              <a:rPr lang="hr-HR" smtClean="0"/>
              <a:t>19</a:t>
            </a:fld>
            <a:endParaRPr lang="hr-HR"/>
          </a:p>
        </p:txBody>
      </p:sp>
    </p:spTree>
    <p:extLst>
      <p:ext uri="{BB962C8B-B14F-4D97-AF65-F5344CB8AC3E}">
        <p14:creationId xmlns:p14="http://schemas.microsoft.com/office/powerpoint/2010/main" val="6888452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kern="1200" dirty="0" smtClean="0">
                <a:solidFill>
                  <a:schemeClr val="tx1"/>
                </a:solidFill>
                <a:effectLst/>
                <a:latin typeface="+mn-lt"/>
                <a:ea typeface="+mn-ea"/>
                <a:cs typeface="+mn-cs"/>
              </a:rPr>
              <a:t>Vaš je idući zadatak povezati reprodukcije sa citatima.</a:t>
            </a:r>
          </a:p>
          <a:p>
            <a:r>
              <a:rPr lang="hr-HR" sz="1200" kern="1200" dirty="0" smtClean="0">
                <a:solidFill>
                  <a:schemeClr val="tx1"/>
                </a:solidFill>
                <a:effectLst/>
                <a:latin typeface="+mn-lt"/>
                <a:ea typeface="+mn-ea"/>
                <a:cs typeface="+mn-cs"/>
              </a:rPr>
              <a:t>Citati su označeni brojevima (1 – 6)</a:t>
            </a:r>
          </a:p>
          <a:p>
            <a:r>
              <a:rPr lang="hr-HR" sz="1200" kern="1200" dirty="0" smtClean="0">
                <a:solidFill>
                  <a:schemeClr val="tx1"/>
                </a:solidFill>
                <a:effectLst/>
                <a:latin typeface="+mn-lt"/>
                <a:ea typeface="+mn-ea"/>
                <a:cs typeface="+mn-cs"/>
              </a:rPr>
              <a:t>Reprodukcije su označene slovima (a – f)</a:t>
            </a:r>
          </a:p>
          <a:p>
            <a:r>
              <a:rPr lang="hr-HR" sz="1200" kern="1200" dirty="0" smtClean="0">
                <a:solidFill>
                  <a:schemeClr val="tx1"/>
                </a:solidFill>
                <a:effectLst/>
                <a:latin typeface="+mn-lt"/>
                <a:ea typeface="+mn-ea"/>
                <a:cs typeface="+mn-cs"/>
              </a:rPr>
              <a:t>Citati se nalaze na papirićima koje ću vam sada podijeliti, svako „vuče“ jedan papirić, jedan citat. Kako je citata samo 6, vas će više dobiti isti citat i kasnije ćemo uspoređiavti vaše zaključke. </a:t>
            </a:r>
          </a:p>
          <a:p>
            <a:r>
              <a:rPr lang="hr-HR" sz="1200" i="1" kern="1200" dirty="0" smtClean="0">
                <a:solidFill>
                  <a:schemeClr val="tx1"/>
                </a:solidFill>
                <a:effectLst/>
                <a:latin typeface="+mn-lt"/>
                <a:ea typeface="+mn-ea"/>
                <a:cs typeface="+mn-cs"/>
              </a:rPr>
              <a:t>Imate li pitanja?</a:t>
            </a:r>
            <a:endParaRPr lang="hr-HR" sz="1200" kern="1200" dirty="0" smtClean="0">
              <a:solidFill>
                <a:schemeClr val="tx1"/>
              </a:solidFill>
              <a:effectLst/>
              <a:latin typeface="+mn-lt"/>
              <a:ea typeface="+mn-ea"/>
              <a:cs typeface="+mn-cs"/>
            </a:endParaRPr>
          </a:p>
          <a:p>
            <a:endParaRPr lang="hr-HR" dirty="0" smtClean="0"/>
          </a:p>
          <a:p>
            <a:endParaRPr lang="hr-HR" dirty="0" smtClean="0"/>
          </a:p>
          <a:p>
            <a:r>
              <a:rPr lang="hr-HR" dirty="0" smtClean="0"/>
              <a:t>30 sek – 1 min</a:t>
            </a:r>
            <a:endParaRPr lang="hr-HR" dirty="0"/>
          </a:p>
        </p:txBody>
      </p:sp>
      <p:sp>
        <p:nvSpPr>
          <p:cNvPr id="4" name="Rezervirano mjesto broja slajda 3"/>
          <p:cNvSpPr>
            <a:spLocks noGrp="1"/>
          </p:cNvSpPr>
          <p:nvPr>
            <p:ph type="sldNum" sz="quarter" idx="5"/>
          </p:nvPr>
        </p:nvSpPr>
        <p:spPr/>
        <p:txBody>
          <a:bodyPr/>
          <a:lstStyle/>
          <a:p>
            <a:fld id="{FDA9FC7C-CFB6-40F7-853F-450F0E3B4452}" type="slidenum">
              <a:rPr lang="hr-HR" smtClean="0"/>
              <a:t>20</a:t>
            </a:fld>
            <a:endParaRPr lang="hr-HR"/>
          </a:p>
        </p:txBody>
      </p:sp>
    </p:spTree>
    <p:extLst>
      <p:ext uri="{BB962C8B-B14F-4D97-AF65-F5344CB8AC3E}">
        <p14:creationId xmlns:p14="http://schemas.microsoft.com/office/powerpoint/2010/main" val="24130558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kern="1200" dirty="0" smtClean="0">
                <a:solidFill>
                  <a:schemeClr val="tx1"/>
                </a:solidFill>
                <a:effectLst/>
                <a:latin typeface="+mn-lt"/>
                <a:ea typeface="+mn-ea"/>
                <a:cs typeface="+mn-cs"/>
              </a:rPr>
              <a:t>Ovo su reprodukcije označene slovima (a – f)</a:t>
            </a:r>
          </a:p>
          <a:p>
            <a:r>
              <a:rPr lang="hr-HR" sz="1200" kern="1200" dirty="0" smtClean="0">
                <a:solidFill>
                  <a:schemeClr val="tx1"/>
                </a:solidFill>
                <a:effectLst/>
                <a:latin typeface="+mn-lt"/>
                <a:ea typeface="+mn-ea"/>
                <a:cs typeface="+mn-cs"/>
              </a:rPr>
              <a:t>Nakon što ste ih povezali istražite kako se zovu sveci.</a:t>
            </a:r>
          </a:p>
          <a:p>
            <a:r>
              <a:rPr lang="hr-HR" sz="1200" kern="1200" dirty="0" smtClean="0">
                <a:solidFill>
                  <a:schemeClr val="tx1"/>
                </a:solidFill>
                <a:effectLst/>
                <a:latin typeface="+mn-lt"/>
                <a:ea typeface="+mn-ea"/>
                <a:cs typeface="+mn-cs"/>
              </a:rPr>
              <a:t>Za povezivanje i istraživanje imate 2 minute.</a:t>
            </a:r>
          </a:p>
          <a:p>
            <a:endParaRPr lang="hr-HR" dirty="0" smtClean="0"/>
          </a:p>
          <a:p>
            <a:r>
              <a:rPr lang="hr-HR" dirty="0" smtClean="0"/>
              <a:t>2min</a:t>
            </a:r>
            <a:endParaRPr lang="hr-HR" dirty="0"/>
          </a:p>
        </p:txBody>
      </p:sp>
      <p:sp>
        <p:nvSpPr>
          <p:cNvPr id="4" name="Rezervirano mjesto broja slajda 3"/>
          <p:cNvSpPr>
            <a:spLocks noGrp="1"/>
          </p:cNvSpPr>
          <p:nvPr>
            <p:ph type="sldNum" sz="quarter" idx="5"/>
          </p:nvPr>
        </p:nvSpPr>
        <p:spPr/>
        <p:txBody>
          <a:bodyPr/>
          <a:lstStyle/>
          <a:p>
            <a:fld id="{FDA9FC7C-CFB6-40F7-853F-450F0E3B4452}" type="slidenum">
              <a:rPr lang="hr-HR" smtClean="0"/>
              <a:t>21</a:t>
            </a:fld>
            <a:endParaRPr lang="hr-HR"/>
          </a:p>
        </p:txBody>
      </p:sp>
    </p:spTree>
    <p:extLst>
      <p:ext uri="{BB962C8B-B14F-4D97-AF65-F5344CB8AC3E}">
        <p14:creationId xmlns:p14="http://schemas.microsoft.com/office/powerpoint/2010/main" val="11965951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kern="1200" dirty="0" smtClean="0">
                <a:solidFill>
                  <a:schemeClr val="tx1"/>
                </a:solidFill>
                <a:effectLst/>
                <a:latin typeface="+mn-lt"/>
                <a:ea typeface="+mn-ea"/>
                <a:cs typeface="+mn-cs"/>
              </a:rPr>
              <a:t>Rješenja zadatka</a:t>
            </a:r>
          </a:p>
          <a:p>
            <a:r>
              <a:rPr lang="hr-HR" sz="1200" i="1" kern="1200" dirty="0" smtClean="0">
                <a:solidFill>
                  <a:schemeClr val="tx1"/>
                </a:solidFill>
                <a:effectLst/>
                <a:latin typeface="+mn-lt"/>
                <a:ea typeface="+mn-ea"/>
                <a:cs typeface="+mn-cs"/>
              </a:rPr>
              <a:t>Tko je sve izvukao 1. citat?</a:t>
            </a:r>
            <a:endParaRPr lang="hr-HR" sz="1200" kern="1200" dirty="0" smtClean="0">
              <a:solidFill>
                <a:schemeClr val="tx1"/>
              </a:solidFill>
              <a:effectLst/>
              <a:latin typeface="+mn-lt"/>
              <a:ea typeface="+mn-ea"/>
              <a:cs typeface="+mn-cs"/>
            </a:endParaRPr>
          </a:p>
          <a:p>
            <a:r>
              <a:rPr lang="hr-HR" sz="1200" i="1" kern="1200" dirty="0" smtClean="0">
                <a:solidFill>
                  <a:schemeClr val="tx1"/>
                </a:solidFill>
                <a:effectLst/>
                <a:latin typeface="+mn-lt"/>
                <a:ea typeface="+mn-ea"/>
                <a:cs typeface="+mn-cs"/>
              </a:rPr>
              <a:t>Od kuda potječe ovaj citat?</a:t>
            </a:r>
            <a:r>
              <a:rPr lang="hr-HR" sz="1200" kern="1200" dirty="0" smtClean="0">
                <a:solidFill>
                  <a:schemeClr val="tx1"/>
                </a:solidFill>
                <a:effectLst/>
                <a:latin typeface="+mn-lt"/>
                <a:ea typeface="+mn-ea"/>
                <a:cs typeface="+mn-cs"/>
              </a:rPr>
              <a:t> (Biblija, Ezekiel, starozavjetni tekst…)</a:t>
            </a:r>
          </a:p>
          <a:p>
            <a:r>
              <a:rPr lang="hr-HR" sz="1200" i="1" kern="1200" dirty="0" smtClean="0">
                <a:solidFill>
                  <a:schemeClr val="tx1"/>
                </a:solidFill>
                <a:effectLst/>
                <a:latin typeface="+mn-lt"/>
                <a:ea typeface="+mn-ea"/>
                <a:cs typeface="+mn-cs"/>
              </a:rPr>
              <a:t>Tko ili što je to?</a:t>
            </a:r>
            <a:r>
              <a:rPr lang="hr-HR" sz="1200" kern="1200" dirty="0" smtClean="0">
                <a:solidFill>
                  <a:schemeClr val="tx1"/>
                </a:solidFill>
                <a:effectLst/>
                <a:latin typeface="+mn-lt"/>
                <a:ea typeface="+mn-ea"/>
                <a:cs typeface="+mn-cs"/>
              </a:rPr>
              <a:t> (Četiri evanđelista, tetramorf…)</a:t>
            </a:r>
          </a:p>
          <a:p>
            <a:r>
              <a:rPr lang="hr-HR" sz="1200" kern="1200" dirty="0" smtClean="0">
                <a:solidFill>
                  <a:schemeClr val="tx1"/>
                </a:solidFill>
                <a:effectLst/>
                <a:latin typeface="+mn-lt"/>
                <a:ea typeface="+mn-ea"/>
                <a:cs typeface="+mn-cs"/>
              </a:rPr>
              <a:t> </a:t>
            </a:r>
          </a:p>
          <a:p>
            <a:r>
              <a:rPr lang="hr-HR" sz="1200" kern="1200" dirty="0" smtClean="0">
                <a:solidFill>
                  <a:schemeClr val="tx1"/>
                </a:solidFill>
                <a:effectLst/>
                <a:latin typeface="+mn-lt"/>
                <a:ea typeface="+mn-ea"/>
                <a:cs typeface="+mn-cs"/>
              </a:rPr>
              <a:t>1., c) TETRAMORF – 4 evanđelista; sv. Marko – lav, sv. Ivan – orao, sv. Luka – vol/bik, sv. Matej – anđeo</a:t>
            </a:r>
          </a:p>
          <a:p>
            <a:r>
              <a:rPr lang="hr-HR" sz="1200" kern="1200" dirty="0" smtClean="0">
                <a:solidFill>
                  <a:schemeClr val="tx1"/>
                </a:solidFill>
                <a:effectLst/>
                <a:latin typeface="+mn-lt"/>
                <a:ea typeface="+mn-ea"/>
                <a:cs typeface="+mn-cs"/>
              </a:rPr>
              <a:t> </a:t>
            </a:r>
          </a:p>
          <a:p>
            <a:r>
              <a:rPr lang="hr-HR" sz="1200" kern="1200" dirty="0" smtClean="0">
                <a:solidFill>
                  <a:schemeClr val="tx1"/>
                </a:solidFill>
                <a:effectLst/>
                <a:latin typeface="+mn-lt"/>
                <a:ea typeface="+mn-ea"/>
                <a:cs typeface="+mn-cs"/>
              </a:rPr>
              <a:t>U umjetnosti se evanđelisti često prikazuju u tetramorfu, tj. prikazu koji se sastoji od četiri simbola. Sv. Marka simbolizira krilati lav, sv. Ivana orao, sv. Luku vol ili bik i sv. Mateja anđeo.</a:t>
            </a:r>
          </a:p>
          <a:p>
            <a:endParaRPr lang="hr-HR" dirty="0"/>
          </a:p>
          <a:p>
            <a:r>
              <a:rPr lang="hr-HR" dirty="0"/>
              <a:t>[Rafael, </a:t>
            </a:r>
            <a:r>
              <a:rPr lang="hr-HR" i="1" dirty="0"/>
              <a:t>Vizija Ezekiela</a:t>
            </a:r>
            <a:r>
              <a:rPr lang="hr-HR" dirty="0"/>
              <a:t>, 1518., ulje na dasci, 40 x 30 cm, Palazzo </a:t>
            </a:r>
            <a:r>
              <a:rPr lang="hr-HR" dirty="0" err="1"/>
              <a:t>Pitti</a:t>
            </a:r>
            <a:r>
              <a:rPr lang="hr-HR" dirty="0"/>
              <a:t>, Firenca]</a:t>
            </a:r>
          </a:p>
          <a:p>
            <a:endParaRPr lang="hr-HR" dirty="0"/>
          </a:p>
          <a:p>
            <a:r>
              <a:rPr lang="hr-HR" dirty="0"/>
              <a:t>1 min</a:t>
            </a:r>
          </a:p>
        </p:txBody>
      </p:sp>
      <p:sp>
        <p:nvSpPr>
          <p:cNvPr id="4" name="Rezervirano mjesto broja slajda 3"/>
          <p:cNvSpPr>
            <a:spLocks noGrp="1"/>
          </p:cNvSpPr>
          <p:nvPr>
            <p:ph type="sldNum" sz="quarter" idx="5"/>
          </p:nvPr>
        </p:nvSpPr>
        <p:spPr/>
        <p:txBody>
          <a:bodyPr/>
          <a:lstStyle/>
          <a:p>
            <a:fld id="{FDA9FC7C-CFB6-40F7-853F-450F0E3B4452}" type="slidenum">
              <a:rPr lang="hr-HR" smtClean="0"/>
              <a:t>22</a:t>
            </a:fld>
            <a:endParaRPr lang="hr-HR"/>
          </a:p>
        </p:txBody>
      </p:sp>
    </p:spTree>
    <p:extLst>
      <p:ext uri="{BB962C8B-B14F-4D97-AF65-F5344CB8AC3E}">
        <p14:creationId xmlns:p14="http://schemas.microsoft.com/office/powerpoint/2010/main" val="22516189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kern="1200" dirty="0" smtClean="0">
                <a:solidFill>
                  <a:schemeClr val="tx1"/>
                </a:solidFill>
                <a:effectLst/>
                <a:latin typeface="+mn-lt"/>
                <a:ea typeface="+mn-ea"/>
                <a:cs typeface="+mn-cs"/>
              </a:rPr>
              <a:t>Rješenja zadatka</a:t>
            </a:r>
          </a:p>
          <a:p>
            <a:r>
              <a:rPr lang="hr-HR" sz="1200" i="1" kern="1200" dirty="0" smtClean="0">
                <a:solidFill>
                  <a:schemeClr val="tx1"/>
                </a:solidFill>
                <a:effectLst/>
                <a:latin typeface="+mn-lt"/>
                <a:ea typeface="+mn-ea"/>
                <a:cs typeface="+mn-cs"/>
              </a:rPr>
              <a:t>Tko je sve izvukao 2. citat?</a:t>
            </a:r>
            <a:endParaRPr lang="hr-HR" sz="1200" kern="1200" dirty="0" smtClean="0">
              <a:solidFill>
                <a:schemeClr val="tx1"/>
              </a:solidFill>
              <a:effectLst/>
              <a:latin typeface="+mn-lt"/>
              <a:ea typeface="+mn-ea"/>
              <a:cs typeface="+mn-cs"/>
            </a:endParaRPr>
          </a:p>
          <a:p>
            <a:r>
              <a:rPr lang="hr-HR" sz="1200" i="1" kern="1200" dirty="0" smtClean="0">
                <a:solidFill>
                  <a:schemeClr val="tx1"/>
                </a:solidFill>
                <a:effectLst/>
                <a:latin typeface="+mn-lt"/>
                <a:ea typeface="+mn-ea"/>
                <a:cs typeface="+mn-cs"/>
              </a:rPr>
              <a:t>O kome je riječ?</a:t>
            </a:r>
            <a:r>
              <a:rPr lang="hr-HR" sz="1200" kern="1200" dirty="0" smtClean="0">
                <a:solidFill>
                  <a:schemeClr val="tx1"/>
                </a:solidFill>
                <a:effectLst/>
                <a:latin typeface="+mn-lt"/>
                <a:ea typeface="+mn-ea"/>
                <a:cs typeface="+mn-cs"/>
              </a:rPr>
              <a:t> (sv. Pavao)</a:t>
            </a:r>
          </a:p>
          <a:p>
            <a:r>
              <a:rPr lang="hr-HR" sz="1200" i="1" kern="1200" dirty="0" smtClean="0">
                <a:solidFill>
                  <a:schemeClr val="tx1"/>
                </a:solidFill>
                <a:effectLst/>
                <a:latin typeface="+mn-lt"/>
                <a:ea typeface="+mn-ea"/>
                <a:cs typeface="+mn-cs"/>
              </a:rPr>
              <a:t>Koji atributi se spominju u ovom tekstu? </a:t>
            </a:r>
            <a:r>
              <a:rPr lang="hr-HR" sz="1200" kern="1200" dirty="0" smtClean="0">
                <a:solidFill>
                  <a:schemeClr val="tx1"/>
                </a:solidFill>
                <a:effectLst/>
                <a:latin typeface="+mn-lt"/>
                <a:ea typeface="+mn-ea"/>
                <a:cs typeface="+mn-cs"/>
              </a:rPr>
              <a:t>(Mač, dva mača, knjiga, svitak)</a:t>
            </a:r>
          </a:p>
          <a:p>
            <a:r>
              <a:rPr lang="hr-HR" sz="1200" i="1" kern="1200" dirty="0" smtClean="0">
                <a:solidFill>
                  <a:schemeClr val="tx1"/>
                </a:solidFill>
                <a:effectLst/>
                <a:latin typeface="+mn-lt"/>
                <a:ea typeface="+mn-ea"/>
                <a:cs typeface="+mn-cs"/>
              </a:rPr>
              <a:t>Zašto mač?</a:t>
            </a:r>
            <a:r>
              <a:rPr lang="hr-HR" sz="1200" kern="1200" dirty="0" smtClean="0">
                <a:solidFill>
                  <a:schemeClr val="tx1"/>
                </a:solidFill>
                <a:effectLst/>
                <a:latin typeface="+mn-lt"/>
                <a:ea typeface="+mn-ea"/>
                <a:cs typeface="+mn-cs"/>
              </a:rPr>
              <a:t> (Jer je ubijen njime)</a:t>
            </a:r>
          </a:p>
          <a:p>
            <a:r>
              <a:rPr lang="hr-HR" sz="1200" kern="1200" dirty="0" smtClean="0">
                <a:solidFill>
                  <a:schemeClr val="tx1"/>
                </a:solidFill>
                <a:effectLst/>
                <a:latin typeface="+mn-lt"/>
                <a:ea typeface="+mn-ea"/>
                <a:cs typeface="+mn-cs"/>
              </a:rPr>
              <a:t> </a:t>
            </a:r>
          </a:p>
          <a:p>
            <a:r>
              <a:rPr lang="hr-HR" sz="1200" kern="1200" dirty="0" smtClean="0">
                <a:solidFill>
                  <a:schemeClr val="tx1"/>
                </a:solidFill>
                <a:effectLst/>
                <a:latin typeface="+mn-lt"/>
                <a:ea typeface="+mn-ea"/>
                <a:cs typeface="+mn-cs"/>
              </a:rPr>
              <a:t>2., f) sv. Pavao</a:t>
            </a:r>
          </a:p>
          <a:p>
            <a:endParaRPr lang="hr-HR" dirty="0"/>
          </a:p>
          <a:p>
            <a:r>
              <a:rPr lang="hr-HR" dirty="0" smtClean="0"/>
              <a:t>[A. van Dyck, </a:t>
            </a:r>
            <a:r>
              <a:rPr lang="hr-HR" i="1" dirty="0" smtClean="0"/>
              <a:t>Apostol Pavao</a:t>
            </a:r>
            <a:r>
              <a:rPr lang="hr-HR" dirty="0" smtClean="0"/>
              <a:t>, 1618. – 20., ulje na dasci, Landesmuseum Hannover, Hannover]</a:t>
            </a:r>
          </a:p>
          <a:p>
            <a:endParaRPr lang="hr-HR" dirty="0"/>
          </a:p>
          <a:p>
            <a:pPr marL="0" marR="0" lvl="0" indent="0" algn="l" defTabSz="914400" rtl="0" eaLnBrk="1" fontAlgn="auto" latinLnBrk="0" hangingPunct="1">
              <a:lnSpc>
                <a:spcPct val="100000"/>
              </a:lnSpc>
              <a:spcBef>
                <a:spcPts val="0"/>
              </a:spcBef>
              <a:spcAft>
                <a:spcPts val="0"/>
              </a:spcAft>
              <a:buClrTx/>
              <a:buSzTx/>
              <a:buFontTx/>
              <a:buNone/>
              <a:tabLst/>
              <a:defRPr/>
            </a:pPr>
            <a:r>
              <a:rPr lang="hr-HR" dirty="0" smtClean="0"/>
              <a:t>Do</a:t>
            </a:r>
            <a:r>
              <a:rPr lang="hr-HR" baseline="0" dirty="0" smtClean="0"/>
              <a:t> 1 min</a:t>
            </a:r>
            <a:endParaRPr lang="hr-HR" dirty="0"/>
          </a:p>
          <a:p>
            <a:endParaRPr lang="hr-HR" dirty="0"/>
          </a:p>
        </p:txBody>
      </p:sp>
      <p:sp>
        <p:nvSpPr>
          <p:cNvPr id="4" name="Rezervirano mjesto broja slajda 3"/>
          <p:cNvSpPr>
            <a:spLocks noGrp="1"/>
          </p:cNvSpPr>
          <p:nvPr>
            <p:ph type="sldNum" sz="quarter" idx="5"/>
          </p:nvPr>
        </p:nvSpPr>
        <p:spPr/>
        <p:txBody>
          <a:bodyPr/>
          <a:lstStyle/>
          <a:p>
            <a:fld id="{FDA9FC7C-CFB6-40F7-853F-450F0E3B4452}" type="slidenum">
              <a:rPr lang="hr-HR" smtClean="0"/>
              <a:t>23</a:t>
            </a:fld>
            <a:endParaRPr lang="hr-HR"/>
          </a:p>
        </p:txBody>
      </p:sp>
    </p:spTree>
    <p:extLst>
      <p:ext uri="{BB962C8B-B14F-4D97-AF65-F5344CB8AC3E}">
        <p14:creationId xmlns:p14="http://schemas.microsoft.com/office/powerpoint/2010/main" val="41879550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kern="1200" dirty="0" smtClean="0">
                <a:solidFill>
                  <a:schemeClr val="tx1"/>
                </a:solidFill>
                <a:effectLst/>
                <a:latin typeface="+mn-lt"/>
                <a:ea typeface="+mn-ea"/>
                <a:cs typeface="+mn-cs"/>
              </a:rPr>
              <a:t>Rješenje zadatka</a:t>
            </a:r>
          </a:p>
          <a:p>
            <a:r>
              <a:rPr lang="hr-HR" sz="1200" i="1" kern="1200" dirty="0" smtClean="0">
                <a:solidFill>
                  <a:schemeClr val="tx1"/>
                </a:solidFill>
                <a:effectLst/>
                <a:latin typeface="+mn-lt"/>
                <a:ea typeface="+mn-ea"/>
                <a:cs typeface="+mn-cs"/>
              </a:rPr>
              <a:t>Tko je sve izvukao 3. citat?</a:t>
            </a:r>
            <a:endParaRPr lang="hr-HR" sz="1200" kern="1200" dirty="0" smtClean="0">
              <a:solidFill>
                <a:schemeClr val="tx1"/>
              </a:solidFill>
              <a:effectLst/>
              <a:latin typeface="+mn-lt"/>
              <a:ea typeface="+mn-ea"/>
              <a:cs typeface="+mn-cs"/>
            </a:endParaRPr>
          </a:p>
          <a:p>
            <a:r>
              <a:rPr lang="hr-HR" sz="1200" i="1" kern="1200" dirty="0" smtClean="0">
                <a:solidFill>
                  <a:schemeClr val="tx1"/>
                </a:solidFill>
                <a:effectLst/>
                <a:latin typeface="+mn-lt"/>
                <a:ea typeface="+mn-ea"/>
                <a:cs typeface="+mn-cs"/>
              </a:rPr>
              <a:t>O kome je riječ?</a:t>
            </a:r>
            <a:r>
              <a:rPr lang="hr-HR" sz="1200" kern="1200" dirty="0" smtClean="0">
                <a:solidFill>
                  <a:schemeClr val="tx1"/>
                </a:solidFill>
                <a:effectLst/>
                <a:latin typeface="+mn-lt"/>
                <a:ea typeface="+mn-ea"/>
                <a:cs typeface="+mn-cs"/>
              </a:rPr>
              <a:t> (sv. Lucija)</a:t>
            </a:r>
          </a:p>
          <a:p>
            <a:r>
              <a:rPr lang="hr-HR" sz="1200" i="1" kern="1200" dirty="0" smtClean="0">
                <a:solidFill>
                  <a:schemeClr val="tx1"/>
                </a:solidFill>
                <a:effectLst/>
                <a:latin typeface="+mn-lt"/>
                <a:ea typeface="+mn-ea"/>
                <a:cs typeface="+mn-cs"/>
              </a:rPr>
              <a:t>Koji je njen atribut? </a:t>
            </a:r>
            <a:r>
              <a:rPr lang="hr-HR" sz="1200" kern="1200" dirty="0" smtClean="0">
                <a:solidFill>
                  <a:schemeClr val="tx1"/>
                </a:solidFill>
                <a:effectLst/>
                <a:latin typeface="+mn-lt"/>
                <a:ea typeface="+mn-ea"/>
                <a:cs typeface="+mn-cs"/>
              </a:rPr>
              <a:t>(Oči)</a:t>
            </a:r>
          </a:p>
          <a:p>
            <a:r>
              <a:rPr lang="hr-HR" sz="1200" i="1" kern="1200" dirty="0" smtClean="0">
                <a:solidFill>
                  <a:schemeClr val="tx1"/>
                </a:solidFill>
                <a:effectLst/>
                <a:latin typeface="+mn-lt"/>
                <a:ea typeface="+mn-ea"/>
                <a:cs typeface="+mn-cs"/>
              </a:rPr>
              <a:t>Zašto? </a:t>
            </a:r>
            <a:r>
              <a:rPr lang="hr-HR" sz="1200" kern="1200" dirty="0" smtClean="0">
                <a:solidFill>
                  <a:schemeClr val="tx1"/>
                </a:solidFill>
                <a:effectLst/>
                <a:latin typeface="+mn-lt"/>
                <a:ea typeface="+mn-ea"/>
                <a:cs typeface="+mn-cs"/>
              </a:rPr>
              <a:t>(zbog mučeništva jer su joj iskopali oči, jer joj ime znači svjetlost…)</a:t>
            </a:r>
          </a:p>
          <a:p>
            <a:r>
              <a:rPr lang="hr-HR" sz="1200" kern="1200" dirty="0" smtClean="0">
                <a:solidFill>
                  <a:schemeClr val="tx1"/>
                </a:solidFill>
                <a:effectLst/>
                <a:latin typeface="+mn-lt"/>
                <a:ea typeface="+mn-ea"/>
                <a:cs typeface="+mn-cs"/>
              </a:rPr>
              <a:t> </a:t>
            </a:r>
          </a:p>
          <a:p>
            <a:r>
              <a:rPr lang="hr-HR" sz="1200" kern="1200" dirty="0" smtClean="0">
                <a:solidFill>
                  <a:schemeClr val="tx1"/>
                </a:solidFill>
                <a:effectLst/>
                <a:latin typeface="+mn-lt"/>
                <a:ea typeface="+mn-ea"/>
                <a:cs typeface="+mn-cs"/>
              </a:rPr>
              <a:t>3., e) sv. Lucija</a:t>
            </a:r>
          </a:p>
          <a:p>
            <a:endParaRPr lang="hr-HR" dirty="0"/>
          </a:p>
          <a:p>
            <a:r>
              <a:rPr lang="hr-HR" dirty="0"/>
              <a:t>[Domenico </a:t>
            </a:r>
            <a:r>
              <a:rPr lang="hr-HR" dirty="0" err="1"/>
              <a:t>Becaffumi</a:t>
            </a:r>
            <a:r>
              <a:rPr lang="hr-HR" dirty="0"/>
              <a:t>, </a:t>
            </a:r>
            <a:r>
              <a:rPr lang="hr-HR" i="1" dirty="0"/>
              <a:t>Sveta Lucija</a:t>
            </a:r>
            <a:r>
              <a:rPr lang="hr-HR" dirty="0"/>
              <a:t>, 1521., ulje na platnu, </a:t>
            </a:r>
            <a:r>
              <a:rPr lang="hr-HR" dirty="0" err="1"/>
              <a:t>Pinacoteca</a:t>
            </a:r>
            <a:r>
              <a:rPr lang="hr-HR" dirty="0"/>
              <a:t> </a:t>
            </a:r>
            <a:r>
              <a:rPr lang="hr-HR" dirty="0" err="1"/>
              <a:t>Nazionale</a:t>
            </a:r>
            <a:r>
              <a:rPr lang="hr-HR" dirty="0"/>
              <a:t>, Siena]</a:t>
            </a:r>
          </a:p>
          <a:p>
            <a:endParaRPr lang="hr-HR" dirty="0"/>
          </a:p>
          <a:p>
            <a:pPr marL="0" marR="0" lvl="0" indent="0" algn="l" defTabSz="914400" rtl="0" eaLnBrk="1" fontAlgn="auto" latinLnBrk="0" hangingPunct="1">
              <a:lnSpc>
                <a:spcPct val="100000"/>
              </a:lnSpc>
              <a:spcBef>
                <a:spcPts val="0"/>
              </a:spcBef>
              <a:spcAft>
                <a:spcPts val="0"/>
              </a:spcAft>
              <a:buClrTx/>
              <a:buSzTx/>
              <a:buFontTx/>
              <a:buNone/>
              <a:tabLst/>
              <a:defRPr/>
            </a:pPr>
            <a:r>
              <a:rPr lang="hr-HR" dirty="0" smtClean="0"/>
              <a:t>Do</a:t>
            </a:r>
            <a:r>
              <a:rPr lang="hr-HR" baseline="0" dirty="0" smtClean="0"/>
              <a:t> 1 min</a:t>
            </a:r>
            <a:endParaRPr lang="hr-HR" dirty="0"/>
          </a:p>
          <a:p>
            <a:endParaRPr lang="hr-HR" dirty="0"/>
          </a:p>
        </p:txBody>
      </p:sp>
      <p:sp>
        <p:nvSpPr>
          <p:cNvPr id="4" name="Rezervirano mjesto broja slajda 3"/>
          <p:cNvSpPr>
            <a:spLocks noGrp="1"/>
          </p:cNvSpPr>
          <p:nvPr>
            <p:ph type="sldNum" sz="quarter" idx="5"/>
          </p:nvPr>
        </p:nvSpPr>
        <p:spPr/>
        <p:txBody>
          <a:bodyPr/>
          <a:lstStyle/>
          <a:p>
            <a:fld id="{FDA9FC7C-CFB6-40F7-853F-450F0E3B4452}" type="slidenum">
              <a:rPr lang="hr-HR" smtClean="0"/>
              <a:t>24</a:t>
            </a:fld>
            <a:endParaRPr lang="hr-HR"/>
          </a:p>
        </p:txBody>
      </p:sp>
    </p:spTree>
    <p:extLst>
      <p:ext uri="{BB962C8B-B14F-4D97-AF65-F5344CB8AC3E}">
        <p14:creationId xmlns:p14="http://schemas.microsoft.com/office/powerpoint/2010/main" val="28874500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kern="1200" dirty="0" smtClean="0">
                <a:solidFill>
                  <a:schemeClr val="tx1"/>
                </a:solidFill>
                <a:effectLst/>
                <a:latin typeface="+mn-lt"/>
                <a:ea typeface="+mn-ea"/>
                <a:cs typeface="+mn-cs"/>
              </a:rPr>
              <a:t>Rješenje zadatka</a:t>
            </a:r>
          </a:p>
          <a:p>
            <a:r>
              <a:rPr lang="hr-HR" sz="1200" i="1" kern="1200" dirty="0" smtClean="0">
                <a:solidFill>
                  <a:schemeClr val="tx1"/>
                </a:solidFill>
                <a:effectLst/>
                <a:latin typeface="+mn-lt"/>
                <a:ea typeface="+mn-ea"/>
                <a:cs typeface="+mn-cs"/>
              </a:rPr>
              <a:t>Tko je sve izvukao 4. citat?</a:t>
            </a:r>
            <a:endParaRPr lang="hr-HR" sz="1200" kern="1200" dirty="0" smtClean="0">
              <a:solidFill>
                <a:schemeClr val="tx1"/>
              </a:solidFill>
              <a:effectLst/>
              <a:latin typeface="+mn-lt"/>
              <a:ea typeface="+mn-ea"/>
              <a:cs typeface="+mn-cs"/>
            </a:endParaRPr>
          </a:p>
          <a:p>
            <a:r>
              <a:rPr lang="hr-HR" sz="1200" i="1" kern="1200" dirty="0" smtClean="0">
                <a:solidFill>
                  <a:schemeClr val="tx1"/>
                </a:solidFill>
                <a:effectLst/>
                <a:latin typeface="+mn-lt"/>
                <a:ea typeface="+mn-ea"/>
                <a:cs typeface="+mn-cs"/>
              </a:rPr>
              <a:t>O kome je riječ?</a:t>
            </a:r>
            <a:r>
              <a:rPr lang="hr-HR" sz="1200" kern="1200" dirty="0" smtClean="0">
                <a:solidFill>
                  <a:schemeClr val="tx1"/>
                </a:solidFill>
                <a:effectLst/>
                <a:latin typeface="+mn-lt"/>
                <a:ea typeface="+mn-ea"/>
                <a:cs typeface="+mn-cs"/>
              </a:rPr>
              <a:t> (sv. Juraj)</a:t>
            </a:r>
          </a:p>
          <a:p>
            <a:r>
              <a:rPr lang="hr-HR" sz="1200" i="1" kern="1200" dirty="0" smtClean="0">
                <a:solidFill>
                  <a:schemeClr val="tx1"/>
                </a:solidFill>
                <a:effectLst/>
                <a:latin typeface="+mn-lt"/>
                <a:ea typeface="+mn-ea"/>
                <a:cs typeface="+mn-cs"/>
              </a:rPr>
              <a:t>Kako je umjetnik prikazao sveca? </a:t>
            </a:r>
            <a:r>
              <a:rPr lang="hr-HR" sz="1200" kern="1200" dirty="0" smtClean="0">
                <a:solidFill>
                  <a:schemeClr val="tx1"/>
                </a:solidFill>
                <a:effectLst/>
                <a:latin typeface="+mn-lt"/>
                <a:ea typeface="+mn-ea"/>
                <a:cs typeface="+mn-cs"/>
              </a:rPr>
              <a:t>(Kao junaka na konju koji ubija zmaja)</a:t>
            </a:r>
          </a:p>
          <a:p>
            <a:r>
              <a:rPr lang="hr-HR" sz="1200" kern="1200" dirty="0" smtClean="0">
                <a:solidFill>
                  <a:schemeClr val="tx1"/>
                </a:solidFill>
                <a:effectLst/>
                <a:latin typeface="+mn-lt"/>
                <a:ea typeface="+mn-ea"/>
                <a:cs typeface="+mn-cs"/>
              </a:rPr>
              <a:t> </a:t>
            </a:r>
          </a:p>
          <a:p>
            <a:r>
              <a:rPr lang="hr-HR" sz="1200" kern="1200" dirty="0" smtClean="0">
                <a:solidFill>
                  <a:schemeClr val="tx1"/>
                </a:solidFill>
                <a:effectLst/>
                <a:latin typeface="+mn-lt"/>
                <a:ea typeface="+mn-ea"/>
                <a:cs typeface="+mn-cs"/>
              </a:rPr>
              <a:t>4., b) sv. Juraj</a:t>
            </a:r>
          </a:p>
          <a:p>
            <a:endParaRPr lang="hr-HR" dirty="0"/>
          </a:p>
          <a:p>
            <a:r>
              <a:rPr lang="hr-HR" dirty="0"/>
              <a:t>[A. D. </a:t>
            </a:r>
            <a:r>
              <a:rPr lang="hr-HR" dirty="0" err="1"/>
              <a:t>Fernkorn</a:t>
            </a:r>
            <a:r>
              <a:rPr lang="hr-HR" dirty="0"/>
              <a:t>, </a:t>
            </a:r>
            <a:r>
              <a:rPr lang="hr-HR" i="1" dirty="0"/>
              <a:t>Sveti Juraj ubija zmaja</a:t>
            </a:r>
            <a:r>
              <a:rPr lang="hr-HR" dirty="0"/>
              <a:t>, 1853., materijal, visina, Trg Republike Hrvatske, Zagreb]</a:t>
            </a:r>
          </a:p>
          <a:p>
            <a:endParaRPr lang="hr-HR" dirty="0"/>
          </a:p>
          <a:p>
            <a:pPr marL="0" marR="0" lvl="0" indent="0" algn="l" defTabSz="914400" rtl="0" eaLnBrk="1" fontAlgn="auto" latinLnBrk="0" hangingPunct="1">
              <a:lnSpc>
                <a:spcPct val="100000"/>
              </a:lnSpc>
              <a:spcBef>
                <a:spcPts val="0"/>
              </a:spcBef>
              <a:spcAft>
                <a:spcPts val="0"/>
              </a:spcAft>
              <a:buClrTx/>
              <a:buSzTx/>
              <a:buFontTx/>
              <a:buNone/>
              <a:tabLst/>
              <a:defRPr/>
            </a:pPr>
            <a:r>
              <a:rPr lang="hr-HR" dirty="0" smtClean="0"/>
              <a:t>Do</a:t>
            </a:r>
            <a:r>
              <a:rPr lang="hr-HR" baseline="0" dirty="0" smtClean="0"/>
              <a:t> 1 min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hr-HR"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hr-HR" dirty="0" smtClean="0"/>
              <a:t>https://hr.wikisource.org/wiki/Pisan_svetago_Jurja</a:t>
            </a:r>
          </a:p>
          <a:p>
            <a:pPr marL="0" marR="0" lvl="0" indent="0" algn="l" defTabSz="914400" rtl="0" eaLnBrk="1" fontAlgn="auto" latinLnBrk="0" hangingPunct="1">
              <a:lnSpc>
                <a:spcPct val="100000"/>
              </a:lnSpc>
              <a:spcBef>
                <a:spcPts val="0"/>
              </a:spcBef>
              <a:spcAft>
                <a:spcPts val="0"/>
              </a:spcAft>
              <a:buClrTx/>
              <a:buSzTx/>
              <a:buFontTx/>
              <a:buNone/>
              <a:tabLst/>
              <a:defRPr/>
            </a:pPr>
            <a:endParaRPr lang="hr-HR" dirty="0"/>
          </a:p>
          <a:p>
            <a:endParaRPr lang="hr-HR" dirty="0"/>
          </a:p>
        </p:txBody>
      </p:sp>
      <p:sp>
        <p:nvSpPr>
          <p:cNvPr id="4" name="Rezervirano mjesto broja slajda 3"/>
          <p:cNvSpPr>
            <a:spLocks noGrp="1"/>
          </p:cNvSpPr>
          <p:nvPr>
            <p:ph type="sldNum" sz="quarter" idx="5"/>
          </p:nvPr>
        </p:nvSpPr>
        <p:spPr/>
        <p:txBody>
          <a:bodyPr/>
          <a:lstStyle/>
          <a:p>
            <a:fld id="{FDA9FC7C-CFB6-40F7-853F-450F0E3B4452}" type="slidenum">
              <a:rPr lang="hr-HR" smtClean="0"/>
              <a:t>25</a:t>
            </a:fld>
            <a:endParaRPr lang="hr-HR"/>
          </a:p>
        </p:txBody>
      </p:sp>
    </p:spTree>
    <p:extLst>
      <p:ext uri="{BB962C8B-B14F-4D97-AF65-F5344CB8AC3E}">
        <p14:creationId xmlns:p14="http://schemas.microsoft.com/office/powerpoint/2010/main" val="20582895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kern="1200" dirty="0" smtClean="0">
                <a:solidFill>
                  <a:schemeClr val="tx1"/>
                </a:solidFill>
                <a:effectLst/>
                <a:latin typeface="+mn-lt"/>
                <a:ea typeface="+mn-ea"/>
                <a:cs typeface="+mn-cs"/>
              </a:rPr>
              <a:t>Rješenje zadatka</a:t>
            </a:r>
          </a:p>
          <a:p>
            <a:r>
              <a:rPr lang="hr-HR" sz="1200" i="1" kern="1200" dirty="0" smtClean="0">
                <a:solidFill>
                  <a:schemeClr val="tx1"/>
                </a:solidFill>
                <a:effectLst/>
                <a:latin typeface="+mn-lt"/>
                <a:ea typeface="+mn-ea"/>
                <a:cs typeface="+mn-cs"/>
              </a:rPr>
              <a:t>Tko sve ima 5. Citat?</a:t>
            </a:r>
            <a:endParaRPr lang="hr-HR" sz="1200" kern="1200" dirty="0" smtClean="0">
              <a:solidFill>
                <a:schemeClr val="tx1"/>
              </a:solidFill>
              <a:effectLst/>
              <a:latin typeface="+mn-lt"/>
              <a:ea typeface="+mn-ea"/>
              <a:cs typeface="+mn-cs"/>
            </a:endParaRPr>
          </a:p>
          <a:p>
            <a:r>
              <a:rPr lang="hr-HR" sz="1200" i="1" kern="1200" dirty="0" smtClean="0">
                <a:solidFill>
                  <a:schemeClr val="tx1"/>
                </a:solidFill>
                <a:effectLst/>
                <a:latin typeface="+mn-lt"/>
                <a:ea typeface="+mn-ea"/>
                <a:cs typeface="+mn-cs"/>
              </a:rPr>
              <a:t>Kako je umjetnik prikazao citat?</a:t>
            </a:r>
            <a:r>
              <a:rPr lang="hr-HR" sz="1200" kern="1200" dirty="0" smtClean="0">
                <a:solidFill>
                  <a:schemeClr val="tx1"/>
                </a:solidFill>
                <a:effectLst/>
                <a:latin typeface="+mn-lt"/>
                <a:ea typeface="+mn-ea"/>
                <a:cs typeface="+mn-cs"/>
              </a:rPr>
              <a:t> (Doslovno)</a:t>
            </a:r>
          </a:p>
          <a:p>
            <a:r>
              <a:rPr lang="hr-HR" sz="1200" i="1" kern="1200" dirty="0" smtClean="0">
                <a:solidFill>
                  <a:schemeClr val="tx1"/>
                </a:solidFill>
                <a:effectLst/>
                <a:latin typeface="+mn-lt"/>
                <a:ea typeface="+mn-ea"/>
                <a:cs typeface="+mn-cs"/>
              </a:rPr>
              <a:t>O kojem se svecu radi?</a:t>
            </a:r>
            <a:r>
              <a:rPr lang="hr-HR" sz="1200" kern="1200" dirty="0" smtClean="0">
                <a:solidFill>
                  <a:schemeClr val="tx1"/>
                </a:solidFill>
                <a:effectLst/>
                <a:latin typeface="+mn-lt"/>
                <a:ea typeface="+mn-ea"/>
                <a:cs typeface="+mn-cs"/>
              </a:rPr>
              <a:t> (sv. Petar)</a:t>
            </a:r>
          </a:p>
          <a:p>
            <a:r>
              <a:rPr lang="hr-HR" sz="1200" kern="1200" dirty="0" smtClean="0">
                <a:solidFill>
                  <a:schemeClr val="tx1"/>
                </a:solidFill>
                <a:effectLst/>
                <a:latin typeface="+mn-lt"/>
                <a:ea typeface="+mn-ea"/>
                <a:cs typeface="+mn-cs"/>
              </a:rPr>
              <a:t> </a:t>
            </a:r>
          </a:p>
          <a:p>
            <a:r>
              <a:rPr lang="hr-HR" sz="1200" kern="1200" dirty="0" smtClean="0">
                <a:solidFill>
                  <a:schemeClr val="tx1"/>
                </a:solidFill>
                <a:effectLst/>
                <a:latin typeface="+mn-lt"/>
                <a:ea typeface="+mn-ea"/>
                <a:cs typeface="+mn-cs"/>
              </a:rPr>
              <a:t>5., a) sv. Petar</a:t>
            </a:r>
          </a:p>
          <a:p>
            <a:endParaRPr lang="hr-HR" dirty="0"/>
          </a:p>
          <a:p>
            <a:r>
              <a:rPr lang="hr-HR" dirty="0"/>
              <a:t>[Pietro </a:t>
            </a:r>
            <a:r>
              <a:rPr lang="hr-HR" dirty="0" err="1"/>
              <a:t>Perugino</a:t>
            </a:r>
            <a:r>
              <a:rPr lang="hr-HR" dirty="0"/>
              <a:t>, </a:t>
            </a:r>
            <a:r>
              <a:rPr lang="hr-HR" i="1" dirty="0"/>
              <a:t>Predaja ključeva</a:t>
            </a:r>
            <a:r>
              <a:rPr lang="hr-HR" dirty="0"/>
              <a:t>, 1481. - 82., freska, Sikstinska kapela, Vatikan]</a:t>
            </a:r>
          </a:p>
          <a:p>
            <a:endParaRPr lang="hr-HR" dirty="0"/>
          </a:p>
          <a:p>
            <a:pPr marL="0" marR="0" lvl="0" indent="0" algn="l" defTabSz="914400" rtl="0" eaLnBrk="1" fontAlgn="auto" latinLnBrk="0" hangingPunct="1">
              <a:lnSpc>
                <a:spcPct val="100000"/>
              </a:lnSpc>
              <a:spcBef>
                <a:spcPts val="0"/>
              </a:spcBef>
              <a:spcAft>
                <a:spcPts val="0"/>
              </a:spcAft>
              <a:buClrTx/>
              <a:buSzTx/>
              <a:buFontTx/>
              <a:buNone/>
              <a:tabLst/>
              <a:defRPr/>
            </a:pPr>
            <a:r>
              <a:rPr lang="hr-HR" dirty="0" smtClean="0"/>
              <a:t>Do</a:t>
            </a:r>
            <a:r>
              <a:rPr lang="hr-HR" baseline="0" dirty="0" smtClean="0"/>
              <a:t> 1 min</a:t>
            </a:r>
            <a:endParaRPr lang="hr-HR" dirty="0"/>
          </a:p>
          <a:p>
            <a:endParaRPr lang="hr-HR" dirty="0"/>
          </a:p>
        </p:txBody>
      </p:sp>
      <p:sp>
        <p:nvSpPr>
          <p:cNvPr id="4" name="Rezervirano mjesto broja slajda 3"/>
          <p:cNvSpPr>
            <a:spLocks noGrp="1"/>
          </p:cNvSpPr>
          <p:nvPr>
            <p:ph type="sldNum" sz="quarter" idx="5"/>
          </p:nvPr>
        </p:nvSpPr>
        <p:spPr/>
        <p:txBody>
          <a:bodyPr/>
          <a:lstStyle/>
          <a:p>
            <a:fld id="{FDA9FC7C-CFB6-40F7-853F-450F0E3B4452}" type="slidenum">
              <a:rPr lang="hr-HR" smtClean="0"/>
              <a:t>26</a:t>
            </a:fld>
            <a:endParaRPr lang="hr-HR"/>
          </a:p>
        </p:txBody>
      </p:sp>
    </p:spTree>
    <p:extLst>
      <p:ext uri="{BB962C8B-B14F-4D97-AF65-F5344CB8AC3E}">
        <p14:creationId xmlns:p14="http://schemas.microsoft.com/office/powerpoint/2010/main" val="41629158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kern="1200" dirty="0" smtClean="0">
                <a:solidFill>
                  <a:schemeClr val="tx1"/>
                </a:solidFill>
                <a:effectLst/>
                <a:latin typeface="+mn-lt"/>
                <a:ea typeface="+mn-ea"/>
                <a:cs typeface="+mn-cs"/>
              </a:rPr>
              <a:t>Rješenje zadatka</a:t>
            </a:r>
          </a:p>
          <a:p>
            <a:r>
              <a:rPr lang="hr-HR" sz="1200" i="1" kern="1200" dirty="0" smtClean="0">
                <a:solidFill>
                  <a:schemeClr val="tx1"/>
                </a:solidFill>
                <a:effectLst/>
                <a:latin typeface="+mn-lt"/>
                <a:ea typeface="+mn-ea"/>
                <a:cs typeface="+mn-cs"/>
              </a:rPr>
              <a:t>Tko ima posljednji citat?</a:t>
            </a:r>
            <a:endParaRPr lang="hr-HR" sz="1200" kern="1200" dirty="0" smtClean="0">
              <a:solidFill>
                <a:schemeClr val="tx1"/>
              </a:solidFill>
              <a:effectLst/>
              <a:latin typeface="+mn-lt"/>
              <a:ea typeface="+mn-ea"/>
              <a:cs typeface="+mn-cs"/>
            </a:endParaRPr>
          </a:p>
          <a:p>
            <a:r>
              <a:rPr lang="hr-HR" sz="1200" i="1" kern="1200" dirty="0" smtClean="0">
                <a:solidFill>
                  <a:schemeClr val="tx1"/>
                </a:solidFill>
                <a:effectLst/>
                <a:latin typeface="+mn-lt"/>
                <a:ea typeface="+mn-ea"/>
                <a:cs typeface="+mn-cs"/>
              </a:rPr>
              <a:t>Koji se atribut spominje?</a:t>
            </a:r>
            <a:r>
              <a:rPr lang="hr-HR" sz="1200" kern="1200" dirty="0" smtClean="0">
                <a:solidFill>
                  <a:schemeClr val="tx1"/>
                </a:solidFill>
                <a:effectLst/>
                <a:latin typeface="+mn-lt"/>
                <a:ea typeface="+mn-ea"/>
                <a:cs typeface="+mn-cs"/>
              </a:rPr>
              <a:t> (strijele)</a:t>
            </a:r>
          </a:p>
          <a:p>
            <a:r>
              <a:rPr lang="hr-HR" sz="1200" i="1" kern="1200" dirty="0" smtClean="0">
                <a:solidFill>
                  <a:schemeClr val="tx1"/>
                </a:solidFill>
                <a:effectLst/>
                <a:latin typeface="+mn-lt"/>
                <a:ea typeface="+mn-ea"/>
                <a:cs typeface="+mn-cs"/>
              </a:rPr>
              <a:t>O kome je riječ?</a:t>
            </a:r>
            <a:r>
              <a:rPr lang="hr-HR" sz="1200" kern="1200" dirty="0" smtClean="0">
                <a:solidFill>
                  <a:schemeClr val="tx1"/>
                </a:solidFill>
                <a:effectLst/>
                <a:latin typeface="+mn-lt"/>
                <a:ea typeface="+mn-ea"/>
                <a:cs typeface="+mn-cs"/>
              </a:rPr>
              <a:t> (sv. Sebastijan)</a:t>
            </a:r>
          </a:p>
          <a:p>
            <a:r>
              <a:rPr lang="hr-HR" sz="1200" i="1" kern="1200" dirty="0" smtClean="0">
                <a:solidFill>
                  <a:schemeClr val="tx1"/>
                </a:solidFill>
                <a:effectLst/>
                <a:latin typeface="+mn-lt"/>
                <a:ea typeface="+mn-ea"/>
                <a:cs typeface="+mn-cs"/>
              </a:rPr>
              <a:t>Zašto se uopće koriste atributi u umjetnosti?</a:t>
            </a:r>
            <a:r>
              <a:rPr lang="hr-HR" sz="1200" kern="1200" dirty="0" smtClean="0">
                <a:solidFill>
                  <a:schemeClr val="tx1"/>
                </a:solidFill>
                <a:effectLst/>
                <a:latin typeface="+mn-lt"/>
                <a:ea typeface="+mn-ea"/>
                <a:cs typeface="+mn-cs"/>
              </a:rPr>
              <a:t> (Da lakše prepoznamo sveca)</a:t>
            </a:r>
          </a:p>
          <a:p>
            <a:r>
              <a:rPr lang="hr-HR" sz="1200" kern="1200" dirty="0" smtClean="0">
                <a:solidFill>
                  <a:schemeClr val="tx1"/>
                </a:solidFill>
                <a:effectLst/>
                <a:latin typeface="+mn-lt"/>
                <a:ea typeface="+mn-ea"/>
                <a:cs typeface="+mn-cs"/>
              </a:rPr>
              <a:t> </a:t>
            </a:r>
          </a:p>
          <a:p>
            <a:r>
              <a:rPr lang="hr-HR" sz="1200" kern="1200" dirty="0" smtClean="0">
                <a:solidFill>
                  <a:schemeClr val="tx1"/>
                </a:solidFill>
                <a:effectLst/>
                <a:latin typeface="+mn-lt"/>
                <a:ea typeface="+mn-ea"/>
                <a:cs typeface="+mn-cs"/>
              </a:rPr>
              <a:t>6., d) sv. Sebastijan</a:t>
            </a:r>
          </a:p>
          <a:p>
            <a:endParaRPr lang="hr-HR" dirty="0"/>
          </a:p>
          <a:p>
            <a:r>
              <a:rPr lang="hr-HR" dirty="0"/>
              <a:t>[Georges de la Tour, </a:t>
            </a:r>
            <a:r>
              <a:rPr lang="hr-HR" i="1" dirty="0"/>
              <a:t>Sv. Irena oplakuje sv. Sebastijana</a:t>
            </a:r>
            <a:r>
              <a:rPr lang="hr-HR" dirty="0"/>
              <a:t>, 1649., ulje na platnu, 167 x 130 cm, Louvre, Pariz]</a:t>
            </a:r>
          </a:p>
          <a:p>
            <a:endParaRPr lang="hr-HR" dirty="0" smtClean="0"/>
          </a:p>
          <a:p>
            <a:r>
              <a:rPr lang="hr-HR" dirty="0" smtClean="0"/>
              <a:t>ZAKLJUČAK VJEŽBE</a:t>
            </a:r>
          </a:p>
          <a:p>
            <a:endParaRPr lang="hr-HR" dirty="0"/>
          </a:p>
          <a:p>
            <a:r>
              <a:rPr lang="hr-HR" dirty="0" smtClean="0"/>
              <a:t>Do</a:t>
            </a:r>
            <a:r>
              <a:rPr lang="hr-HR" baseline="0" dirty="0" smtClean="0"/>
              <a:t> 1 min</a:t>
            </a:r>
            <a:endParaRPr lang="hr-HR" dirty="0"/>
          </a:p>
        </p:txBody>
      </p:sp>
      <p:sp>
        <p:nvSpPr>
          <p:cNvPr id="4" name="Rezervirano mjesto broja slajda 3"/>
          <p:cNvSpPr>
            <a:spLocks noGrp="1"/>
          </p:cNvSpPr>
          <p:nvPr>
            <p:ph type="sldNum" sz="quarter" idx="5"/>
          </p:nvPr>
        </p:nvSpPr>
        <p:spPr/>
        <p:txBody>
          <a:bodyPr/>
          <a:lstStyle/>
          <a:p>
            <a:fld id="{FDA9FC7C-CFB6-40F7-853F-450F0E3B4452}" type="slidenum">
              <a:rPr lang="hr-HR" smtClean="0"/>
              <a:t>27</a:t>
            </a:fld>
            <a:endParaRPr lang="hr-HR"/>
          </a:p>
        </p:txBody>
      </p:sp>
    </p:spTree>
    <p:extLst>
      <p:ext uri="{BB962C8B-B14F-4D97-AF65-F5344CB8AC3E}">
        <p14:creationId xmlns:p14="http://schemas.microsoft.com/office/powerpoint/2010/main" val="913981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zervirano mjesto slike slajda 1"/>
          <p:cNvSpPr>
            <a:spLocks noGrp="1" noRot="1" noChangeAspect="1"/>
          </p:cNvSpPr>
          <p:nvPr>
            <p:ph type="sldImg"/>
          </p:nvPr>
        </p:nvSpPr>
        <p:spPr>
          <a:xfrm>
            <a:off x="685800" y="1143000"/>
            <a:ext cx="5486400" cy="3086100"/>
          </a:xfrm>
        </p:spPr>
      </p:sp>
      <p:sp>
        <p:nvSpPr>
          <p:cNvPr id="3" name="Rezervirano mjesto bilježaka 2"/>
          <p:cNvSpPr>
            <a:spLocks noGrp="1"/>
          </p:cNvSpPr>
          <p:nvPr>
            <p:ph type="body" idx="1"/>
          </p:nvPr>
        </p:nvSpPr>
        <p:spPr/>
        <p:txBody>
          <a:bodyPr/>
          <a:lstStyle/>
          <a:p>
            <a:r>
              <a:rPr lang="hr-HR" sz="1200" kern="1200" dirty="0" smtClean="0">
                <a:solidFill>
                  <a:schemeClr val="tx1"/>
                </a:solidFill>
                <a:effectLst/>
                <a:latin typeface="+mn-lt"/>
                <a:ea typeface="+mn-ea"/>
                <a:cs typeface="+mn-cs"/>
              </a:rPr>
              <a:t>Koliko je vremena prošlo od početka sata? Nekih pola sata, zar ne? A mi cijelo vrijeme govorimo o zapadnom kršćanstvu. A što je s drugim religijama? </a:t>
            </a:r>
          </a:p>
          <a:p>
            <a:r>
              <a:rPr lang="hr-HR" sz="1200" i="1" kern="1200" dirty="0" smtClean="0">
                <a:solidFill>
                  <a:schemeClr val="tx1"/>
                </a:solidFill>
                <a:effectLst/>
                <a:latin typeface="+mn-lt"/>
                <a:ea typeface="+mn-ea"/>
                <a:cs typeface="+mn-cs"/>
              </a:rPr>
              <a:t>Iz kojih religija potječu ova likovna djela?</a:t>
            </a:r>
            <a:r>
              <a:rPr lang="hr-HR" sz="1200" kern="1200" dirty="0" smtClean="0">
                <a:solidFill>
                  <a:schemeClr val="tx1"/>
                </a:solidFill>
                <a:effectLst/>
                <a:latin typeface="+mn-lt"/>
                <a:ea typeface="+mn-ea"/>
                <a:cs typeface="+mn-cs"/>
              </a:rPr>
              <a:t> (Budizam, hinduizam…)</a:t>
            </a:r>
          </a:p>
          <a:p>
            <a:r>
              <a:rPr lang="hr-HR" sz="1200" i="1" kern="1200" dirty="0" smtClean="0">
                <a:solidFill>
                  <a:schemeClr val="tx1"/>
                </a:solidFill>
                <a:effectLst/>
                <a:latin typeface="+mn-lt"/>
                <a:ea typeface="+mn-ea"/>
                <a:cs typeface="+mn-cs"/>
              </a:rPr>
              <a:t>Po čemu to zaključujete?</a:t>
            </a:r>
            <a:r>
              <a:rPr lang="hr-HR" sz="1200" kern="1200" dirty="0" smtClean="0">
                <a:solidFill>
                  <a:schemeClr val="tx1"/>
                </a:solidFill>
                <a:effectLst/>
                <a:latin typeface="+mn-lt"/>
                <a:ea typeface="+mn-ea"/>
                <a:cs typeface="+mn-cs"/>
              </a:rPr>
              <a:t> (Boje, motivi, forma…)</a:t>
            </a:r>
          </a:p>
          <a:p>
            <a:r>
              <a:rPr lang="hr-HR" sz="1200" i="1" kern="1200" dirty="0" smtClean="0">
                <a:solidFill>
                  <a:schemeClr val="tx1"/>
                </a:solidFill>
                <a:effectLst/>
                <a:latin typeface="+mn-lt"/>
                <a:ea typeface="+mn-ea"/>
                <a:cs typeface="+mn-cs"/>
              </a:rPr>
              <a:t>Koliko poznajete te religije?</a:t>
            </a:r>
            <a:r>
              <a:rPr lang="hr-HR" sz="1200" kern="1200" dirty="0" smtClean="0">
                <a:solidFill>
                  <a:schemeClr val="tx1"/>
                </a:solidFill>
                <a:effectLst/>
                <a:latin typeface="+mn-lt"/>
                <a:ea typeface="+mn-ea"/>
                <a:cs typeface="+mn-cs"/>
              </a:rPr>
              <a:t> (Očekivani odgovor je manje nego kršćanstvo, ali da znaju da se rasprostranjene u azijskim zemljama, štuju više bogova…)</a:t>
            </a:r>
          </a:p>
          <a:p>
            <a:r>
              <a:rPr lang="hr-HR" sz="1200" kern="1200" dirty="0" smtClean="0">
                <a:solidFill>
                  <a:schemeClr val="tx1"/>
                </a:solidFill>
                <a:effectLst/>
                <a:latin typeface="+mn-lt"/>
                <a:ea typeface="+mn-ea"/>
                <a:cs typeface="+mn-cs"/>
              </a:rPr>
              <a:t>Budizam kao religija se dijeli na nekoliko tradicija, a ova reprodukcija je primjer tibetanske budističke umjetničke prakse </a:t>
            </a:r>
            <a:r>
              <a:rPr lang="en-US" sz="1200" kern="1200" dirty="0" err="1" smtClean="0">
                <a:solidFill>
                  <a:schemeClr val="tx1"/>
                </a:solidFill>
                <a:effectLst/>
                <a:latin typeface="+mn-lt"/>
                <a:ea typeface="+mn-ea"/>
                <a:cs typeface="+mn-cs"/>
              </a:rPr>
              <a:t>Thangka</a:t>
            </a:r>
            <a:r>
              <a:rPr lang="en-US" sz="1200" kern="1200" dirty="0" smtClean="0">
                <a:solidFill>
                  <a:schemeClr val="tx1"/>
                </a:solidFill>
                <a:effectLst/>
                <a:latin typeface="+mn-lt"/>
                <a:ea typeface="+mn-ea"/>
                <a:cs typeface="+mn-cs"/>
              </a:rPr>
              <a:t> </a:t>
            </a:r>
            <a:r>
              <a:rPr lang="hr-HR" sz="1200" kern="1200" dirty="0" smtClean="0">
                <a:solidFill>
                  <a:schemeClr val="tx1"/>
                </a:solidFill>
                <a:effectLst/>
                <a:latin typeface="+mn-lt"/>
                <a:ea typeface="+mn-ea"/>
                <a:cs typeface="+mn-cs"/>
              </a:rPr>
              <a:t>s prikazom Vađrajane, koja je kao i sama tradicija tibetanskog budizma bogata ezoteričnim elementima, između ostalog i kompleksnim obredima, magijskim praksama i tome slično.</a:t>
            </a:r>
          </a:p>
          <a:p>
            <a:r>
              <a:rPr lang="hr-HR" sz="1200" kern="1200" dirty="0" smtClean="0">
                <a:solidFill>
                  <a:schemeClr val="tx1"/>
                </a:solidFill>
                <a:effectLst/>
                <a:latin typeface="+mn-lt"/>
                <a:ea typeface="+mn-ea"/>
                <a:cs typeface="+mn-cs"/>
              </a:rPr>
              <a:t>Budući da su religija i kultura ne mogu gledati zasebno u hinduizmu gdje se stalno iznova ponavljaju simboli poput bogova i njihovih reinkarnacija, cvijet lotosa, dodatni udovi, pa čak i tradicionalne umjetnosti pojavljuju se u mnogim skulpturama, slikama, glazbi i plesu.</a:t>
            </a:r>
          </a:p>
          <a:p>
            <a:endParaRPr lang="hr-HR" sz="1200" b="0" i="0" kern="1200" dirty="0" smtClean="0">
              <a:solidFill>
                <a:schemeClr val="tx1"/>
              </a:solidFill>
              <a:effectLst/>
              <a:latin typeface="+mn-lt"/>
              <a:ea typeface="+mn-ea"/>
              <a:cs typeface="+mn-cs"/>
            </a:endParaRPr>
          </a:p>
          <a:p>
            <a:r>
              <a:rPr lang="hr-HR" sz="1200" b="0" i="0" kern="1200" dirty="0" smtClean="0">
                <a:solidFill>
                  <a:schemeClr val="tx1"/>
                </a:solidFill>
                <a:effectLst/>
                <a:latin typeface="+mn-lt"/>
                <a:ea typeface="+mn-ea"/>
                <a:cs typeface="+mn-cs"/>
              </a:rPr>
              <a:t>[</a:t>
            </a:r>
            <a:r>
              <a:rPr lang="en-US" sz="1200" kern="1200" dirty="0" err="1" smtClean="0">
                <a:solidFill>
                  <a:schemeClr val="tx1"/>
                </a:solidFill>
                <a:effectLst/>
                <a:latin typeface="+mn-lt"/>
                <a:ea typeface="+mn-ea"/>
                <a:cs typeface="+mn-cs"/>
              </a:rPr>
              <a:t>Thangka</a:t>
            </a:r>
            <a:r>
              <a:rPr lang="en-US" sz="1200" kern="1200" dirty="0" smtClean="0">
                <a:solidFill>
                  <a:schemeClr val="tx1"/>
                </a:solidFill>
                <a:effectLst/>
                <a:latin typeface="+mn-lt"/>
                <a:ea typeface="+mn-ea"/>
                <a:cs typeface="+mn-cs"/>
              </a:rPr>
              <a:t> </a:t>
            </a:r>
            <a:r>
              <a:rPr lang="hr-HR" sz="1200" kern="1200" dirty="0" smtClean="0">
                <a:solidFill>
                  <a:schemeClr val="tx1"/>
                </a:solidFill>
                <a:effectLst/>
                <a:latin typeface="+mn-lt"/>
                <a:ea typeface="+mn-ea"/>
                <a:cs typeface="+mn-cs"/>
              </a:rPr>
              <a:t>s prikazom Vađrajane, 1740.</a:t>
            </a:r>
          </a:p>
          <a:p>
            <a:r>
              <a:rPr lang="hr-HR" sz="1200" kern="1200" dirty="0" smtClean="0">
                <a:solidFill>
                  <a:schemeClr val="tx1"/>
                </a:solidFill>
                <a:effectLst/>
                <a:latin typeface="+mn-lt"/>
                <a:ea typeface="+mn-ea"/>
                <a:cs typeface="+mn-cs"/>
              </a:rPr>
              <a:t>prikaz Šive, Višne i Surie, 9. st.</a:t>
            </a:r>
            <a:r>
              <a:rPr lang="hr-HR" sz="1200" b="0" i="0" kern="1200" dirty="0" smtClean="0">
                <a:solidFill>
                  <a:schemeClr val="tx1"/>
                </a:solidFill>
                <a:effectLst/>
                <a:latin typeface="+mn-lt"/>
                <a:ea typeface="+mn-ea"/>
                <a:cs typeface="+mn-cs"/>
              </a:rPr>
              <a:t>]</a:t>
            </a:r>
          </a:p>
          <a:p>
            <a:endParaRPr lang="hr-HR" sz="1200" b="0" i="0" kern="1200" dirty="0" smtClean="0">
              <a:solidFill>
                <a:schemeClr val="tx1"/>
              </a:solidFill>
              <a:effectLst/>
              <a:latin typeface="+mn-lt"/>
              <a:ea typeface="+mn-ea"/>
              <a:cs typeface="+mn-cs"/>
            </a:endParaRPr>
          </a:p>
          <a:p>
            <a:r>
              <a:rPr lang="hr-HR" sz="1200" b="0" i="0" kern="1200" dirty="0" smtClean="0">
                <a:solidFill>
                  <a:schemeClr val="tx1"/>
                </a:solidFill>
                <a:effectLst/>
                <a:latin typeface="+mn-lt"/>
                <a:ea typeface="+mn-ea"/>
                <a:cs typeface="+mn-cs"/>
              </a:rPr>
              <a:t>1</a:t>
            </a:r>
            <a:r>
              <a:rPr lang="hr-HR" sz="1200" b="0" i="0" kern="1200" baseline="0" dirty="0" smtClean="0">
                <a:solidFill>
                  <a:schemeClr val="tx1"/>
                </a:solidFill>
                <a:effectLst/>
                <a:latin typeface="+mn-lt"/>
                <a:ea typeface="+mn-ea"/>
                <a:cs typeface="+mn-cs"/>
              </a:rPr>
              <a:t> min</a:t>
            </a:r>
            <a:endParaRPr lang="hr-HR" sz="1200" kern="1200" dirty="0" smtClean="0">
              <a:solidFill>
                <a:schemeClr val="tx1"/>
              </a:solidFill>
              <a:effectLst/>
              <a:latin typeface="+mn-lt"/>
              <a:ea typeface="+mn-ea"/>
              <a:cs typeface="+mn-cs"/>
            </a:endParaRPr>
          </a:p>
        </p:txBody>
      </p:sp>
      <p:sp>
        <p:nvSpPr>
          <p:cNvPr id="4" name="Rezervirano mjesto broja slajda 3"/>
          <p:cNvSpPr>
            <a:spLocks noGrp="1"/>
          </p:cNvSpPr>
          <p:nvPr>
            <p:ph type="sldNum" sz="quarter" idx="5"/>
          </p:nvPr>
        </p:nvSpPr>
        <p:spPr/>
        <p:txBody>
          <a:bodyPr/>
          <a:lstStyle/>
          <a:p>
            <a:fld id="{FDA9FC7C-CFB6-40F7-853F-450F0E3B4452}" type="slidenum">
              <a:rPr lang="hr-HR" smtClean="0"/>
              <a:t>28</a:t>
            </a:fld>
            <a:endParaRPr lang="hr-HR"/>
          </a:p>
        </p:txBody>
      </p:sp>
    </p:spTree>
    <p:extLst>
      <p:ext uri="{BB962C8B-B14F-4D97-AF65-F5344CB8AC3E}">
        <p14:creationId xmlns:p14="http://schemas.microsoft.com/office/powerpoint/2010/main" val="39054658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sz="1200" i="1" kern="1200" dirty="0" smtClean="0">
                <a:solidFill>
                  <a:schemeClr val="tx1"/>
                </a:solidFill>
                <a:effectLst/>
                <a:latin typeface="+mn-lt"/>
                <a:ea typeface="+mn-ea"/>
                <a:cs typeface="+mn-cs"/>
              </a:rPr>
              <a:t>Što je prikazano?</a:t>
            </a:r>
            <a:r>
              <a:rPr lang="hr-HR" sz="1200" kern="1200" dirty="0" smtClean="0">
                <a:solidFill>
                  <a:schemeClr val="tx1"/>
                </a:solidFill>
                <a:effectLst/>
                <a:latin typeface="+mn-lt"/>
                <a:ea typeface="+mn-ea"/>
                <a:cs typeface="+mn-cs"/>
              </a:rPr>
              <a:t> (Neki znakovi, kaligrafija, neki simboli…)</a:t>
            </a:r>
          </a:p>
          <a:p>
            <a:r>
              <a:rPr lang="hr-HR" sz="1200" i="1" kern="1200" dirty="0" smtClean="0">
                <a:solidFill>
                  <a:schemeClr val="tx1"/>
                </a:solidFill>
                <a:effectLst/>
                <a:latin typeface="+mn-lt"/>
                <a:ea typeface="+mn-ea"/>
                <a:cs typeface="+mn-cs"/>
              </a:rPr>
              <a:t>Iz koje religije bi ovaj prikaz bio? </a:t>
            </a:r>
            <a:r>
              <a:rPr lang="hr-HR" sz="1200" kern="1200" dirty="0" smtClean="0">
                <a:solidFill>
                  <a:schemeClr val="tx1"/>
                </a:solidFill>
                <a:effectLst/>
                <a:latin typeface="+mn-lt"/>
                <a:ea typeface="+mn-ea"/>
                <a:cs typeface="+mn-cs"/>
              </a:rPr>
              <a:t>(Islam…)</a:t>
            </a:r>
          </a:p>
          <a:p>
            <a:r>
              <a:rPr lang="hr-HR" sz="1200" i="1" kern="1200" dirty="0" smtClean="0">
                <a:solidFill>
                  <a:schemeClr val="tx1"/>
                </a:solidFill>
                <a:effectLst/>
                <a:latin typeface="+mn-lt"/>
                <a:ea typeface="+mn-ea"/>
                <a:cs typeface="+mn-cs"/>
              </a:rPr>
              <a:t>Što bi mogli ovi znakovi prikazivati, značiti?</a:t>
            </a:r>
            <a:r>
              <a:rPr lang="hr-HR" sz="1200" kern="1200" dirty="0" smtClean="0">
                <a:solidFill>
                  <a:schemeClr val="tx1"/>
                </a:solidFill>
                <a:effectLst/>
                <a:latin typeface="+mn-lt"/>
                <a:ea typeface="+mn-ea"/>
                <a:cs typeface="+mn-cs"/>
              </a:rPr>
              <a:t> (Simboli za molitve, simboli za događaje, simboli za osobe…)</a:t>
            </a:r>
          </a:p>
          <a:p>
            <a:r>
              <a:rPr lang="hr-HR" sz="1200" kern="1200" dirty="0" smtClean="0">
                <a:solidFill>
                  <a:schemeClr val="tx1"/>
                </a:solidFill>
                <a:effectLst/>
                <a:latin typeface="+mn-lt"/>
                <a:ea typeface="+mn-ea"/>
                <a:cs typeface="+mn-cs"/>
              </a:rPr>
              <a:t>Tako je. Što se Islama i islamske umjetnosti tiče islamski propisi ne dozvoljavaju prikazivanje svetaca. Zabranjeno je i prikazivanje reprezentativnih slika jer samo Bog može dati život. Posljedica tih zabrana je bila da se, čak i pri prikazivanju figura ljudi i životinja, izbjegavalo korištenje ukrasnog okvira te, za razliku od europskih umjetnika, muslimanski umjetnici nisu razvili poznavanje anatomije, muskulature i perspektive. S druge pak strane, su ovakva ograničenja usmjerila umjetnike na općeprihvatljivi razvoj ukrasnih uzoraka, koji su bili temeljeni na geometrijskim oblicima, arapskom pismu i lističavim stiliziranim oblicima.</a:t>
            </a:r>
          </a:p>
          <a:p>
            <a:r>
              <a:rPr lang="hr-HR" sz="1200" kern="1200" dirty="0" smtClean="0">
                <a:solidFill>
                  <a:schemeClr val="tx1"/>
                </a:solidFill>
                <a:effectLst/>
                <a:latin typeface="+mn-lt"/>
                <a:ea typeface="+mn-ea"/>
                <a:cs typeface="+mn-cs"/>
              </a:rPr>
              <a:t> </a:t>
            </a:r>
          </a:p>
          <a:p>
            <a:r>
              <a:rPr lang="hr-HR" sz="1200" i="1" kern="1200" dirty="0" smtClean="0">
                <a:solidFill>
                  <a:schemeClr val="tx1"/>
                </a:solidFill>
                <a:effectLst/>
                <a:latin typeface="+mn-lt"/>
                <a:ea typeface="+mn-ea"/>
                <a:cs typeface="+mn-cs"/>
              </a:rPr>
              <a:t>Razlikuju li se religijske teme u drugim religijama puno od religijskih tema u zapadnom kršćanstvu?</a:t>
            </a:r>
            <a:r>
              <a:rPr lang="hr-HR" sz="1200" kern="1200" dirty="0" smtClean="0">
                <a:solidFill>
                  <a:schemeClr val="tx1"/>
                </a:solidFill>
                <a:effectLst/>
                <a:latin typeface="+mn-lt"/>
                <a:ea typeface="+mn-ea"/>
                <a:cs typeface="+mn-cs"/>
              </a:rPr>
              <a:t> (Islam se jako razlikuje jer zabranjuje prikaz ljudi, u budizmu se prikazuju ljudi, ali s puno mističnih elemenata, u hinduizmu se slično prikazuju ljudi i simboli…)</a:t>
            </a:r>
          </a:p>
          <a:p>
            <a:r>
              <a:rPr lang="hr-HR" sz="1200" i="1" kern="1200" dirty="0" smtClean="0">
                <a:solidFill>
                  <a:schemeClr val="tx1"/>
                </a:solidFill>
                <a:effectLst/>
                <a:latin typeface="+mn-lt"/>
                <a:ea typeface="+mn-ea"/>
                <a:cs typeface="+mn-cs"/>
              </a:rPr>
              <a:t>Što im je zajedničko?</a:t>
            </a:r>
            <a:r>
              <a:rPr lang="hr-HR" sz="1200" kern="1200" dirty="0" smtClean="0">
                <a:solidFill>
                  <a:schemeClr val="tx1"/>
                </a:solidFill>
                <a:effectLst/>
                <a:latin typeface="+mn-lt"/>
                <a:ea typeface="+mn-ea"/>
                <a:cs typeface="+mn-cs"/>
              </a:rPr>
              <a:t> (Pokušaj prikazivanja nadnaravnog…)</a:t>
            </a:r>
          </a:p>
          <a:p>
            <a:endParaRPr lang="hr-HR"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hr-HR" dirty="0" smtClean="0"/>
              <a:t>[</a:t>
            </a:r>
            <a:r>
              <a:rPr lang="hr-HR" sz="1200" kern="1200" dirty="0" smtClean="0">
                <a:solidFill>
                  <a:schemeClr val="tx1"/>
                </a:solidFill>
                <a:effectLst/>
                <a:latin typeface="+mn-lt"/>
                <a:ea typeface="+mn-ea"/>
                <a:cs typeface="+mn-cs"/>
              </a:rPr>
              <a:t>kaligrafski prikaz 12 imama i proroka Muhameda]</a:t>
            </a:r>
          </a:p>
          <a:p>
            <a:pPr marL="0" marR="0" indent="0" algn="l" defTabSz="914400" rtl="0" eaLnBrk="1" fontAlgn="auto" latinLnBrk="0" hangingPunct="1">
              <a:lnSpc>
                <a:spcPct val="100000"/>
              </a:lnSpc>
              <a:spcBef>
                <a:spcPts val="0"/>
              </a:spcBef>
              <a:spcAft>
                <a:spcPts val="0"/>
              </a:spcAft>
              <a:buClrTx/>
              <a:buSzTx/>
              <a:buFontTx/>
              <a:buNone/>
              <a:tabLst/>
              <a:defRPr/>
            </a:pPr>
            <a:endParaRPr lang="hr-HR"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hr-HR" sz="1200" kern="1200" dirty="0" smtClean="0">
                <a:solidFill>
                  <a:schemeClr val="tx1"/>
                </a:solidFill>
                <a:effectLst/>
                <a:latin typeface="+mn-lt"/>
                <a:ea typeface="+mn-ea"/>
                <a:cs typeface="+mn-cs"/>
              </a:rPr>
              <a:t>1</a:t>
            </a:r>
            <a:r>
              <a:rPr lang="hr-HR" sz="1200" kern="1200" baseline="0" dirty="0" smtClean="0">
                <a:solidFill>
                  <a:schemeClr val="tx1"/>
                </a:solidFill>
                <a:effectLst/>
                <a:latin typeface="+mn-lt"/>
                <a:ea typeface="+mn-ea"/>
                <a:cs typeface="+mn-cs"/>
              </a:rPr>
              <a:t> min</a:t>
            </a:r>
            <a:endParaRPr lang="hr-HR"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DA9FC7C-CFB6-40F7-853F-450F0E3B4452}" type="slidenum">
              <a:rPr lang="hr-HR" smtClean="0"/>
              <a:t>29</a:t>
            </a:fld>
            <a:endParaRPr lang="hr-HR"/>
          </a:p>
        </p:txBody>
      </p:sp>
    </p:spTree>
    <p:extLst>
      <p:ext uri="{BB962C8B-B14F-4D97-AF65-F5344CB8AC3E}">
        <p14:creationId xmlns:p14="http://schemas.microsoft.com/office/powerpoint/2010/main" val="3223012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smtClean="0"/>
              <a:t>Click to edit Master title style</a:t>
            </a:r>
            <a:endParaRPr lang="hr-H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hr-HR"/>
          </a:p>
        </p:txBody>
      </p:sp>
      <p:sp>
        <p:nvSpPr>
          <p:cNvPr id="4" name="Date Placeholder 3"/>
          <p:cNvSpPr>
            <a:spLocks noGrp="1"/>
          </p:cNvSpPr>
          <p:nvPr>
            <p:ph type="dt" sz="half" idx="10"/>
          </p:nvPr>
        </p:nvSpPr>
        <p:spPr/>
        <p:txBody>
          <a:bodyPr/>
          <a:lstStyle/>
          <a:p>
            <a:fld id="{497D93EC-7D5E-4358-AACA-E6B811971DE6}" type="datetimeFigureOut">
              <a:rPr lang="hr-HR" smtClean="0"/>
              <a:t>27.12.2020.</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4BE8D911-2B34-4821-A5DF-CD8C33E83314}" type="slidenum">
              <a:rPr lang="hr-HR" smtClean="0"/>
              <a:t>‹#›</a:t>
            </a:fld>
            <a:endParaRPr lang="hr-HR"/>
          </a:p>
        </p:txBody>
      </p:sp>
    </p:spTree>
    <p:extLst>
      <p:ext uri="{BB962C8B-B14F-4D97-AF65-F5344CB8AC3E}">
        <p14:creationId xmlns:p14="http://schemas.microsoft.com/office/powerpoint/2010/main" val="234964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hr-H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r-HR"/>
          </a:p>
        </p:txBody>
      </p:sp>
      <p:sp>
        <p:nvSpPr>
          <p:cNvPr id="4" name="Date Placeholder 3"/>
          <p:cNvSpPr>
            <a:spLocks noGrp="1"/>
          </p:cNvSpPr>
          <p:nvPr>
            <p:ph type="dt" sz="half" idx="10"/>
          </p:nvPr>
        </p:nvSpPr>
        <p:spPr/>
        <p:txBody>
          <a:bodyPr/>
          <a:lstStyle/>
          <a:p>
            <a:fld id="{497D93EC-7D5E-4358-AACA-E6B811971DE6}" type="datetimeFigureOut">
              <a:rPr lang="hr-HR" smtClean="0"/>
              <a:t>27.12.2020.</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4BE8D911-2B34-4821-A5DF-CD8C33E83314}" type="slidenum">
              <a:rPr lang="hr-HR" smtClean="0"/>
              <a:t>‹#›</a:t>
            </a:fld>
            <a:endParaRPr lang="hr-HR"/>
          </a:p>
        </p:txBody>
      </p:sp>
    </p:spTree>
    <p:extLst>
      <p:ext uri="{BB962C8B-B14F-4D97-AF65-F5344CB8AC3E}">
        <p14:creationId xmlns:p14="http://schemas.microsoft.com/office/powerpoint/2010/main" val="2009674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smtClean="0"/>
              <a:t>Click to edit Master title style</a:t>
            </a:r>
            <a:endParaRPr lang="hr-H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97D93EC-7D5E-4358-AACA-E6B811971DE6}" type="datetimeFigureOut">
              <a:rPr lang="hr-HR" smtClean="0"/>
              <a:t>27.12.2020.</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4BE8D911-2B34-4821-A5DF-CD8C33E83314}" type="slidenum">
              <a:rPr lang="hr-HR" smtClean="0"/>
              <a:t>‹#›</a:t>
            </a:fld>
            <a:endParaRPr lang="hr-HR"/>
          </a:p>
        </p:txBody>
      </p:sp>
    </p:spTree>
    <p:extLst>
      <p:ext uri="{BB962C8B-B14F-4D97-AF65-F5344CB8AC3E}">
        <p14:creationId xmlns:p14="http://schemas.microsoft.com/office/powerpoint/2010/main" val="2758277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hr-HR"/>
          </a:p>
        </p:txBody>
      </p:sp>
      <p:sp>
        <p:nvSpPr>
          <p:cNvPr id="3" name="Content Placeholder 2"/>
          <p:cNvSpPr>
            <a:spLocks noGrp="1"/>
          </p:cNvSpPr>
          <p:nvPr>
            <p:ph sz="half" idx="1"/>
          </p:nvPr>
        </p:nvSpPr>
        <p:spPr>
          <a:xfrm>
            <a:off x="8128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r-HR"/>
          </a:p>
        </p:txBody>
      </p:sp>
      <p:sp>
        <p:nvSpPr>
          <p:cNvPr id="4" name="Content Placeholder 3"/>
          <p:cNvSpPr>
            <a:spLocks noGrp="1"/>
          </p:cNvSpPr>
          <p:nvPr>
            <p:ph sz="half" idx="2"/>
          </p:nvPr>
        </p:nvSpPr>
        <p:spPr>
          <a:xfrm>
            <a:off x="82296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r-HR"/>
          </a:p>
        </p:txBody>
      </p:sp>
      <p:sp>
        <p:nvSpPr>
          <p:cNvPr id="5" name="Date Placeholder 4"/>
          <p:cNvSpPr>
            <a:spLocks noGrp="1"/>
          </p:cNvSpPr>
          <p:nvPr>
            <p:ph type="dt" sz="half" idx="10"/>
          </p:nvPr>
        </p:nvSpPr>
        <p:spPr/>
        <p:txBody>
          <a:bodyPr/>
          <a:lstStyle/>
          <a:p>
            <a:fld id="{497D93EC-7D5E-4358-AACA-E6B811971DE6}" type="datetimeFigureOut">
              <a:rPr lang="hr-HR" smtClean="0"/>
              <a:t>27.12.2020.</a:t>
            </a:fld>
            <a:endParaRPr lang="hr-HR"/>
          </a:p>
        </p:txBody>
      </p:sp>
      <p:sp>
        <p:nvSpPr>
          <p:cNvPr id="6" name="Footer Placeholder 5"/>
          <p:cNvSpPr>
            <a:spLocks noGrp="1"/>
          </p:cNvSpPr>
          <p:nvPr>
            <p:ph type="ftr" sz="quarter" idx="11"/>
          </p:nvPr>
        </p:nvSpPr>
        <p:spPr/>
        <p:txBody>
          <a:bodyPr/>
          <a:lstStyle/>
          <a:p>
            <a:endParaRPr lang="hr-HR"/>
          </a:p>
        </p:txBody>
      </p:sp>
      <p:sp>
        <p:nvSpPr>
          <p:cNvPr id="7" name="Slide Number Placeholder 6"/>
          <p:cNvSpPr>
            <a:spLocks noGrp="1"/>
          </p:cNvSpPr>
          <p:nvPr>
            <p:ph type="sldNum" sz="quarter" idx="12"/>
          </p:nvPr>
        </p:nvSpPr>
        <p:spPr/>
        <p:txBody>
          <a:bodyPr/>
          <a:lstStyle/>
          <a:p>
            <a:fld id="{4BE8D911-2B34-4821-A5DF-CD8C33E83314}" type="slidenum">
              <a:rPr lang="hr-HR" smtClean="0"/>
              <a:t>‹#›</a:t>
            </a:fld>
            <a:endParaRPr lang="hr-HR"/>
          </a:p>
        </p:txBody>
      </p:sp>
    </p:spTree>
    <p:extLst>
      <p:ext uri="{BB962C8B-B14F-4D97-AF65-F5344CB8AC3E}">
        <p14:creationId xmlns:p14="http://schemas.microsoft.com/office/powerpoint/2010/main" val="840982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hr-H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r-H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r-HR"/>
          </a:p>
        </p:txBody>
      </p:sp>
      <p:sp>
        <p:nvSpPr>
          <p:cNvPr id="7" name="Date Placeholder 6"/>
          <p:cNvSpPr>
            <a:spLocks noGrp="1"/>
          </p:cNvSpPr>
          <p:nvPr>
            <p:ph type="dt" sz="half" idx="10"/>
          </p:nvPr>
        </p:nvSpPr>
        <p:spPr/>
        <p:txBody>
          <a:bodyPr/>
          <a:lstStyle/>
          <a:p>
            <a:fld id="{497D93EC-7D5E-4358-AACA-E6B811971DE6}" type="datetimeFigureOut">
              <a:rPr lang="hr-HR" smtClean="0"/>
              <a:t>27.12.2020.</a:t>
            </a:fld>
            <a:endParaRPr lang="hr-HR"/>
          </a:p>
        </p:txBody>
      </p:sp>
      <p:sp>
        <p:nvSpPr>
          <p:cNvPr id="8" name="Footer Placeholder 7"/>
          <p:cNvSpPr>
            <a:spLocks noGrp="1"/>
          </p:cNvSpPr>
          <p:nvPr>
            <p:ph type="ftr" sz="quarter" idx="11"/>
          </p:nvPr>
        </p:nvSpPr>
        <p:spPr/>
        <p:txBody>
          <a:bodyPr/>
          <a:lstStyle/>
          <a:p>
            <a:endParaRPr lang="hr-HR"/>
          </a:p>
        </p:txBody>
      </p:sp>
      <p:sp>
        <p:nvSpPr>
          <p:cNvPr id="9" name="Slide Number Placeholder 8"/>
          <p:cNvSpPr>
            <a:spLocks noGrp="1"/>
          </p:cNvSpPr>
          <p:nvPr>
            <p:ph type="sldNum" sz="quarter" idx="12"/>
          </p:nvPr>
        </p:nvSpPr>
        <p:spPr/>
        <p:txBody>
          <a:bodyPr/>
          <a:lstStyle/>
          <a:p>
            <a:fld id="{4BE8D911-2B34-4821-A5DF-CD8C33E83314}" type="slidenum">
              <a:rPr lang="hr-HR" smtClean="0"/>
              <a:t>‹#›</a:t>
            </a:fld>
            <a:endParaRPr lang="hr-HR"/>
          </a:p>
        </p:txBody>
      </p:sp>
    </p:spTree>
    <p:extLst>
      <p:ext uri="{BB962C8B-B14F-4D97-AF65-F5344CB8AC3E}">
        <p14:creationId xmlns:p14="http://schemas.microsoft.com/office/powerpoint/2010/main" val="3887023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hr-HR"/>
          </a:p>
        </p:txBody>
      </p:sp>
      <p:sp>
        <p:nvSpPr>
          <p:cNvPr id="3" name="Date Placeholder 2"/>
          <p:cNvSpPr>
            <a:spLocks noGrp="1"/>
          </p:cNvSpPr>
          <p:nvPr>
            <p:ph type="dt" sz="half" idx="10"/>
          </p:nvPr>
        </p:nvSpPr>
        <p:spPr/>
        <p:txBody>
          <a:bodyPr/>
          <a:lstStyle/>
          <a:p>
            <a:fld id="{497D93EC-7D5E-4358-AACA-E6B811971DE6}" type="datetimeFigureOut">
              <a:rPr lang="hr-HR" smtClean="0"/>
              <a:t>27.12.2020.</a:t>
            </a:fld>
            <a:endParaRPr lang="hr-HR"/>
          </a:p>
        </p:txBody>
      </p:sp>
      <p:sp>
        <p:nvSpPr>
          <p:cNvPr id="4" name="Footer Placeholder 3"/>
          <p:cNvSpPr>
            <a:spLocks noGrp="1"/>
          </p:cNvSpPr>
          <p:nvPr>
            <p:ph type="ftr" sz="quarter" idx="11"/>
          </p:nvPr>
        </p:nvSpPr>
        <p:spPr/>
        <p:txBody>
          <a:bodyPr/>
          <a:lstStyle/>
          <a:p>
            <a:endParaRPr lang="hr-HR"/>
          </a:p>
        </p:txBody>
      </p:sp>
      <p:sp>
        <p:nvSpPr>
          <p:cNvPr id="5" name="Slide Number Placeholder 4"/>
          <p:cNvSpPr>
            <a:spLocks noGrp="1"/>
          </p:cNvSpPr>
          <p:nvPr>
            <p:ph type="sldNum" sz="quarter" idx="12"/>
          </p:nvPr>
        </p:nvSpPr>
        <p:spPr/>
        <p:txBody>
          <a:bodyPr/>
          <a:lstStyle/>
          <a:p>
            <a:fld id="{4BE8D911-2B34-4821-A5DF-CD8C33E83314}" type="slidenum">
              <a:rPr lang="hr-HR" smtClean="0"/>
              <a:t>‹#›</a:t>
            </a:fld>
            <a:endParaRPr lang="hr-HR"/>
          </a:p>
        </p:txBody>
      </p:sp>
    </p:spTree>
    <p:extLst>
      <p:ext uri="{BB962C8B-B14F-4D97-AF65-F5344CB8AC3E}">
        <p14:creationId xmlns:p14="http://schemas.microsoft.com/office/powerpoint/2010/main" val="42286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7D93EC-7D5E-4358-AACA-E6B811971DE6}" type="datetimeFigureOut">
              <a:rPr lang="hr-HR" smtClean="0"/>
              <a:t>27.12.2020.</a:t>
            </a:fld>
            <a:endParaRPr lang="hr-HR"/>
          </a:p>
        </p:txBody>
      </p:sp>
      <p:sp>
        <p:nvSpPr>
          <p:cNvPr id="3" name="Footer Placeholder 2"/>
          <p:cNvSpPr>
            <a:spLocks noGrp="1"/>
          </p:cNvSpPr>
          <p:nvPr>
            <p:ph type="ftr" sz="quarter" idx="11"/>
          </p:nvPr>
        </p:nvSpPr>
        <p:spPr/>
        <p:txBody>
          <a:bodyPr/>
          <a:lstStyle/>
          <a:p>
            <a:endParaRPr lang="hr-HR"/>
          </a:p>
        </p:txBody>
      </p:sp>
      <p:sp>
        <p:nvSpPr>
          <p:cNvPr id="4" name="Slide Number Placeholder 3"/>
          <p:cNvSpPr>
            <a:spLocks noGrp="1"/>
          </p:cNvSpPr>
          <p:nvPr>
            <p:ph type="sldNum" sz="quarter" idx="12"/>
          </p:nvPr>
        </p:nvSpPr>
        <p:spPr/>
        <p:txBody>
          <a:bodyPr/>
          <a:lstStyle/>
          <a:p>
            <a:fld id="{4BE8D911-2B34-4821-A5DF-CD8C33E83314}" type="slidenum">
              <a:rPr lang="hr-HR" smtClean="0"/>
              <a:t>‹#›</a:t>
            </a:fld>
            <a:endParaRPr lang="hr-HR"/>
          </a:p>
        </p:txBody>
      </p:sp>
    </p:spTree>
    <p:extLst>
      <p:ext uri="{BB962C8B-B14F-4D97-AF65-F5344CB8AC3E}">
        <p14:creationId xmlns:p14="http://schemas.microsoft.com/office/powerpoint/2010/main" val="3530237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smtClean="0"/>
              <a:t>Click to edit Master title style</a:t>
            </a:r>
            <a:endParaRPr lang="hr-H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r-H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97D93EC-7D5E-4358-AACA-E6B811971DE6}" type="datetimeFigureOut">
              <a:rPr lang="hr-HR" smtClean="0"/>
              <a:t>27.12.2020.</a:t>
            </a:fld>
            <a:endParaRPr lang="hr-HR"/>
          </a:p>
        </p:txBody>
      </p:sp>
      <p:sp>
        <p:nvSpPr>
          <p:cNvPr id="6" name="Footer Placeholder 5"/>
          <p:cNvSpPr>
            <a:spLocks noGrp="1"/>
          </p:cNvSpPr>
          <p:nvPr>
            <p:ph type="ftr" sz="quarter" idx="11"/>
          </p:nvPr>
        </p:nvSpPr>
        <p:spPr/>
        <p:txBody>
          <a:bodyPr/>
          <a:lstStyle/>
          <a:p>
            <a:endParaRPr lang="hr-HR"/>
          </a:p>
        </p:txBody>
      </p:sp>
      <p:sp>
        <p:nvSpPr>
          <p:cNvPr id="7" name="Slide Number Placeholder 6"/>
          <p:cNvSpPr>
            <a:spLocks noGrp="1"/>
          </p:cNvSpPr>
          <p:nvPr>
            <p:ph type="sldNum" sz="quarter" idx="12"/>
          </p:nvPr>
        </p:nvSpPr>
        <p:spPr/>
        <p:txBody>
          <a:bodyPr/>
          <a:lstStyle/>
          <a:p>
            <a:fld id="{4BE8D911-2B34-4821-A5DF-CD8C33E83314}" type="slidenum">
              <a:rPr lang="hr-HR" smtClean="0"/>
              <a:t>‹#›</a:t>
            </a:fld>
            <a:endParaRPr lang="hr-HR"/>
          </a:p>
        </p:txBody>
      </p:sp>
    </p:spTree>
    <p:extLst>
      <p:ext uri="{BB962C8B-B14F-4D97-AF65-F5344CB8AC3E}">
        <p14:creationId xmlns:p14="http://schemas.microsoft.com/office/powerpoint/2010/main" val="680736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hr-H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r-H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97D93EC-7D5E-4358-AACA-E6B811971DE6}" type="datetimeFigureOut">
              <a:rPr lang="hr-HR" smtClean="0"/>
              <a:t>27.12.2020.</a:t>
            </a:fld>
            <a:endParaRPr lang="hr-HR"/>
          </a:p>
        </p:txBody>
      </p:sp>
      <p:sp>
        <p:nvSpPr>
          <p:cNvPr id="6" name="Footer Placeholder 5"/>
          <p:cNvSpPr>
            <a:spLocks noGrp="1"/>
          </p:cNvSpPr>
          <p:nvPr>
            <p:ph type="ftr" sz="quarter" idx="11"/>
          </p:nvPr>
        </p:nvSpPr>
        <p:spPr/>
        <p:txBody>
          <a:bodyPr/>
          <a:lstStyle/>
          <a:p>
            <a:endParaRPr lang="hr-HR"/>
          </a:p>
        </p:txBody>
      </p:sp>
      <p:sp>
        <p:nvSpPr>
          <p:cNvPr id="7" name="Slide Number Placeholder 6"/>
          <p:cNvSpPr>
            <a:spLocks noGrp="1"/>
          </p:cNvSpPr>
          <p:nvPr>
            <p:ph type="sldNum" sz="quarter" idx="12"/>
          </p:nvPr>
        </p:nvSpPr>
        <p:spPr/>
        <p:txBody>
          <a:bodyPr/>
          <a:lstStyle/>
          <a:p>
            <a:fld id="{4BE8D911-2B34-4821-A5DF-CD8C33E83314}" type="slidenum">
              <a:rPr lang="hr-HR" smtClean="0"/>
              <a:t>‹#›</a:t>
            </a:fld>
            <a:endParaRPr lang="hr-HR"/>
          </a:p>
        </p:txBody>
      </p:sp>
    </p:spTree>
    <p:extLst>
      <p:ext uri="{BB962C8B-B14F-4D97-AF65-F5344CB8AC3E}">
        <p14:creationId xmlns:p14="http://schemas.microsoft.com/office/powerpoint/2010/main" val="3464279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hr-H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r-HR"/>
          </a:p>
        </p:txBody>
      </p:sp>
      <p:sp>
        <p:nvSpPr>
          <p:cNvPr id="4" name="Date Placeholder 3"/>
          <p:cNvSpPr>
            <a:spLocks noGrp="1"/>
          </p:cNvSpPr>
          <p:nvPr>
            <p:ph type="dt" sz="half" idx="10"/>
          </p:nvPr>
        </p:nvSpPr>
        <p:spPr/>
        <p:txBody>
          <a:bodyPr/>
          <a:lstStyle/>
          <a:p>
            <a:fld id="{497D93EC-7D5E-4358-AACA-E6B811971DE6}" type="datetimeFigureOut">
              <a:rPr lang="hr-HR" smtClean="0"/>
              <a:t>27.12.2020.</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4BE8D911-2B34-4821-A5DF-CD8C33E83314}" type="slidenum">
              <a:rPr lang="hr-HR" smtClean="0"/>
              <a:t>‹#›</a:t>
            </a:fld>
            <a:endParaRPr lang="hr-HR"/>
          </a:p>
        </p:txBody>
      </p:sp>
    </p:spTree>
    <p:extLst>
      <p:ext uri="{BB962C8B-B14F-4D97-AF65-F5344CB8AC3E}">
        <p14:creationId xmlns:p14="http://schemas.microsoft.com/office/powerpoint/2010/main" val="1582939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1"/>
            <a:ext cx="3657600" cy="5851525"/>
          </a:xfrm>
        </p:spPr>
        <p:txBody>
          <a:bodyPr vert="eaVert"/>
          <a:lstStyle/>
          <a:p>
            <a:r>
              <a:rPr lang="en-US" smtClean="0"/>
              <a:t>Click to edit Master title style</a:t>
            </a:r>
            <a:endParaRPr lang="hr-HR"/>
          </a:p>
        </p:txBody>
      </p:sp>
      <p:sp>
        <p:nvSpPr>
          <p:cNvPr id="3" name="Vertical Text Placeholder 2"/>
          <p:cNvSpPr>
            <a:spLocks noGrp="1"/>
          </p:cNvSpPr>
          <p:nvPr>
            <p:ph type="body" orient="vert" idx="1"/>
          </p:nvPr>
        </p:nvSpPr>
        <p:spPr>
          <a:xfrm>
            <a:off x="812800" y="274641"/>
            <a:ext cx="107696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r-HR"/>
          </a:p>
        </p:txBody>
      </p:sp>
      <p:sp>
        <p:nvSpPr>
          <p:cNvPr id="4" name="Date Placeholder 3"/>
          <p:cNvSpPr>
            <a:spLocks noGrp="1"/>
          </p:cNvSpPr>
          <p:nvPr>
            <p:ph type="dt" sz="half" idx="10"/>
          </p:nvPr>
        </p:nvSpPr>
        <p:spPr/>
        <p:txBody>
          <a:bodyPr/>
          <a:lstStyle/>
          <a:p>
            <a:fld id="{497D93EC-7D5E-4358-AACA-E6B811971DE6}" type="datetimeFigureOut">
              <a:rPr lang="hr-HR" smtClean="0"/>
              <a:t>27.12.2020.</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4BE8D911-2B34-4821-A5DF-CD8C33E83314}" type="slidenum">
              <a:rPr lang="hr-HR" smtClean="0"/>
              <a:t>‹#›</a:t>
            </a:fld>
            <a:endParaRPr lang="hr-HR"/>
          </a:p>
        </p:txBody>
      </p:sp>
    </p:spTree>
    <p:extLst>
      <p:ext uri="{BB962C8B-B14F-4D97-AF65-F5344CB8AC3E}">
        <p14:creationId xmlns:p14="http://schemas.microsoft.com/office/powerpoint/2010/main" val="2503103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hr-H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r-H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7D93EC-7D5E-4358-AACA-E6B811971DE6}" type="datetimeFigureOut">
              <a:rPr lang="hr-HR" smtClean="0"/>
              <a:t>27.12.2020.</a:t>
            </a:fld>
            <a:endParaRPr lang="hr-HR"/>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r-H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E8D911-2B34-4821-A5DF-CD8C33E83314}" type="slidenum">
              <a:rPr lang="hr-HR" smtClean="0"/>
              <a:t>‹#›</a:t>
            </a:fld>
            <a:endParaRPr lang="hr-HR"/>
          </a:p>
        </p:txBody>
      </p:sp>
    </p:spTree>
    <p:extLst>
      <p:ext uri="{BB962C8B-B14F-4D97-AF65-F5344CB8AC3E}">
        <p14:creationId xmlns:p14="http://schemas.microsoft.com/office/powerpoint/2010/main" val="25276280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jpeg"/><Relationship Id="rId11" Type="http://schemas.openxmlformats.org/officeDocument/2006/relationships/image" Target="../media/image9.jpg"/><Relationship Id="rId5" Type="http://schemas.openxmlformats.org/officeDocument/2006/relationships/image" Target="../media/image3.jpg"/><Relationship Id="rId10" Type="http://schemas.openxmlformats.org/officeDocument/2006/relationships/image" Target="../media/image8.jpg"/><Relationship Id="rId4" Type="http://schemas.openxmlformats.org/officeDocument/2006/relationships/image" Target="../media/image2.jpeg"/><Relationship Id="rId9" Type="http://schemas.openxmlformats.org/officeDocument/2006/relationships/image" Target="../media/image7.jpg"/></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8.jpeg"/><Relationship Id="rId4" Type="http://schemas.openxmlformats.org/officeDocument/2006/relationships/image" Target="../media/image16.jpg"/></Relationships>
</file>

<file path=ppt/slides/_rels/slide1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0.jpeg"/></Relationships>
</file>

<file path=ppt/slides/_rels/slide1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image" Target="../media/image23.jpg"/><Relationship Id="rId7" Type="http://schemas.openxmlformats.org/officeDocument/2006/relationships/image" Target="../media/image27.jp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6.jpg"/><Relationship Id="rId5" Type="http://schemas.openxmlformats.org/officeDocument/2006/relationships/image" Target="../media/image25.jpg"/><Relationship Id="rId4" Type="http://schemas.openxmlformats.org/officeDocument/2006/relationships/image" Target="../media/image24.jpg"/></Relationships>
</file>

<file path=ppt/slides/_rels/slide18.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31.jpg"/><Relationship Id="rId4" Type="http://schemas.openxmlformats.org/officeDocument/2006/relationships/image" Target="../media/image30.jp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37.jpg"/><Relationship Id="rId3" Type="http://schemas.openxmlformats.org/officeDocument/2006/relationships/image" Target="../media/image32.jpeg"/><Relationship Id="rId7" Type="http://schemas.openxmlformats.org/officeDocument/2006/relationships/image" Target="../media/image36.jpe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jpg"/></Relationships>
</file>

<file path=ppt/slides/_rels/slide22.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41.jpeg"/></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hr-HR" dirty="0">
                <a:latin typeface="Times New Roman" panose="02020603050405020304" pitchFamily="18" charset="0"/>
                <a:cs typeface="Times New Roman" panose="02020603050405020304" pitchFamily="18" charset="0"/>
              </a:rPr>
              <a:t>Odabir i prikaz tema</a:t>
            </a:r>
          </a:p>
        </p:txBody>
      </p:sp>
      <p:sp>
        <p:nvSpPr>
          <p:cNvPr id="3" name="TextBox 2"/>
          <p:cNvSpPr txBox="1"/>
          <p:nvPr/>
        </p:nvSpPr>
        <p:spPr>
          <a:xfrm>
            <a:off x="1491916" y="3789949"/>
            <a:ext cx="9144000" cy="461665"/>
          </a:xfrm>
          <a:prstGeom prst="rect">
            <a:avLst/>
          </a:prstGeom>
          <a:noFill/>
        </p:spPr>
        <p:txBody>
          <a:bodyPr wrap="square" rtlCol="0">
            <a:spAutoFit/>
          </a:bodyPr>
          <a:lstStyle/>
          <a:p>
            <a:pPr algn="ctr"/>
            <a:r>
              <a:rPr lang="en-US" sz="2400" dirty="0" err="1" smtClean="0">
                <a:latin typeface="Times New Roman" pitchFamily="18" charset="0"/>
                <a:cs typeface="Times New Roman" pitchFamily="18" charset="0"/>
              </a:rPr>
              <a:t>Religijska</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tema</a:t>
            </a:r>
            <a:endParaRPr lang="hr-HR" sz="2400" dirty="0">
              <a:latin typeface="Times New Roman" pitchFamily="18" charset="0"/>
              <a:cs typeface="Times New Roman" pitchFamily="18" charset="0"/>
            </a:endParaRPr>
          </a:p>
        </p:txBody>
      </p:sp>
    </p:spTree>
    <p:extLst>
      <p:ext uri="{BB962C8B-B14F-4D97-AF65-F5344CB8AC3E}">
        <p14:creationId xmlns:p14="http://schemas.microsoft.com/office/powerpoint/2010/main" val="24877092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ka 2" descr="Slika na kojoj se prikazuje na zatvorenom, velik, staro, sjedenje&#10;&#10;Opis je automatski generiran">
            <a:extLst>
              <a:ext uri="{FF2B5EF4-FFF2-40B4-BE49-F238E27FC236}">
                <a16:creationId xmlns:a16="http://schemas.microsoft.com/office/drawing/2014/main" id="{B9C63544-2E73-4850-BD7E-A2A2E4E811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0936" y="2553696"/>
            <a:ext cx="2412000" cy="2118888"/>
          </a:xfrm>
          <a:prstGeom prst="rect">
            <a:avLst/>
          </a:prstGeom>
        </p:spPr>
      </p:pic>
      <p:pic>
        <p:nvPicPr>
          <p:cNvPr id="5" name="Slika 4" descr="Slika na kojoj se prikazuje tekst, smeđe, staro, velik&#10;&#10;Opis je automatski generiran">
            <a:extLst>
              <a:ext uri="{FF2B5EF4-FFF2-40B4-BE49-F238E27FC236}">
                <a16:creationId xmlns:a16="http://schemas.microsoft.com/office/drawing/2014/main" id="{988545E4-C24D-4CE6-BFE6-4F2484FC427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99556" y="4672584"/>
            <a:ext cx="2412000" cy="2118888"/>
          </a:xfrm>
          <a:prstGeom prst="rect">
            <a:avLst/>
          </a:prstGeom>
        </p:spPr>
      </p:pic>
      <p:pic>
        <p:nvPicPr>
          <p:cNvPr id="7" name="Slika 6" descr="Slika na kojoj se prikazuje namještaj, kutija, staro, sjedenje&#10;&#10;Opis je automatski generiran">
            <a:extLst>
              <a:ext uri="{FF2B5EF4-FFF2-40B4-BE49-F238E27FC236}">
                <a16:creationId xmlns:a16="http://schemas.microsoft.com/office/drawing/2014/main" id="{826040B7-571A-4AD4-9811-405ADE639CD0}"/>
              </a:ext>
            </a:extLst>
          </p:cNvPr>
          <p:cNvPicPr>
            <a:picLocks noChangeAspect="1"/>
          </p:cNvPicPr>
          <p:nvPr/>
        </p:nvPicPr>
        <p:blipFill rotWithShape="1">
          <a:blip r:embed="rId5">
            <a:extLst>
              <a:ext uri="{28A0092B-C50C-407E-A947-70E740481C1C}">
                <a14:useLocalDpi xmlns:a14="http://schemas.microsoft.com/office/drawing/2010/main" val="0"/>
              </a:ext>
            </a:extLst>
          </a:blip>
          <a:srcRect l="16090" t="17435" r="14473" b="17823"/>
          <a:stretch/>
        </p:blipFill>
        <p:spPr>
          <a:xfrm>
            <a:off x="9266634" y="166826"/>
            <a:ext cx="2628000" cy="2249303"/>
          </a:xfrm>
          <a:prstGeom prst="rect">
            <a:avLst/>
          </a:prstGeom>
        </p:spPr>
      </p:pic>
      <p:pic>
        <p:nvPicPr>
          <p:cNvPr id="9" name="Slika 8" descr="Slika na kojoj se prikazuje na zatvorenom, fotografija, stol, staro&#10;&#10;Opis je automatski generiran">
            <a:extLst>
              <a:ext uri="{FF2B5EF4-FFF2-40B4-BE49-F238E27FC236}">
                <a16:creationId xmlns:a16="http://schemas.microsoft.com/office/drawing/2014/main" id="{5F9DCFF2-7A4B-4452-9E92-2A2D9A4D0B5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08573" y="94625"/>
            <a:ext cx="2593965" cy="2278740"/>
          </a:xfrm>
          <a:prstGeom prst="rect">
            <a:avLst/>
          </a:prstGeom>
        </p:spPr>
      </p:pic>
      <p:pic>
        <p:nvPicPr>
          <p:cNvPr id="15" name="Slika 14" descr="Slika na kojoj se prikazuje tekst, sjedenje, stol, soba&#10;&#10;Opis je automatski generiran">
            <a:extLst>
              <a:ext uri="{FF2B5EF4-FFF2-40B4-BE49-F238E27FC236}">
                <a16:creationId xmlns:a16="http://schemas.microsoft.com/office/drawing/2014/main" id="{F0416E3C-02B1-4EF8-8B90-6EAD7FC784B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266634" y="2448962"/>
            <a:ext cx="2628000" cy="2308640"/>
          </a:xfrm>
          <a:prstGeom prst="rect">
            <a:avLst/>
          </a:prstGeom>
        </p:spPr>
      </p:pic>
      <p:pic>
        <p:nvPicPr>
          <p:cNvPr id="17" name="Slika 16" descr="Slika na kojoj se prikazuje fotografija, staro, sat, umjetnička slika&#10;&#10;Opis je automatski generiran">
            <a:extLst>
              <a:ext uri="{FF2B5EF4-FFF2-40B4-BE49-F238E27FC236}">
                <a16:creationId xmlns:a16="http://schemas.microsoft.com/office/drawing/2014/main" id="{18F06AC8-16F8-418C-B3DF-6D679013FB4E}"/>
              </a:ext>
            </a:extLst>
          </p:cNvPr>
          <p:cNvPicPr>
            <a:picLocks noChangeAspect="1"/>
          </p:cNvPicPr>
          <p:nvPr/>
        </p:nvPicPr>
        <p:blipFill rotWithShape="1">
          <a:blip r:embed="rId8">
            <a:extLst>
              <a:ext uri="{28A0092B-C50C-407E-A947-70E740481C1C}">
                <a14:useLocalDpi xmlns:a14="http://schemas.microsoft.com/office/drawing/2010/main" val="0"/>
              </a:ext>
            </a:extLst>
          </a:blip>
          <a:srcRect l="4593" t="17893" r="58044" b="17638"/>
          <a:stretch/>
        </p:blipFill>
        <p:spPr>
          <a:xfrm>
            <a:off x="4887749" y="2488066"/>
            <a:ext cx="2435614" cy="2104812"/>
          </a:xfrm>
          <a:prstGeom prst="rect">
            <a:avLst/>
          </a:prstGeom>
        </p:spPr>
      </p:pic>
      <p:pic>
        <p:nvPicPr>
          <p:cNvPr id="21" name="Slika 20" descr="Slika na kojoj se prikazuje fotografija, na zatvorenom, uređeno, sat&#10;&#10;Opis je automatski generiran">
            <a:extLst>
              <a:ext uri="{FF2B5EF4-FFF2-40B4-BE49-F238E27FC236}">
                <a16:creationId xmlns:a16="http://schemas.microsoft.com/office/drawing/2014/main" id="{3D2EBEED-9D17-4D7C-A409-9F7A138C377B}"/>
              </a:ext>
            </a:extLst>
          </p:cNvPr>
          <p:cNvPicPr>
            <a:picLocks noChangeAspect="1"/>
          </p:cNvPicPr>
          <p:nvPr/>
        </p:nvPicPr>
        <p:blipFill rotWithShape="1">
          <a:blip r:embed="rId9">
            <a:extLst>
              <a:ext uri="{28A0092B-C50C-407E-A947-70E740481C1C}">
                <a14:useLocalDpi xmlns:a14="http://schemas.microsoft.com/office/drawing/2010/main" val="0"/>
              </a:ext>
            </a:extLst>
          </a:blip>
          <a:srcRect l="15157" t="33402" r="63797" b="26904"/>
          <a:stretch/>
        </p:blipFill>
        <p:spPr>
          <a:xfrm>
            <a:off x="660936" y="4856186"/>
            <a:ext cx="2412000" cy="1889399"/>
          </a:xfrm>
          <a:prstGeom prst="rect">
            <a:avLst/>
          </a:prstGeom>
        </p:spPr>
      </p:pic>
      <p:pic>
        <p:nvPicPr>
          <p:cNvPr id="25" name="Slika 24" descr="Slika na kojoj se prikazuje fotografija, zgrada, staro, umjetnička slika&#10;&#10;Opis je automatski generiran">
            <a:extLst>
              <a:ext uri="{FF2B5EF4-FFF2-40B4-BE49-F238E27FC236}">
                <a16:creationId xmlns:a16="http://schemas.microsoft.com/office/drawing/2014/main" id="{C6F01CBD-E549-4FC2-BFAF-46B7D99C6E56}"/>
              </a:ext>
            </a:extLst>
          </p:cNvPr>
          <p:cNvPicPr>
            <a:picLocks noChangeAspect="1"/>
          </p:cNvPicPr>
          <p:nvPr/>
        </p:nvPicPr>
        <p:blipFill rotWithShape="1">
          <a:blip r:embed="rId10">
            <a:extLst>
              <a:ext uri="{28A0092B-C50C-407E-A947-70E740481C1C}">
                <a14:useLocalDpi xmlns:a14="http://schemas.microsoft.com/office/drawing/2010/main" val="0"/>
              </a:ext>
            </a:extLst>
          </a:blip>
          <a:srcRect l="16000" t="15883" r="16125" b="17059"/>
          <a:stretch/>
        </p:blipFill>
        <p:spPr>
          <a:xfrm>
            <a:off x="660934" y="166825"/>
            <a:ext cx="2412000" cy="2278740"/>
          </a:xfrm>
          <a:prstGeom prst="rect">
            <a:avLst/>
          </a:prstGeom>
        </p:spPr>
      </p:pic>
      <p:pic>
        <p:nvPicPr>
          <p:cNvPr id="27" name="Slika 26" descr="Slika na kojoj se prikazuje na zatvorenom, umjetnička slika, sjedenje, staro&#10;&#10;Opis je automatski generiran">
            <a:extLst>
              <a:ext uri="{FF2B5EF4-FFF2-40B4-BE49-F238E27FC236}">
                <a16:creationId xmlns:a16="http://schemas.microsoft.com/office/drawing/2014/main" id="{415FEF25-5F2B-4904-9587-68C4E95E184D}"/>
              </a:ext>
            </a:extLst>
          </p:cNvPr>
          <p:cNvPicPr>
            <a:picLocks noChangeAspect="1"/>
          </p:cNvPicPr>
          <p:nvPr/>
        </p:nvPicPr>
        <p:blipFill rotWithShape="1">
          <a:blip r:embed="rId11">
            <a:extLst>
              <a:ext uri="{28A0092B-C50C-407E-A947-70E740481C1C}">
                <a14:useLocalDpi xmlns:a14="http://schemas.microsoft.com/office/drawing/2010/main" val="0"/>
              </a:ext>
            </a:extLst>
          </a:blip>
          <a:srcRect l="22659" t="26298" r="22815" b="28975"/>
          <a:stretch/>
        </p:blipFill>
        <p:spPr>
          <a:xfrm>
            <a:off x="9391830" y="4800313"/>
            <a:ext cx="2412000" cy="2001143"/>
          </a:xfrm>
          <a:prstGeom prst="rect">
            <a:avLst/>
          </a:prstGeom>
        </p:spPr>
      </p:pic>
      <p:sp>
        <p:nvSpPr>
          <p:cNvPr id="29" name="TekstniOkvir 28">
            <a:extLst>
              <a:ext uri="{FF2B5EF4-FFF2-40B4-BE49-F238E27FC236}">
                <a16:creationId xmlns:a16="http://schemas.microsoft.com/office/drawing/2014/main" id="{06DFEC11-4601-44DC-9A21-9570648A79E3}"/>
              </a:ext>
            </a:extLst>
          </p:cNvPr>
          <p:cNvSpPr txBox="1"/>
          <p:nvPr/>
        </p:nvSpPr>
        <p:spPr>
          <a:xfrm>
            <a:off x="4293909" y="2071924"/>
            <a:ext cx="411243" cy="369332"/>
          </a:xfrm>
          <a:prstGeom prst="rect">
            <a:avLst/>
          </a:prstGeom>
          <a:noFill/>
        </p:spPr>
        <p:txBody>
          <a:bodyPr wrap="square" rtlCol="0">
            <a:spAutoFit/>
          </a:bodyPr>
          <a:lstStyle/>
          <a:p>
            <a:r>
              <a:rPr lang="hr-HR" dirty="0"/>
              <a:t>b)</a:t>
            </a:r>
          </a:p>
        </p:txBody>
      </p:sp>
      <p:sp>
        <p:nvSpPr>
          <p:cNvPr id="30" name="TekstniOkvir 29">
            <a:extLst>
              <a:ext uri="{FF2B5EF4-FFF2-40B4-BE49-F238E27FC236}">
                <a16:creationId xmlns:a16="http://schemas.microsoft.com/office/drawing/2014/main" id="{FDD0EE70-A727-41B1-AEF5-CD34930B28E7}"/>
              </a:ext>
            </a:extLst>
          </p:cNvPr>
          <p:cNvSpPr txBox="1"/>
          <p:nvPr/>
        </p:nvSpPr>
        <p:spPr>
          <a:xfrm>
            <a:off x="8833516" y="2004033"/>
            <a:ext cx="411243" cy="369332"/>
          </a:xfrm>
          <a:prstGeom prst="rect">
            <a:avLst/>
          </a:prstGeom>
          <a:noFill/>
        </p:spPr>
        <p:txBody>
          <a:bodyPr wrap="square" rtlCol="0">
            <a:spAutoFit/>
          </a:bodyPr>
          <a:lstStyle/>
          <a:p>
            <a:r>
              <a:rPr lang="hr-HR" dirty="0"/>
              <a:t>c)</a:t>
            </a:r>
          </a:p>
        </p:txBody>
      </p:sp>
      <p:sp>
        <p:nvSpPr>
          <p:cNvPr id="31" name="TekstniOkvir 30">
            <a:extLst>
              <a:ext uri="{FF2B5EF4-FFF2-40B4-BE49-F238E27FC236}">
                <a16:creationId xmlns:a16="http://schemas.microsoft.com/office/drawing/2014/main" id="{B9E3B4E0-4955-4F46-90C1-3A503BD67831}"/>
              </a:ext>
            </a:extLst>
          </p:cNvPr>
          <p:cNvSpPr txBox="1"/>
          <p:nvPr/>
        </p:nvSpPr>
        <p:spPr>
          <a:xfrm>
            <a:off x="249691" y="4231245"/>
            <a:ext cx="411243" cy="369332"/>
          </a:xfrm>
          <a:prstGeom prst="rect">
            <a:avLst/>
          </a:prstGeom>
          <a:noFill/>
        </p:spPr>
        <p:txBody>
          <a:bodyPr wrap="square" rtlCol="0">
            <a:spAutoFit/>
          </a:bodyPr>
          <a:lstStyle/>
          <a:p>
            <a:r>
              <a:rPr lang="hr-HR" dirty="0"/>
              <a:t>d)</a:t>
            </a:r>
          </a:p>
        </p:txBody>
      </p:sp>
      <p:sp>
        <p:nvSpPr>
          <p:cNvPr id="34" name="TekstniOkvir 33">
            <a:extLst>
              <a:ext uri="{FF2B5EF4-FFF2-40B4-BE49-F238E27FC236}">
                <a16:creationId xmlns:a16="http://schemas.microsoft.com/office/drawing/2014/main" id="{105E4828-F1DE-483C-AAF6-FE7D421602DB}"/>
              </a:ext>
            </a:extLst>
          </p:cNvPr>
          <p:cNvSpPr txBox="1"/>
          <p:nvPr/>
        </p:nvSpPr>
        <p:spPr>
          <a:xfrm>
            <a:off x="8833515" y="4303252"/>
            <a:ext cx="411243" cy="369332"/>
          </a:xfrm>
          <a:prstGeom prst="rect">
            <a:avLst/>
          </a:prstGeom>
          <a:noFill/>
        </p:spPr>
        <p:txBody>
          <a:bodyPr wrap="square" rtlCol="0">
            <a:spAutoFit/>
          </a:bodyPr>
          <a:lstStyle/>
          <a:p>
            <a:r>
              <a:rPr lang="hr-HR" dirty="0"/>
              <a:t>f)</a:t>
            </a:r>
          </a:p>
        </p:txBody>
      </p:sp>
      <p:sp>
        <p:nvSpPr>
          <p:cNvPr id="35" name="TekstniOkvir 34">
            <a:extLst>
              <a:ext uri="{FF2B5EF4-FFF2-40B4-BE49-F238E27FC236}">
                <a16:creationId xmlns:a16="http://schemas.microsoft.com/office/drawing/2014/main" id="{431CFAEE-0B12-4A3D-B52D-04BD0618D174}"/>
              </a:ext>
            </a:extLst>
          </p:cNvPr>
          <p:cNvSpPr txBox="1"/>
          <p:nvPr/>
        </p:nvSpPr>
        <p:spPr>
          <a:xfrm>
            <a:off x="249692" y="6319669"/>
            <a:ext cx="411243" cy="369332"/>
          </a:xfrm>
          <a:prstGeom prst="rect">
            <a:avLst/>
          </a:prstGeom>
          <a:noFill/>
        </p:spPr>
        <p:txBody>
          <a:bodyPr wrap="square" rtlCol="0">
            <a:spAutoFit/>
          </a:bodyPr>
          <a:lstStyle/>
          <a:p>
            <a:r>
              <a:rPr lang="hr-HR" dirty="0" smtClean="0"/>
              <a:t>g)</a:t>
            </a:r>
            <a:endParaRPr lang="hr-HR" dirty="0"/>
          </a:p>
        </p:txBody>
      </p:sp>
      <p:sp>
        <p:nvSpPr>
          <p:cNvPr id="38" name="TekstniOkvir 37">
            <a:extLst>
              <a:ext uri="{FF2B5EF4-FFF2-40B4-BE49-F238E27FC236}">
                <a16:creationId xmlns:a16="http://schemas.microsoft.com/office/drawing/2014/main" id="{3C8B16BC-5935-4B0E-923B-DC0F71418DB6}"/>
              </a:ext>
            </a:extLst>
          </p:cNvPr>
          <p:cNvSpPr txBox="1"/>
          <p:nvPr/>
        </p:nvSpPr>
        <p:spPr>
          <a:xfrm>
            <a:off x="4425109" y="6404484"/>
            <a:ext cx="411243" cy="369332"/>
          </a:xfrm>
          <a:prstGeom prst="rect">
            <a:avLst/>
          </a:prstGeom>
          <a:noFill/>
        </p:spPr>
        <p:txBody>
          <a:bodyPr wrap="square" rtlCol="0">
            <a:spAutoFit/>
          </a:bodyPr>
          <a:lstStyle/>
          <a:p>
            <a:r>
              <a:rPr lang="hr-HR" dirty="0"/>
              <a:t>h</a:t>
            </a:r>
            <a:r>
              <a:rPr lang="hr-HR" dirty="0" smtClean="0"/>
              <a:t>)</a:t>
            </a:r>
            <a:endParaRPr lang="hr-HR" dirty="0"/>
          </a:p>
        </p:txBody>
      </p:sp>
      <p:sp>
        <p:nvSpPr>
          <p:cNvPr id="39" name="TekstniOkvir 38">
            <a:extLst>
              <a:ext uri="{FF2B5EF4-FFF2-40B4-BE49-F238E27FC236}">
                <a16:creationId xmlns:a16="http://schemas.microsoft.com/office/drawing/2014/main" id="{38F724FE-5C6B-412D-8E04-4CD1D410C137}"/>
              </a:ext>
            </a:extLst>
          </p:cNvPr>
          <p:cNvSpPr txBox="1"/>
          <p:nvPr/>
        </p:nvSpPr>
        <p:spPr>
          <a:xfrm>
            <a:off x="9039138" y="6359890"/>
            <a:ext cx="411243" cy="369332"/>
          </a:xfrm>
          <a:prstGeom prst="rect">
            <a:avLst/>
          </a:prstGeom>
          <a:noFill/>
        </p:spPr>
        <p:txBody>
          <a:bodyPr wrap="square" rtlCol="0">
            <a:spAutoFit/>
          </a:bodyPr>
          <a:lstStyle/>
          <a:p>
            <a:r>
              <a:rPr lang="hr-HR" dirty="0"/>
              <a:t>i</a:t>
            </a:r>
            <a:r>
              <a:rPr lang="hr-HR" dirty="0" smtClean="0"/>
              <a:t>)</a:t>
            </a:r>
            <a:endParaRPr lang="hr-HR" dirty="0"/>
          </a:p>
        </p:txBody>
      </p:sp>
      <p:sp>
        <p:nvSpPr>
          <p:cNvPr id="40" name="TekstniOkvir 39">
            <a:extLst>
              <a:ext uri="{FF2B5EF4-FFF2-40B4-BE49-F238E27FC236}">
                <a16:creationId xmlns:a16="http://schemas.microsoft.com/office/drawing/2014/main" id="{135CE154-31D0-4308-A80F-2B96B4E8F62B}"/>
              </a:ext>
            </a:extLst>
          </p:cNvPr>
          <p:cNvSpPr txBox="1"/>
          <p:nvPr/>
        </p:nvSpPr>
        <p:spPr>
          <a:xfrm>
            <a:off x="249693" y="2004033"/>
            <a:ext cx="411243" cy="369332"/>
          </a:xfrm>
          <a:prstGeom prst="rect">
            <a:avLst/>
          </a:prstGeom>
          <a:noFill/>
        </p:spPr>
        <p:txBody>
          <a:bodyPr wrap="square" rtlCol="0">
            <a:spAutoFit/>
          </a:bodyPr>
          <a:lstStyle/>
          <a:p>
            <a:r>
              <a:rPr lang="hr-HR" dirty="0"/>
              <a:t>a)</a:t>
            </a:r>
          </a:p>
        </p:txBody>
      </p:sp>
      <p:sp>
        <p:nvSpPr>
          <p:cNvPr id="41" name="TekstniOkvir 40">
            <a:extLst>
              <a:ext uri="{FF2B5EF4-FFF2-40B4-BE49-F238E27FC236}">
                <a16:creationId xmlns:a16="http://schemas.microsoft.com/office/drawing/2014/main" id="{D42C251A-A144-4489-9959-614E06985679}"/>
              </a:ext>
            </a:extLst>
          </p:cNvPr>
          <p:cNvSpPr txBox="1"/>
          <p:nvPr/>
        </p:nvSpPr>
        <p:spPr>
          <a:xfrm>
            <a:off x="4358240" y="4250281"/>
            <a:ext cx="411243" cy="369332"/>
          </a:xfrm>
          <a:prstGeom prst="rect">
            <a:avLst/>
          </a:prstGeom>
          <a:noFill/>
        </p:spPr>
        <p:txBody>
          <a:bodyPr wrap="square" rtlCol="0">
            <a:spAutoFit/>
          </a:bodyPr>
          <a:lstStyle/>
          <a:p>
            <a:r>
              <a:rPr lang="hr-HR" dirty="0"/>
              <a:t>e)</a:t>
            </a:r>
          </a:p>
        </p:txBody>
      </p:sp>
    </p:spTree>
    <p:extLst>
      <p:ext uri="{BB962C8B-B14F-4D97-AF65-F5344CB8AC3E}">
        <p14:creationId xmlns:p14="http://schemas.microsoft.com/office/powerpoint/2010/main" val="481092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500"/>
                                        <p:tgtEl>
                                          <p:spTgt spid="4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fade">
                                      <p:cBhvr>
                                        <p:cTn id="13" dur="500"/>
                                        <p:tgtEl>
                                          <p:spTgt spid="3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500"/>
                                        <p:tgtEl>
                                          <p:spTgt spid="3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500"/>
                                        <p:tgtEl>
                                          <p:spTgt spid="3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500"/>
                                        <p:tgtEl>
                                          <p:spTgt spid="3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4" grpId="0"/>
      <p:bldP spid="35" grpId="0"/>
      <p:bldP spid="38" grpId="0"/>
      <p:bldP spid="39" grpId="0"/>
      <p:bldP spid="40" grpId="0"/>
      <p:bldP spid="4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ravokutnik 3">
            <a:extLst>
              <a:ext uri="{FF2B5EF4-FFF2-40B4-BE49-F238E27FC236}">
                <a16:creationId xmlns:a16="http://schemas.microsoft.com/office/drawing/2014/main" id="{D3E78FB7-61DA-4FEB-B926-A2B3E88EB40E}"/>
              </a:ext>
            </a:extLst>
          </p:cNvPr>
          <p:cNvSpPr/>
          <p:nvPr/>
        </p:nvSpPr>
        <p:spPr>
          <a:xfrm>
            <a:off x="1973288" y="5555312"/>
            <a:ext cx="1558440" cy="400110"/>
          </a:xfrm>
          <a:prstGeom prst="rect">
            <a:avLst/>
          </a:prstGeom>
        </p:spPr>
        <p:txBody>
          <a:bodyPr wrap="none">
            <a:spAutoFit/>
          </a:bodyPr>
          <a:lstStyle/>
          <a:p>
            <a:pPr algn="ctr"/>
            <a:r>
              <a:rPr lang="hr-HR" sz="2000" dirty="0" smtClean="0">
                <a:latin typeface="Times New Roman" panose="02020603050405020304" pitchFamily="18" charset="0"/>
                <a:cs typeface="Times New Roman" panose="02020603050405020304" pitchFamily="18" charset="0"/>
              </a:rPr>
              <a:t>a) 1</a:t>
            </a:r>
            <a:r>
              <a:rPr lang="hr-HR" sz="2000" dirty="0">
                <a:latin typeface="Times New Roman" panose="02020603050405020304" pitchFamily="18" charset="0"/>
                <a:cs typeface="Times New Roman" panose="02020603050405020304" pitchFamily="18" charset="0"/>
              </a:rPr>
              <a:t>. </a:t>
            </a:r>
            <a:r>
              <a:rPr lang="hr-HR" sz="2000" dirty="0" smtClean="0">
                <a:latin typeface="Times New Roman" panose="02020603050405020304" pitchFamily="18" charset="0"/>
                <a:cs typeface="Times New Roman" panose="02020603050405020304" pitchFamily="18" charset="0"/>
              </a:rPr>
              <a:t>Rođenje</a:t>
            </a:r>
            <a:endParaRPr lang="hr-HR" sz="2000" dirty="0">
              <a:latin typeface="Times New Roman" panose="02020603050405020304" pitchFamily="18" charset="0"/>
              <a:cs typeface="Times New Roman" panose="02020603050405020304" pitchFamily="18" charset="0"/>
            </a:endParaRPr>
          </a:p>
        </p:txBody>
      </p:sp>
      <p:sp>
        <p:nvSpPr>
          <p:cNvPr id="7" name="Pravokutnik 6">
            <a:extLst>
              <a:ext uri="{FF2B5EF4-FFF2-40B4-BE49-F238E27FC236}">
                <a16:creationId xmlns:a16="http://schemas.microsoft.com/office/drawing/2014/main" id="{E1FFD522-DC3E-4D3B-8C98-9B640A3DA4C5}"/>
              </a:ext>
            </a:extLst>
          </p:cNvPr>
          <p:cNvSpPr/>
          <p:nvPr/>
        </p:nvSpPr>
        <p:spPr>
          <a:xfrm>
            <a:off x="7714150" y="5555102"/>
            <a:ext cx="2262159" cy="400110"/>
          </a:xfrm>
          <a:prstGeom prst="rect">
            <a:avLst/>
          </a:prstGeom>
        </p:spPr>
        <p:txBody>
          <a:bodyPr wrap="none">
            <a:spAutoFit/>
          </a:bodyPr>
          <a:lstStyle/>
          <a:p>
            <a:pPr algn="ctr"/>
            <a:r>
              <a:rPr lang="hr-HR" sz="2000" dirty="0" smtClean="0">
                <a:latin typeface="Times New Roman" panose="02020603050405020304" pitchFamily="18" charset="0"/>
                <a:cs typeface="Times New Roman" panose="02020603050405020304" pitchFamily="18" charset="0"/>
              </a:rPr>
              <a:t>g) 2. Pohod kraljeva</a:t>
            </a:r>
            <a:endParaRPr lang="hr-HR" sz="2000" dirty="0">
              <a:latin typeface="Times New Roman" panose="02020603050405020304" pitchFamily="18" charset="0"/>
              <a:cs typeface="Times New Roman" panose="02020603050405020304" pitchFamily="18" charset="0"/>
            </a:endParaRPr>
          </a:p>
        </p:txBody>
      </p:sp>
      <p:pic>
        <p:nvPicPr>
          <p:cNvPr id="11" name="Slika 10" descr="Slika na kojoj se prikazuje fotografija, zgrada, staro, umjetnička slika&#10;&#10;Opis je automatski generiran">
            <a:extLst>
              <a:ext uri="{FF2B5EF4-FFF2-40B4-BE49-F238E27FC236}">
                <a16:creationId xmlns:a16="http://schemas.microsoft.com/office/drawing/2014/main" id="{462B6EF6-EE33-4569-9324-A2B7D4B3A5F5}"/>
              </a:ext>
            </a:extLst>
          </p:cNvPr>
          <p:cNvPicPr>
            <a:picLocks noChangeAspect="1"/>
          </p:cNvPicPr>
          <p:nvPr/>
        </p:nvPicPr>
        <p:blipFill rotWithShape="1">
          <a:blip r:embed="rId3">
            <a:extLst>
              <a:ext uri="{28A0092B-C50C-407E-A947-70E740481C1C}">
                <a14:useLocalDpi xmlns:a14="http://schemas.microsoft.com/office/drawing/2010/main" val="0"/>
              </a:ext>
            </a:extLst>
          </a:blip>
          <a:srcRect l="16000" t="15883" r="16125" b="17059"/>
          <a:stretch/>
        </p:blipFill>
        <p:spPr>
          <a:xfrm>
            <a:off x="214640" y="562310"/>
            <a:ext cx="5075737" cy="4795308"/>
          </a:xfrm>
          <a:prstGeom prst="rect">
            <a:avLst/>
          </a:prstGeom>
        </p:spPr>
      </p:pic>
      <p:pic>
        <p:nvPicPr>
          <p:cNvPr id="8" name="Slika 7" descr="Slika na kojoj se prikazuje fotografija, na zatvorenom, uređeno, sat&#10;&#10;Opis je automatski generiran">
            <a:extLst>
              <a:ext uri="{FF2B5EF4-FFF2-40B4-BE49-F238E27FC236}">
                <a16:creationId xmlns:a16="http://schemas.microsoft.com/office/drawing/2014/main" id="{36947CAE-AA1F-42C1-88C4-2935E1944E89}"/>
              </a:ext>
            </a:extLst>
          </p:cNvPr>
          <p:cNvPicPr>
            <a:picLocks noChangeAspect="1"/>
          </p:cNvPicPr>
          <p:nvPr/>
        </p:nvPicPr>
        <p:blipFill rotWithShape="1">
          <a:blip r:embed="rId4">
            <a:extLst>
              <a:ext uri="{28A0092B-C50C-407E-A947-70E740481C1C}">
                <a14:useLocalDpi xmlns:a14="http://schemas.microsoft.com/office/drawing/2010/main" val="0"/>
              </a:ext>
            </a:extLst>
          </a:blip>
          <a:srcRect l="15157" t="33402" r="63797" b="26904"/>
          <a:stretch/>
        </p:blipFill>
        <p:spPr>
          <a:xfrm>
            <a:off x="5786741" y="565991"/>
            <a:ext cx="6116977" cy="4791627"/>
          </a:xfrm>
          <a:prstGeom prst="rect">
            <a:avLst/>
          </a:prstGeom>
        </p:spPr>
      </p:pic>
    </p:spTree>
    <p:extLst>
      <p:ext uri="{BB962C8B-B14F-4D97-AF65-F5344CB8AC3E}">
        <p14:creationId xmlns:p14="http://schemas.microsoft.com/office/powerpoint/2010/main" val="423354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ravokutnik 9">
            <a:extLst>
              <a:ext uri="{FF2B5EF4-FFF2-40B4-BE49-F238E27FC236}">
                <a16:creationId xmlns:a16="http://schemas.microsoft.com/office/drawing/2014/main" id="{57DF623C-E2C4-4225-B370-764AF8853000}"/>
              </a:ext>
            </a:extLst>
          </p:cNvPr>
          <p:cNvSpPr/>
          <p:nvPr/>
        </p:nvSpPr>
        <p:spPr>
          <a:xfrm>
            <a:off x="1258898" y="5530145"/>
            <a:ext cx="3470822" cy="400110"/>
          </a:xfrm>
          <a:prstGeom prst="rect">
            <a:avLst/>
          </a:prstGeom>
        </p:spPr>
        <p:txBody>
          <a:bodyPr wrap="none">
            <a:spAutoFit/>
          </a:bodyPr>
          <a:lstStyle/>
          <a:p>
            <a:pPr algn="ctr"/>
            <a:r>
              <a:rPr lang="hr-HR" sz="2000" dirty="0" smtClean="0">
                <a:latin typeface="Times New Roman" panose="02020603050405020304" pitchFamily="18" charset="0"/>
                <a:cs typeface="Times New Roman" panose="02020603050405020304" pitchFamily="18" charset="0"/>
              </a:rPr>
              <a:t>f) 3</a:t>
            </a:r>
            <a:r>
              <a:rPr lang="hr-HR" sz="2000" dirty="0">
                <a:latin typeface="Times New Roman" panose="02020603050405020304" pitchFamily="18" charset="0"/>
                <a:cs typeface="Times New Roman" panose="02020603050405020304" pitchFamily="18" charset="0"/>
              </a:rPr>
              <a:t>. </a:t>
            </a:r>
            <a:r>
              <a:rPr lang="hr-HR" sz="2000" dirty="0" smtClean="0">
                <a:latin typeface="Times New Roman" panose="02020603050405020304" pitchFamily="18" charset="0"/>
                <a:cs typeface="Times New Roman" panose="02020603050405020304" pitchFamily="18" charset="0"/>
              </a:rPr>
              <a:t>Krštenje Isusovo u Jordanu</a:t>
            </a:r>
            <a:endParaRPr lang="hr-HR" sz="2000" dirty="0">
              <a:latin typeface="Times New Roman" panose="02020603050405020304" pitchFamily="18" charset="0"/>
              <a:cs typeface="Times New Roman" panose="02020603050405020304" pitchFamily="18" charset="0"/>
            </a:endParaRPr>
          </a:p>
        </p:txBody>
      </p:sp>
      <p:pic>
        <p:nvPicPr>
          <p:cNvPr id="12" name="Slika 11" descr="Slika na kojoj se prikazuje tekst, sjedenje, stol, soba&#10;&#10;Opis je automatski generiran">
            <a:extLst>
              <a:ext uri="{FF2B5EF4-FFF2-40B4-BE49-F238E27FC236}">
                <a16:creationId xmlns:a16="http://schemas.microsoft.com/office/drawing/2014/main" id="{D907A5F5-8A30-44F2-9D3C-B8C7C4AA09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1012" y="190719"/>
            <a:ext cx="5746594" cy="5048255"/>
          </a:xfrm>
          <a:prstGeom prst="rect">
            <a:avLst/>
          </a:prstGeom>
        </p:spPr>
      </p:pic>
      <p:sp>
        <p:nvSpPr>
          <p:cNvPr id="14" name="Pravokutnik 13">
            <a:extLst>
              <a:ext uri="{FF2B5EF4-FFF2-40B4-BE49-F238E27FC236}">
                <a16:creationId xmlns:a16="http://schemas.microsoft.com/office/drawing/2014/main" id="{26351E5F-D775-4C33-AE70-5B0BBA06A5E7}"/>
              </a:ext>
            </a:extLst>
          </p:cNvPr>
          <p:cNvSpPr/>
          <p:nvPr/>
        </p:nvSpPr>
        <p:spPr>
          <a:xfrm>
            <a:off x="7727663" y="5510297"/>
            <a:ext cx="2738250" cy="400110"/>
          </a:xfrm>
          <a:prstGeom prst="rect">
            <a:avLst/>
          </a:prstGeom>
        </p:spPr>
        <p:txBody>
          <a:bodyPr wrap="none">
            <a:spAutoFit/>
          </a:bodyPr>
          <a:lstStyle/>
          <a:p>
            <a:pPr algn="ctr"/>
            <a:r>
              <a:rPr lang="hr-HR" sz="2000" dirty="0" smtClean="0">
                <a:latin typeface="Times New Roman" panose="02020603050405020304" pitchFamily="18" charset="0"/>
                <a:cs typeface="Times New Roman" panose="02020603050405020304" pitchFamily="18" charset="0"/>
              </a:rPr>
              <a:t>d) 4</a:t>
            </a:r>
            <a:r>
              <a:rPr lang="hr-HR" sz="2000" dirty="0">
                <a:latin typeface="Times New Roman" panose="02020603050405020304" pitchFamily="18" charset="0"/>
                <a:cs typeface="Times New Roman" panose="02020603050405020304" pitchFamily="18" charset="0"/>
              </a:rPr>
              <a:t>. </a:t>
            </a:r>
            <a:r>
              <a:rPr lang="hr-HR" sz="2000" dirty="0" smtClean="0">
                <a:latin typeface="Times New Roman" panose="02020603050405020304" pitchFamily="18" charset="0"/>
                <a:cs typeface="Times New Roman" panose="02020603050405020304" pitchFamily="18" charset="0"/>
              </a:rPr>
              <a:t>Ulazak u Jeruzalem</a:t>
            </a:r>
            <a:endParaRPr lang="hr-HR" sz="2000" dirty="0">
              <a:latin typeface="Times New Roman" panose="02020603050405020304" pitchFamily="18" charset="0"/>
              <a:cs typeface="Times New Roman" panose="02020603050405020304" pitchFamily="18" charset="0"/>
            </a:endParaRPr>
          </a:p>
        </p:txBody>
      </p:sp>
      <p:pic>
        <p:nvPicPr>
          <p:cNvPr id="11" name="Slika 1" descr="Slika na kojoj se prikazuje na zatvorenom, velik, staro, sjedenje&#10;&#10;Opis je automatski generiran">
            <a:extLst>
              <a:ext uri="{FF2B5EF4-FFF2-40B4-BE49-F238E27FC236}">
                <a16:creationId xmlns:a16="http://schemas.microsoft.com/office/drawing/2014/main" id="{BA25EACE-C468-466C-A2EF-BB031055408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23491" y="190719"/>
            <a:ext cx="5746594" cy="5048255"/>
          </a:xfrm>
          <a:prstGeom prst="rect">
            <a:avLst/>
          </a:prstGeom>
        </p:spPr>
      </p:pic>
    </p:spTree>
    <p:extLst>
      <p:ext uri="{BB962C8B-B14F-4D97-AF65-F5344CB8AC3E}">
        <p14:creationId xmlns:p14="http://schemas.microsoft.com/office/powerpoint/2010/main" val="1266372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ravokutnik 3">
            <a:extLst>
              <a:ext uri="{FF2B5EF4-FFF2-40B4-BE49-F238E27FC236}">
                <a16:creationId xmlns:a16="http://schemas.microsoft.com/office/drawing/2014/main" id="{2A656682-146A-40DC-AA88-9E2C0ADB73B0}"/>
              </a:ext>
            </a:extLst>
          </p:cNvPr>
          <p:cNvSpPr/>
          <p:nvPr/>
        </p:nvSpPr>
        <p:spPr>
          <a:xfrm>
            <a:off x="2167236" y="5572394"/>
            <a:ext cx="1935145" cy="400110"/>
          </a:xfrm>
          <a:prstGeom prst="rect">
            <a:avLst/>
          </a:prstGeom>
        </p:spPr>
        <p:txBody>
          <a:bodyPr wrap="none">
            <a:spAutoFit/>
          </a:bodyPr>
          <a:lstStyle/>
          <a:p>
            <a:pPr algn="ctr"/>
            <a:r>
              <a:rPr lang="hr-HR" sz="2000" dirty="0" smtClean="0">
                <a:latin typeface="Times New Roman" panose="02020603050405020304" pitchFamily="18" charset="0"/>
                <a:cs typeface="Times New Roman" panose="02020603050405020304" pitchFamily="18" charset="0"/>
              </a:rPr>
              <a:t>e) 5. Pranje nogu</a:t>
            </a:r>
            <a:endParaRPr lang="hr-HR" sz="2000" dirty="0">
              <a:latin typeface="Times New Roman" panose="02020603050405020304" pitchFamily="18" charset="0"/>
              <a:cs typeface="Times New Roman" panose="02020603050405020304" pitchFamily="18" charset="0"/>
            </a:endParaRPr>
          </a:p>
        </p:txBody>
      </p:sp>
      <p:pic>
        <p:nvPicPr>
          <p:cNvPr id="5" name="Slika 4" descr="Slika na kojoj se prikazuje fotografija, staro, sat, umjetnička slika&#10;&#10;Opis je automatski generiran">
            <a:extLst>
              <a:ext uri="{FF2B5EF4-FFF2-40B4-BE49-F238E27FC236}">
                <a16:creationId xmlns:a16="http://schemas.microsoft.com/office/drawing/2014/main" id="{43E8923D-82C2-4444-A46C-966CC303CD60}"/>
              </a:ext>
            </a:extLst>
          </p:cNvPr>
          <p:cNvPicPr>
            <a:picLocks noChangeAspect="1"/>
          </p:cNvPicPr>
          <p:nvPr/>
        </p:nvPicPr>
        <p:blipFill rotWithShape="1">
          <a:blip r:embed="rId3">
            <a:extLst>
              <a:ext uri="{28A0092B-C50C-407E-A947-70E740481C1C}">
                <a14:useLocalDpi xmlns:a14="http://schemas.microsoft.com/office/drawing/2010/main" val="0"/>
              </a:ext>
            </a:extLst>
          </a:blip>
          <a:srcRect l="4593" t="17893" r="58044" b="17638"/>
          <a:stretch/>
        </p:blipFill>
        <p:spPr>
          <a:xfrm>
            <a:off x="308333" y="544852"/>
            <a:ext cx="5652953" cy="4885174"/>
          </a:xfrm>
          <a:prstGeom prst="rect">
            <a:avLst/>
          </a:prstGeom>
        </p:spPr>
      </p:pic>
      <p:sp>
        <p:nvSpPr>
          <p:cNvPr id="7" name="Pravokutnik 6">
            <a:extLst>
              <a:ext uri="{FF2B5EF4-FFF2-40B4-BE49-F238E27FC236}">
                <a16:creationId xmlns:a16="http://schemas.microsoft.com/office/drawing/2014/main" id="{E2F0A486-3537-4A58-A37D-03EA1C79E7CC}"/>
              </a:ext>
            </a:extLst>
          </p:cNvPr>
          <p:cNvSpPr/>
          <p:nvPr/>
        </p:nvSpPr>
        <p:spPr>
          <a:xfrm>
            <a:off x="7181658" y="5572394"/>
            <a:ext cx="3819836" cy="400110"/>
          </a:xfrm>
          <a:prstGeom prst="rect">
            <a:avLst/>
          </a:prstGeom>
        </p:spPr>
        <p:txBody>
          <a:bodyPr wrap="square">
            <a:spAutoFit/>
          </a:bodyPr>
          <a:lstStyle/>
          <a:p>
            <a:pPr algn="ctr"/>
            <a:r>
              <a:rPr lang="hr-HR" sz="2000" dirty="0" smtClean="0">
                <a:latin typeface="Times New Roman" panose="02020603050405020304" pitchFamily="18" charset="0"/>
                <a:cs typeface="Times New Roman" panose="02020603050405020304" pitchFamily="18" charset="0"/>
              </a:rPr>
              <a:t>h) 6. Krist na Maslinskoj gori</a:t>
            </a:r>
            <a:endParaRPr lang="hr-HR" sz="2000" dirty="0">
              <a:latin typeface="Times New Roman" panose="02020603050405020304" pitchFamily="18" charset="0"/>
              <a:cs typeface="Times New Roman" panose="02020603050405020304" pitchFamily="18" charset="0"/>
            </a:endParaRPr>
          </a:p>
        </p:txBody>
      </p:sp>
      <p:pic>
        <p:nvPicPr>
          <p:cNvPr id="8" name="Slika 7" descr="Slika na kojoj se prikazuje tekst, smeđe, staro, velik&#10;&#10;Opis je automatski generiran">
            <a:extLst>
              <a:ext uri="{FF2B5EF4-FFF2-40B4-BE49-F238E27FC236}">
                <a16:creationId xmlns:a16="http://schemas.microsoft.com/office/drawing/2014/main" id="{D1E7C042-1D7B-4725-8B78-6A6B7B75635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12376" y="544852"/>
            <a:ext cx="5558400" cy="4882931"/>
          </a:xfrm>
          <a:prstGeom prst="rect">
            <a:avLst/>
          </a:prstGeom>
        </p:spPr>
      </p:pic>
    </p:spTree>
    <p:extLst>
      <p:ext uri="{BB962C8B-B14F-4D97-AF65-F5344CB8AC3E}">
        <p14:creationId xmlns:p14="http://schemas.microsoft.com/office/powerpoint/2010/main" val="1773837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ravokutnik 9">
            <a:extLst>
              <a:ext uri="{FF2B5EF4-FFF2-40B4-BE49-F238E27FC236}">
                <a16:creationId xmlns:a16="http://schemas.microsoft.com/office/drawing/2014/main" id="{88852839-8F1D-454C-8BEB-17262DE5837E}"/>
              </a:ext>
            </a:extLst>
          </p:cNvPr>
          <p:cNvSpPr/>
          <p:nvPr/>
        </p:nvSpPr>
        <p:spPr>
          <a:xfrm>
            <a:off x="1994544" y="5597136"/>
            <a:ext cx="2218877" cy="400110"/>
          </a:xfrm>
          <a:prstGeom prst="rect">
            <a:avLst/>
          </a:prstGeom>
        </p:spPr>
        <p:txBody>
          <a:bodyPr wrap="none">
            <a:spAutoFit/>
          </a:bodyPr>
          <a:lstStyle/>
          <a:p>
            <a:pPr algn="ctr"/>
            <a:r>
              <a:rPr lang="hr-HR" sz="2000" dirty="0" smtClean="0">
                <a:latin typeface="Times New Roman" panose="02020603050405020304" pitchFamily="18" charset="0"/>
                <a:cs typeface="Times New Roman" panose="02020603050405020304" pitchFamily="18" charset="0"/>
              </a:rPr>
              <a:t>b) 7. Judin poljubac</a:t>
            </a:r>
            <a:endParaRPr lang="hr-HR" sz="2000" dirty="0">
              <a:latin typeface="Times New Roman" panose="02020603050405020304" pitchFamily="18" charset="0"/>
              <a:cs typeface="Times New Roman" panose="02020603050405020304" pitchFamily="18" charset="0"/>
            </a:endParaRPr>
          </a:p>
        </p:txBody>
      </p:sp>
      <p:pic>
        <p:nvPicPr>
          <p:cNvPr id="11" name="Slika 10" descr="Slika na kojoj se prikazuje na zatvorenom, fotografija, stol, staro&#10;&#10;Opis je automatski generiran">
            <a:extLst>
              <a:ext uri="{FF2B5EF4-FFF2-40B4-BE49-F238E27FC236}">
                <a16:creationId xmlns:a16="http://schemas.microsoft.com/office/drawing/2014/main" id="{7FC10A8B-84B5-499A-9C00-95196CCE51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4783" y="480857"/>
            <a:ext cx="5558400" cy="4882931"/>
          </a:xfrm>
          <a:prstGeom prst="rect">
            <a:avLst/>
          </a:prstGeom>
        </p:spPr>
      </p:pic>
      <p:sp>
        <p:nvSpPr>
          <p:cNvPr id="13" name="Pravokutnik 12">
            <a:extLst>
              <a:ext uri="{FF2B5EF4-FFF2-40B4-BE49-F238E27FC236}">
                <a16:creationId xmlns:a16="http://schemas.microsoft.com/office/drawing/2014/main" id="{BA74F718-0387-4DCA-B435-3DB4CAD59588}"/>
              </a:ext>
            </a:extLst>
          </p:cNvPr>
          <p:cNvSpPr/>
          <p:nvPr/>
        </p:nvSpPr>
        <p:spPr>
          <a:xfrm>
            <a:off x="8232824" y="5611693"/>
            <a:ext cx="1558440" cy="400110"/>
          </a:xfrm>
          <a:prstGeom prst="rect">
            <a:avLst/>
          </a:prstGeom>
        </p:spPr>
        <p:txBody>
          <a:bodyPr wrap="none">
            <a:spAutoFit/>
          </a:bodyPr>
          <a:lstStyle/>
          <a:p>
            <a:pPr algn="ctr"/>
            <a:r>
              <a:rPr lang="hr-HR" sz="2000" dirty="0" smtClean="0">
                <a:latin typeface="Times New Roman" panose="02020603050405020304" pitchFamily="18" charset="0"/>
                <a:cs typeface="Times New Roman" panose="02020603050405020304" pitchFamily="18" charset="0"/>
              </a:rPr>
              <a:t>c) 8. Raspeće</a:t>
            </a:r>
            <a:endParaRPr lang="hr-HR" sz="2000" dirty="0">
              <a:latin typeface="Times New Roman" panose="02020603050405020304" pitchFamily="18" charset="0"/>
              <a:cs typeface="Times New Roman" panose="02020603050405020304" pitchFamily="18" charset="0"/>
            </a:endParaRPr>
          </a:p>
        </p:txBody>
      </p:sp>
      <p:pic>
        <p:nvPicPr>
          <p:cNvPr id="14" name="Slika 13" descr="Slika na kojoj se prikazuje namještaj, kutija, staro, sjedenje&#10;&#10;Opis je automatski generiran">
            <a:extLst>
              <a:ext uri="{FF2B5EF4-FFF2-40B4-BE49-F238E27FC236}">
                <a16:creationId xmlns:a16="http://schemas.microsoft.com/office/drawing/2014/main" id="{8D161BE5-A08E-4092-B7A9-CB43A86D6049}"/>
              </a:ext>
            </a:extLst>
          </p:cNvPr>
          <p:cNvPicPr>
            <a:picLocks noChangeAspect="1"/>
          </p:cNvPicPr>
          <p:nvPr/>
        </p:nvPicPr>
        <p:blipFill rotWithShape="1">
          <a:blip r:embed="rId4">
            <a:extLst>
              <a:ext uri="{28A0092B-C50C-407E-A947-70E740481C1C}">
                <a14:useLocalDpi xmlns:a14="http://schemas.microsoft.com/office/drawing/2010/main" val="0"/>
              </a:ext>
            </a:extLst>
          </a:blip>
          <a:srcRect l="16090" t="17435" r="14473" b="17823"/>
          <a:stretch/>
        </p:blipFill>
        <p:spPr>
          <a:xfrm>
            <a:off x="6159529" y="480856"/>
            <a:ext cx="5705031" cy="4882931"/>
          </a:xfrm>
          <a:prstGeom prst="rect">
            <a:avLst/>
          </a:prstGeom>
        </p:spPr>
      </p:pic>
    </p:spTree>
    <p:extLst>
      <p:ext uri="{BB962C8B-B14F-4D97-AF65-F5344CB8AC3E}">
        <p14:creationId xmlns:p14="http://schemas.microsoft.com/office/powerpoint/2010/main" val="1859286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Slika 16" descr="Slika na kojoj se prikazuje na zatvorenom, umjetnička slika, sjedenje, staro&#10;&#10;Opis je automatski generiran">
            <a:extLst>
              <a:ext uri="{FF2B5EF4-FFF2-40B4-BE49-F238E27FC236}">
                <a16:creationId xmlns:a16="http://schemas.microsoft.com/office/drawing/2014/main" id="{0B33704A-BEC9-4380-83B8-0F7656605F09}"/>
              </a:ext>
            </a:extLst>
          </p:cNvPr>
          <p:cNvPicPr>
            <a:picLocks noChangeAspect="1"/>
          </p:cNvPicPr>
          <p:nvPr/>
        </p:nvPicPr>
        <p:blipFill rotWithShape="1">
          <a:blip r:embed="rId3">
            <a:extLst>
              <a:ext uri="{28A0092B-C50C-407E-A947-70E740481C1C}">
                <a14:useLocalDpi xmlns:a14="http://schemas.microsoft.com/office/drawing/2010/main" val="0"/>
              </a:ext>
            </a:extLst>
          </a:blip>
          <a:srcRect l="22659" t="26298" r="22815" b="28975"/>
          <a:stretch/>
        </p:blipFill>
        <p:spPr>
          <a:xfrm>
            <a:off x="3246901" y="561671"/>
            <a:ext cx="5734184" cy="4757429"/>
          </a:xfrm>
          <a:prstGeom prst="rect">
            <a:avLst/>
          </a:prstGeom>
        </p:spPr>
      </p:pic>
      <p:sp>
        <p:nvSpPr>
          <p:cNvPr id="19" name="Pravokutnik 18">
            <a:extLst>
              <a:ext uri="{FF2B5EF4-FFF2-40B4-BE49-F238E27FC236}">
                <a16:creationId xmlns:a16="http://schemas.microsoft.com/office/drawing/2014/main" id="{A0B0AE15-AE6E-4356-B638-90B2C357286F}"/>
              </a:ext>
            </a:extLst>
          </p:cNvPr>
          <p:cNvSpPr/>
          <p:nvPr/>
        </p:nvSpPr>
        <p:spPr>
          <a:xfrm>
            <a:off x="4855475" y="5605765"/>
            <a:ext cx="2517036" cy="400110"/>
          </a:xfrm>
          <a:prstGeom prst="rect">
            <a:avLst/>
          </a:prstGeom>
        </p:spPr>
        <p:txBody>
          <a:bodyPr wrap="none">
            <a:spAutoFit/>
          </a:bodyPr>
          <a:lstStyle/>
          <a:p>
            <a:pPr algn="ctr"/>
            <a:r>
              <a:rPr lang="hr-HR" sz="2000" dirty="0" smtClean="0">
                <a:latin typeface="Times New Roman" panose="02020603050405020304" pitchFamily="18" charset="0"/>
                <a:cs typeface="Times New Roman" panose="02020603050405020304" pitchFamily="18" charset="0"/>
              </a:rPr>
              <a:t>i) 9. </a:t>
            </a:r>
            <a:r>
              <a:rPr lang="hr-HR" sz="2000" dirty="0">
                <a:latin typeface="Times New Roman" panose="02020603050405020304" pitchFamily="18" charset="0"/>
                <a:cs typeface="Times New Roman" panose="02020603050405020304" pitchFamily="18" charset="0"/>
              </a:rPr>
              <a:t>Kristovo uzašašće</a:t>
            </a:r>
          </a:p>
        </p:txBody>
      </p:sp>
    </p:spTree>
    <p:extLst>
      <p:ext uri="{BB962C8B-B14F-4D97-AF65-F5344CB8AC3E}">
        <p14:creationId xmlns:p14="http://schemas.microsoft.com/office/powerpoint/2010/main" val="1859286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Slika 14" descr="Slika na kojoj se prikazuje fotografija, stajanje, velik, krevet&#10;&#10;Opis je automatski generiran">
            <a:extLst>
              <a:ext uri="{FF2B5EF4-FFF2-40B4-BE49-F238E27FC236}">
                <a16:creationId xmlns:a16="http://schemas.microsoft.com/office/drawing/2014/main" id="{AAF17A85-44F5-4DF6-8F88-9491AE540522}"/>
              </a:ext>
            </a:extLst>
          </p:cNvPr>
          <p:cNvPicPr>
            <a:picLocks noChangeAspect="1"/>
          </p:cNvPicPr>
          <p:nvPr/>
        </p:nvPicPr>
        <p:blipFill rotWithShape="1">
          <a:blip r:embed="rId3">
            <a:extLst>
              <a:ext uri="{28A0092B-C50C-407E-A947-70E740481C1C}">
                <a14:useLocalDpi xmlns:a14="http://schemas.microsoft.com/office/drawing/2010/main" val="0"/>
              </a:ext>
            </a:extLst>
          </a:blip>
          <a:srcRect l="1635" t="1388" r="2608" b="687"/>
          <a:stretch/>
        </p:blipFill>
        <p:spPr>
          <a:xfrm>
            <a:off x="2457080" y="106267"/>
            <a:ext cx="4466571" cy="6645469"/>
          </a:xfrm>
          <a:prstGeom prst="rect">
            <a:avLst/>
          </a:prstGeom>
        </p:spPr>
      </p:pic>
      <p:sp>
        <p:nvSpPr>
          <p:cNvPr id="5" name="Pravokutnik 4">
            <a:extLst>
              <a:ext uri="{FF2B5EF4-FFF2-40B4-BE49-F238E27FC236}">
                <a16:creationId xmlns:a16="http://schemas.microsoft.com/office/drawing/2014/main" id="{8184649A-80DF-4991-B331-ADCE9A2A3EB6}"/>
              </a:ext>
            </a:extLst>
          </p:cNvPr>
          <p:cNvSpPr/>
          <p:nvPr/>
        </p:nvSpPr>
        <p:spPr>
          <a:xfrm>
            <a:off x="3642942" y="377516"/>
            <a:ext cx="774441" cy="6997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6" name="Pravokutnik 5">
            <a:extLst>
              <a:ext uri="{FF2B5EF4-FFF2-40B4-BE49-F238E27FC236}">
                <a16:creationId xmlns:a16="http://schemas.microsoft.com/office/drawing/2014/main" id="{A96896BC-1997-46B2-96F6-D41786881413}"/>
              </a:ext>
            </a:extLst>
          </p:cNvPr>
          <p:cNvSpPr/>
          <p:nvPr/>
        </p:nvSpPr>
        <p:spPr>
          <a:xfrm>
            <a:off x="2679388" y="1284247"/>
            <a:ext cx="774441" cy="6997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7" name="Pravokutnik 6">
            <a:extLst>
              <a:ext uri="{FF2B5EF4-FFF2-40B4-BE49-F238E27FC236}">
                <a16:creationId xmlns:a16="http://schemas.microsoft.com/office/drawing/2014/main" id="{D9E9A57B-7263-42A1-BC4E-38F6D7B6303E}"/>
              </a:ext>
            </a:extLst>
          </p:cNvPr>
          <p:cNvSpPr/>
          <p:nvPr/>
        </p:nvSpPr>
        <p:spPr>
          <a:xfrm>
            <a:off x="5939239" y="435359"/>
            <a:ext cx="774441" cy="6997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8" name="Pravokutnik 7">
            <a:extLst>
              <a:ext uri="{FF2B5EF4-FFF2-40B4-BE49-F238E27FC236}">
                <a16:creationId xmlns:a16="http://schemas.microsoft.com/office/drawing/2014/main" id="{CF44A421-C673-4FD0-BB0E-599150F7681D}"/>
              </a:ext>
            </a:extLst>
          </p:cNvPr>
          <p:cNvSpPr/>
          <p:nvPr/>
        </p:nvSpPr>
        <p:spPr>
          <a:xfrm>
            <a:off x="5945460" y="2189584"/>
            <a:ext cx="774441" cy="6997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9" name="Pravokutnik 8">
            <a:extLst>
              <a:ext uri="{FF2B5EF4-FFF2-40B4-BE49-F238E27FC236}">
                <a16:creationId xmlns:a16="http://schemas.microsoft.com/office/drawing/2014/main" id="{BDC0936F-B171-451B-B647-DF1FC2B67E5B}"/>
              </a:ext>
            </a:extLst>
          </p:cNvPr>
          <p:cNvSpPr/>
          <p:nvPr/>
        </p:nvSpPr>
        <p:spPr>
          <a:xfrm>
            <a:off x="4973868" y="4828269"/>
            <a:ext cx="774441" cy="6997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0" name="Pravokutnik 9">
            <a:extLst>
              <a:ext uri="{FF2B5EF4-FFF2-40B4-BE49-F238E27FC236}">
                <a16:creationId xmlns:a16="http://schemas.microsoft.com/office/drawing/2014/main" id="{01182221-27A7-44EF-9543-A42DB9DFC788}"/>
              </a:ext>
            </a:extLst>
          </p:cNvPr>
          <p:cNvSpPr/>
          <p:nvPr/>
        </p:nvSpPr>
        <p:spPr>
          <a:xfrm>
            <a:off x="4992720" y="3031805"/>
            <a:ext cx="774441" cy="6997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2" name="Pravokutnik 11">
            <a:extLst>
              <a:ext uri="{FF2B5EF4-FFF2-40B4-BE49-F238E27FC236}">
                <a16:creationId xmlns:a16="http://schemas.microsoft.com/office/drawing/2014/main" id="{EF56F4F5-CB50-4DA2-9BEB-E19AAD1B2B2D}"/>
              </a:ext>
            </a:extLst>
          </p:cNvPr>
          <p:cNvSpPr/>
          <p:nvPr/>
        </p:nvSpPr>
        <p:spPr>
          <a:xfrm>
            <a:off x="3692397" y="3047650"/>
            <a:ext cx="774441" cy="6997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3" name="Pravokutnik 12">
            <a:extLst>
              <a:ext uri="{FF2B5EF4-FFF2-40B4-BE49-F238E27FC236}">
                <a16:creationId xmlns:a16="http://schemas.microsoft.com/office/drawing/2014/main" id="{06576775-3EA7-44D0-8B1A-2E6AD730595C}"/>
              </a:ext>
            </a:extLst>
          </p:cNvPr>
          <p:cNvSpPr/>
          <p:nvPr/>
        </p:nvSpPr>
        <p:spPr>
          <a:xfrm>
            <a:off x="5994477" y="3900710"/>
            <a:ext cx="774441" cy="6997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6" name="Pravokutnik 15">
            <a:extLst>
              <a:ext uri="{FF2B5EF4-FFF2-40B4-BE49-F238E27FC236}">
                <a16:creationId xmlns:a16="http://schemas.microsoft.com/office/drawing/2014/main" id="{45734F05-8CC1-4605-A567-33C3B72CE87E}"/>
              </a:ext>
            </a:extLst>
          </p:cNvPr>
          <p:cNvSpPr/>
          <p:nvPr/>
        </p:nvSpPr>
        <p:spPr>
          <a:xfrm>
            <a:off x="4973869" y="3923264"/>
            <a:ext cx="774441" cy="6997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9" name="Pravokutnik 18">
            <a:extLst>
              <a:ext uri="{FF2B5EF4-FFF2-40B4-BE49-F238E27FC236}">
                <a16:creationId xmlns:a16="http://schemas.microsoft.com/office/drawing/2014/main" id="{C032DA74-0A7E-4B0B-B300-8BE2A138B34F}"/>
              </a:ext>
            </a:extLst>
          </p:cNvPr>
          <p:cNvSpPr/>
          <p:nvPr/>
        </p:nvSpPr>
        <p:spPr>
          <a:xfrm>
            <a:off x="7029283" y="6043849"/>
            <a:ext cx="4982528" cy="707886"/>
          </a:xfrm>
          <a:prstGeom prst="rect">
            <a:avLst/>
          </a:prstGeom>
        </p:spPr>
        <p:txBody>
          <a:bodyPr wrap="square">
            <a:spAutoFit/>
          </a:bodyPr>
          <a:lstStyle/>
          <a:p>
            <a:r>
              <a:rPr lang="hr-HR" sz="2000" dirty="0">
                <a:latin typeface="Times New Roman" panose="02020603050405020304" pitchFamily="18" charset="0"/>
                <a:cs typeface="Times New Roman" panose="02020603050405020304" pitchFamily="18" charset="0"/>
              </a:rPr>
              <a:t>Vratnice splitske katedrale, Andrija Buvina, 1214., drvo, 5,30 x 3,60m, scene 38 x 44 cm</a:t>
            </a:r>
          </a:p>
        </p:txBody>
      </p:sp>
      <p:sp>
        <p:nvSpPr>
          <p:cNvPr id="21" name="TekstniOkvir 20">
            <a:extLst>
              <a:ext uri="{FF2B5EF4-FFF2-40B4-BE49-F238E27FC236}">
                <a16:creationId xmlns:a16="http://schemas.microsoft.com/office/drawing/2014/main" id="{B94BE1F8-D9EA-4AAC-863D-6A7E347CE26D}"/>
              </a:ext>
            </a:extLst>
          </p:cNvPr>
          <p:cNvSpPr txBox="1"/>
          <p:nvPr/>
        </p:nvSpPr>
        <p:spPr>
          <a:xfrm>
            <a:off x="7275077" y="1774087"/>
            <a:ext cx="4745420" cy="830997"/>
          </a:xfrm>
          <a:prstGeom prst="rect">
            <a:avLst/>
          </a:prstGeom>
          <a:noFill/>
        </p:spPr>
        <p:txBody>
          <a:bodyPr wrap="square" rtlCol="0">
            <a:spAutoFit/>
          </a:bodyPr>
          <a:lstStyle/>
          <a:p>
            <a:r>
              <a:rPr lang="hr-HR" sz="2400" dirty="0">
                <a:latin typeface="Times New Roman" panose="02020603050405020304" pitchFamily="18" charset="0"/>
                <a:cs typeface="Times New Roman" panose="02020603050405020304" pitchFamily="18" charset="0"/>
              </a:rPr>
              <a:t>Kristov život </a:t>
            </a:r>
            <a:r>
              <a:rPr lang="hr-HR" sz="2400" dirty="0">
                <a:latin typeface="Times New Roman" panose="02020603050405020304" pitchFamily="18" charset="0"/>
                <a:cs typeface="Times New Roman" panose="02020603050405020304" pitchFamily="18" charset="0"/>
                <a:sym typeface="Wingdings" panose="05000000000000000000" pitchFamily="2" charset="2"/>
              </a:rPr>
              <a:t> </a:t>
            </a:r>
            <a:r>
              <a:rPr lang="hr-HR" sz="2400" dirty="0" err="1">
                <a:latin typeface="Times New Roman" panose="02020603050405020304" pitchFamily="18" charset="0"/>
                <a:cs typeface="Times New Roman" panose="02020603050405020304" pitchFamily="18" charset="0"/>
                <a:sym typeface="Wingdings" panose="05000000000000000000" pitchFamily="2" charset="2"/>
              </a:rPr>
              <a:t>Kristološki</a:t>
            </a:r>
            <a:r>
              <a:rPr lang="hr-HR" sz="2400" dirty="0">
                <a:latin typeface="Times New Roman" panose="02020603050405020304" pitchFamily="18" charset="0"/>
                <a:cs typeface="Times New Roman" panose="02020603050405020304" pitchFamily="18" charset="0"/>
                <a:sym typeface="Wingdings" panose="05000000000000000000" pitchFamily="2" charset="2"/>
              </a:rPr>
              <a:t> ciklus</a:t>
            </a:r>
          </a:p>
          <a:p>
            <a:endParaRPr lang="hr-HR" sz="2400" dirty="0">
              <a:latin typeface="Times New Roman" panose="02020603050405020304" pitchFamily="18" charset="0"/>
              <a:cs typeface="Times New Roman" panose="02020603050405020304" pitchFamily="18" charset="0"/>
            </a:endParaRPr>
          </a:p>
        </p:txBody>
      </p:sp>
      <p:sp>
        <p:nvSpPr>
          <p:cNvPr id="22" name="Pravokutnik 21">
            <a:extLst>
              <a:ext uri="{FF2B5EF4-FFF2-40B4-BE49-F238E27FC236}">
                <a16:creationId xmlns:a16="http://schemas.microsoft.com/office/drawing/2014/main" id="{C11343A6-45E1-406A-BB08-DE589828974B}"/>
              </a:ext>
            </a:extLst>
          </p:cNvPr>
          <p:cNvSpPr/>
          <p:nvPr/>
        </p:nvSpPr>
        <p:spPr>
          <a:xfrm>
            <a:off x="2481748" y="153561"/>
            <a:ext cx="2204275" cy="6471172"/>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23" name="Pravokutnik 22">
            <a:extLst>
              <a:ext uri="{FF2B5EF4-FFF2-40B4-BE49-F238E27FC236}">
                <a16:creationId xmlns:a16="http://schemas.microsoft.com/office/drawing/2014/main" id="{E51002FC-1AC8-4F4F-8A24-349727A0DADE}"/>
              </a:ext>
            </a:extLst>
          </p:cNvPr>
          <p:cNvSpPr/>
          <p:nvPr/>
        </p:nvSpPr>
        <p:spPr>
          <a:xfrm>
            <a:off x="4800341" y="153563"/>
            <a:ext cx="2123311" cy="6471173"/>
          </a:xfrm>
          <a:prstGeom prst="rect">
            <a:avLst/>
          </a:prstGeom>
          <a:no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24" name="TekstniOkvir 23">
            <a:extLst>
              <a:ext uri="{FF2B5EF4-FFF2-40B4-BE49-F238E27FC236}">
                <a16:creationId xmlns:a16="http://schemas.microsoft.com/office/drawing/2014/main" id="{3B16F4E0-3025-4BD8-9FC6-ADDA59EB7E1F}"/>
              </a:ext>
            </a:extLst>
          </p:cNvPr>
          <p:cNvSpPr txBox="1"/>
          <p:nvPr/>
        </p:nvSpPr>
        <p:spPr>
          <a:xfrm>
            <a:off x="196694" y="3192825"/>
            <a:ext cx="2130321" cy="707886"/>
          </a:xfrm>
          <a:prstGeom prst="rect">
            <a:avLst/>
          </a:prstGeom>
          <a:noFill/>
        </p:spPr>
        <p:txBody>
          <a:bodyPr wrap="square" rtlCol="0">
            <a:spAutoFit/>
          </a:bodyPr>
          <a:lstStyle/>
          <a:p>
            <a:pPr algn="ctr"/>
            <a:r>
              <a:rPr lang="hr-HR" sz="2000" dirty="0">
                <a:solidFill>
                  <a:srgbClr val="00B050"/>
                </a:solidFill>
                <a:latin typeface="Times New Roman" panose="02020603050405020304" pitchFamily="18" charset="0"/>
                <a:cs typeface="Times New Roman" panose="02020603050405020304" pitchFamily="18" charset="0"/>
              </a:rPr>
              <a:t>Djetinjstvo i javno djelovanje</a:t>
            </a:r>
          </a:p>
        </p:txBody>
      </p:sp>
      <p:sp>
        <p:nvSpPr>
          <p:cNvPr id="25" name="TekstniOkvir 24">
            <a:extLst>
              <a:ext uri="{FF2B5EF4-FFF2-40B4-BE49-F238E27FC236}">
                <a16:creationId xmlns:a16="http://schemas.microsoft.com/office/drawing/2014/main" id="{714D0702-9E37-48AF-BA4D-28A98110AFF0}"/>
              </a:ext>
            </a:extLst>
          </p:cNvPr>
          <p:cNvSpPr txBox="1"/>
          <p:nvPr/>
        </p:nvSpPr>
        <p:spPr>
          <a:xfrm>
            <a:off x="7136590" y="3192826"/>
            <a:ext cx="2130321" cy="1015663"/>
          </a:xfrm>
          <a:prstGeom prst="rect">
            <a:avLst/>
          </a:prstGeom>
          <a:noFill/>
        </p:spPr>
        <p:txBody>
          <a:bodyPr wrap="square" rtlCol="0">
            <a:spAutoFit/>
          </a:bodyPr>
          <a:lstStyle/>
          <a:p>
            <a:pPr algn="ctr"/>
            <a:r>
              <a:rPr lang="hr-HR" sz="2000" dirty="0">
                <a:solidFill>
                  <a:srgbClr val="0070C0"/>
                </a:solidFill>
                <a:latin typeface="Times New Roman" panose="02020603050405020304" pitchFamily="18" charset="0"/>
                <a:cs typeface="Times New Roman" panose="02020603050405020304" pitchFamily="18" charset="0"/>
              </a:rPr>
              <a:t>Kristova muka i smrt</a:t>
            </a:r>
          </a:p>
          <a:p>
            <a:pPr algn="ctr"/>
            <a:r>
              <a:rPr lang="hr-HR" sz="2000" dirty="0">
                <a:solidFill>
                  <a:srgbClr val="0070C0"/>
                </a:solidFill>
                <a:latin typeface="Times New Roman" panose="02020603050405020304" pitchFamily="18" charset="0"/>
                <a:cs typeface="Times New Roman" panose="02020603050405020304" pitchFamily="18" charset="0"/>
              </a:rPr>
              <a:t>Uzašašće</a:t>
            </a:r>
          </a:p>
        </p:txBody>
      </p:sp>
      <p:cxnSp>
        <p:nvCxnSpPr>
          <p:cNvPr id="27" name="Ravni poveznik sa strelicom 26">
            <a:extLst>
              <a:ext uri="{FF2B5EF4-FFF2-40B4-BE49-F238E27FC236}">
                <a16:creationId xmlns:a16="http://schemas.microsoft.com/office/drawing/2014/main" id="{413A2ABE-799B-42E3-88E9-1720DECC8F52}"/>
              </a:ext>
            </a:extLst>
          </p:cNvPr>
          <p:cNvCxnSpPr>
            <a:cxnSpLocks/>
          </p:cNvCxnSpPr>
          <p:nvPr/>
        </p:nvCxnSpPr>
        <p:spPr>
          <a:xfrm>
            <a:off x="2133600" y="153561"/>
            <a:ext cx="0" cy="1620524"/>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Ravni poveznik sa strelicom 28">
            <a:extLst>
              <a:ext uri="{FF2B5EF4-FFF2-40B4-BE49-F238E27FC236}">
                <a16:creationId xmlns:a16="http://schemas.microsoft.com/office/drawing/2014/main" id="{417E679C-AE34-4176-B3C0-925F043820DE}"/>
              </a:ext>
            </a:extLst>
          </p:cNvPr>
          <p:cNvCxnSpPr>
            <a:cxnSpLocks/>
          </p:cNvCxnSpPr>
          <p:nvPr/>
        </p:nvCxnSpPr>
        <p:spPr>
          <a:xfrm flipV="1">
            <a:off x="7275076" y="4389694"/>
            <a:ext cx="0" cy="1603405"/>
          </a:xfrm>
          <a:prstGeom prst="straightConnector1">
            <a:avLst/>
          </a:prstGeom>
          <a:ln w="762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2223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par>
                                <p:cTn id="40" presetID="10" presetClass="exit" presetSubtype="0" fill="hold" grpId="1" nodeType="withEffect">
                                  <p:stCondLst>
                                    <p:cond delay="0"/>
                                  </p:stCondLst>
                                  <p:childTnLst>
                                    <p:animEffect transition="out" filter="fade">
                                      <p:cBhvr>
                                        <p:cTn id="41" dur="500"/>
                                        <p:tgtEl>
                                          <p:spTgt spid="5"/>
                                        </p:tgtEl>
                                      </p:cBhvr>
                                    </p:animEffect>
                                    <p:set>
                                      <p:cBhvr>
                                        <p:cTn id="42" dur="1" fill="hold">
                                          <p:stCondLst>
                                            <p:cond delay="499"/>
                                          </p:stCondLst>
                                        </p:cTn>
                                        <p:tgtEl>
                                          <p:spTgt spid="5"/>
                                        </p:tgtEl>
                                        <p:attrNameLst>
                                          <p:attrName>style.visibility</p:attrName>
                                        </p:attrNameLst>
                                      </p:cBhvr>
                                      <p:to>
                                        <p:strVal val="hidden"/>
                                      </p:to>
                                    </p:set>
                                  </p:childTnLst>
                                </p:cTn>
                              </p:par>
                              <p:par>
                                <p:cTn id="43" presetID="10" presetClass="exit" presetSubtype="0" fill="hold" grpId="1" nodeType="withEffect">
                                  <p:stCondLst>
                                    <p:cond delay="0"/>
                                  </p:stCondLst>
                                  <p:childTnLst>
                                    <p:animEffect transition="out" filter="fade">
                                      <p:cBhvr>
                                        <p:cTn id="44" dur="500"/>
                                        <p:tgtEl>
                                          <p:spTgt spid="6"/>
                                        </p:tgtEl>
                                      </p:cBhvr>
                                    </p:animEffect>
                                    <p:set>
                                      <p:cBhvr>
                                        <p:cTn id="45" dur="1" fill="hold">
                                          <p:stCondLst>
                                            <p:cond delay="499"/>
                                          </p:stCondLst>
                                        </p:cTn>
                                        <p:tgtEl>
                                          <p:spTgt spid="6"/>
                                        </p:tgtEl>
                                        <p:attrNameLst>
                                          <p:attrName>style.visibility</p:attrName>
                                        </p:attrNameLst>
                                      </p:cBhvr>
                                      <p:to>
                                        <p:strVal val="hidden"/>
                                      </p:to>
                                    </p:set>
                                  </p:childTnLst>
                                </p:cTn>
                              </p:par>
                              <p:par>
                                <p:cTn id="46" presetID="10" presetClass="exit" presetSubtype="0" fill="hold" grpId="1" nodeType="withEffect">
                                  <p:stCondLst>
                                    <p:cond delay="0"/>
                                  </p:stCondLst>
                                  <p:childTnLst>
                                    <p:animEffect transition="out" filter="fade">
                                      <p:cBhvr>
                                        <p:cTn id="47" dur="500"/>
                                        <p:tgtEl>
                                          <p:spTgt spid="9"/>
                                        </p:tgtEl>
                                      </p:cBhvr>
                                    </p:animEffect>
                                    <p:set>
                                      <p:cBhvr>
                                        <p:cTn id="48" dur="1" fill="hold">
                                          <p:stCondLst>
                                            <p:cond delay="499"/>
                                          </p:stCondLst>
                                        </p:cTn>
                                        <p:tgtEl>
                                          <p:spTgt spid="9"/>
                                        </p:tgtEl>
                                        <p:attrNameLst>
                                          <p:attrName>style.visibility</p:attrName>
                                        </p:attrNameLst>
                                      </p:cBhvr>
                                      <p:to>
                                        <p:strVal val="hidden"/>
                                      </p:to>
                                    </p:set>
                                  </p:childTnLst>
                                </p:cTn>
                              </p:par>
                              <p:par>
                                <p:cTn id="49" presetID="10" presetClass="exit" presetSubtype="0" fill="hold" grpId="1" nodeType="withEffect">
                                  <p:stCondLst>
                                    <p:cond delay="0"/>
                                  </p:stCondLst>
                                  <p:childTnLst>
                                    <p:animEffect transition="out" filter="fade">
                                      <p:cBhvr>
                                        <p:cTn id="50" dur="500"/>
                                        <p:tgtEl>
                                          <p:spTgt spid="12"/>
                                        </p:tgtEl>
                                      </p:cBhvr>
                                    </p:animEffect>
                                    <p:set>
                                      <p:cBhvr>
                                        <p:cTn id="51" dur="1" fill="hold">
                                          <p:stCondLst>
                                            <p:cond delay="499"/>
                                          </p:stCondLst>
                                        </p:cTn>
                                        <p:tgtEl>
                                          <p:spTgt spid="12"/>
                                        </p:tgtEl>
                                        <p:attrNameLst>
                                          <p:attrName>style.visibility</p:attrName>
                                        </p:attrNameLst>
                                      </p:cBhvr>
                                      <p:to>
                                        <p:strVal val="hidden"/>
                                      </p:to>
                                    </p:set>
                                  </p:childTnLst>
                                </p:cTn>
                              </p:par>
                              <p:par>
                                <p:cTn id="52" presetID="10" presetClass="exit" presetSubtype="0" fill="hold" grpId="1" nodeType="withEffect">
                                  <p:stCondLst>
                                    <p:cond delay="0"/>
                                  </p:stCondLst>
                                  <p:childTnLst>
                                    <p:animEffect transition="out" filter="fade">
                                      <p:cBhvr>
                                        <p:cTn id="53" dur="500"/>
                                        <p:tgtEl>
                                          <p:spTgt spid="13"/>
                                        </p:tgtEl>
                                      </p:cBhvr>
                                    </p:animEffect>
                                    <p:set>
                                      <p:cBhvr>
                                        <p:cTn id="54" dur="1" fill="hold">
                                          <p:stCondLst>
                                            <p:cond delay="499"/>
                                          </p:stCondLst>
                                        </p:cTn>
                                        <p:tgtEl>
                                          <p:spTgt spid="13"/>
                                        </p:tgtEl>
                                        <p:attrNameLst>
                                          <p:attrName>style.visibility</p:attrName>
                                        </p:attrNameLst>
                                      </p:cBhvr>
                                      <p:to>
                                        <p:strVal val="hidden"/>
                                      </p:to>
                                    </p:set>
                                  </p:childTnLst>
                                </p:cTn>
                              </p:par>
                              <p:par>
                                <p:cTn id="55" presetID="10" presetClass="exit" presetSubtype="0" fill="hold" grpId="1" nodeType="withEffect">
                                  <p:stCondLst>
                                    <p:cond delay="0"/>
                                  </p:stCondLst>
                                  <p:childTnLst>
                                    <p:animEffect transition="out" filter="fade">
                                      <p:cBhvr>
                                        <p:cTn id="56" dur="500"/>
                                        <p:tgtEl>
                                          <p:spTgt spid="16"/>
                                        </p:tgtEl>
                                      </p:cBhvr>
                                    </p:animEffect>
                                    <p:set>
                                      <p:cBhvr>
                                        <p:cTn id="57" dur="1" fill="hold">
                                          <p:stCondLst>
                                            <p:cond delay="499"/>
                                          </p:stCondLst>
                                        </p:cTn>
                                        <p:tgtEl>
                                          <p:spTgt spid="16"/>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500"/>
                                        <p:tgtEl>
                                          <p:spTgt spid="10"/>
                                        </p:tgtEl>
                                      </p:cBhvr>
                                    </p:animEffect>
                                    <p:set>
                                      <p:cBhvr>
                                        <p:cTn id="60" dur="1" fill="hold">
                                          <p:stCondLst>
                                            <p:cond delay="499"/>
                                          </p:stCondLst>
                                        </p:cTn>
                                        <p:tgtEl>
                                          <p:spTgt spid="10"/>
                                        </p:tgtEl>
                                        <p:attrNameLst>
                                          <p:attrName>style.visibility</p:attrName>
                                        </p:attrNameLst>
                                      </p:cBhvr>
                                      <p:to>
                                        <p:strVal val="hidden"/>
                                      </p:to>
                                    </p:set>
                                  </p:childTnLst>
                                </p:cTn>
                              </p:par>
                              <p:par>
                                <p:cTn id="61" presetID="10" presetClass="exit" presetSubtype="0" fill="hold" grpId="1" nodeType="withEffect">
                                  <p:stCondLst>
                                    <p:cond delay="0"/>
                                  </p:stCondLst>
                                  <p:childTnLst>
                                    <p:animEffect transition="out" filter="fade">
                                      <p:cBhvr>
                                        <p:cTn id="62" dur="500"/>
                                        <p:tgtEl>
                                          <p:spTgt spid="8"/>
                                        </p:tgtEl>
                                      </p:cBhvr>
                                    </p:animEffect>
                                    <p:set>
                                      <p:cBhvr>
                                        <p:cTn id="63" dur="1" fill="hold">
                                          <p:stCondLst>
                                            <p:cond delay="499"/>
                                          </p:stCondLst>
                                        </p:cTn>
                                        <p:tgtEl>
                                          <p:spTgt spid="8"/>
                                        </p:tgtEl>
                                        <p:attrNameLst>
                                          <p:attrName>style.visibility</p:attrName>
                                        </p:attrNameLst>
                                      </p:cBhvr>
                                      <p:to>
                                        <p:strVal val="hidden"/>
                                      </p:to>
                                    </p:set>
                                  </p:childTnLst>
                                </p:cTn>
                              </p:par>
                              <p:par>
                                <p:cTn id="64" presetID="10" presetClass="exit" presetSubtype="0" fill="hold" grpId="1" nodeType="withEffect">
                                  <p:stCondLst>
                                    <p:cond delay="0"/>
                                  </p:stCondLst>
                                  <p:childTnLst>
                                    <p:animEffect transition="out" filter="fade">
                                      <p:cBhvr>
                                        <p:cTn id="65" dur="500"/>
                                        <p:tgtEl>
                                          <p:spTgt spid="7"/>
                                        </p:tgtEl>
                                      </p:cBhvr>
                                    </p:animEffect>
                                    <p:set>
                                      <p:cBhvr>
                                        <p:cTn id="66" dur="1" fill="hold">
                                          <p:stCondLst>
                                            <p:cond delay="499"/>
                                          </p:stCondLst>
                                        </p:cTn>
                                        <p:tgtEl>
                                          <p:spTgt spid="7"/>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500"/>
                                        <p:tgtEl>
                                          <p:spTgt spid="22"/>
                                        </p:tgtEl>
                                      </p:cBhvr>
                                    </p:animEffect>
                                  </p:childTnLst>
                                </p:cTn>
                              </p:par>
                            </p:childTnLst>
                          </p:cTn>
                        </p:par>
                        <p:par>
                          <p:cTn id="72" fill="hold">
                            <p:stCondLst>
                              <p:cond delay="500"/>
                            </p:stCondLst>
                            <p:childTnLst>
                              <p:par>
                                <p:cTn id="73" presetID="10" presetClass="entr" presetSubtype="0" fill="hold" grpId="0" nodeType="after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23"/>
                                        </p:tgtEl>
                                        <p:attrNameLst>
                                          <p:attrName>style.visibility</p:attrName>
                                        </p:attrNameLst>
                                      </p:cBhvr>
                                      <p:to>
                                        <p:strVal val="visible"/>
                                      </p:to>
                                    </p:set>
                                    <p:animEffect transition="in" filter="fade">
                                      <p:cBhvr>
                                        <p:cTn id="85" dur="500"/>
                                        <p:tgtEl>
                                          <p:spTgt spid="23"/>
                                        </p:tgtEl>
                                      </p:cBhvr>
                                    </p:animEffect>
                                  </p:childTnLst>
                                </p:cTn>
                              </p:par>
                            </p:childTnLst>
                          </p:cTn>
                        </p:par>
                        <p:par>
                          <p:cTn id="86" fill="hold">
                            <p:stCondLst>
                              <p:cond delay="500"/>
                            </p:stCondLst>
                            <p:childTnLst>
                              <p:par>
                                <p:cTn id="87" presetID="10" presetClass="entr" presetSubtype="0" fill="hold" grpId="0" nodeType="afterEffect">
                                  <p:stCondLst>
                                    <p:cond delay="0"/>
                                  </p:stCondLst>
                                  <p:childTnLst>
                                    <p:set>
                                      <p:cBhvr>
                                        <p:cTn id="88" dur="1" fill="hold">
                                          <p:stCondLst>
                                            <p:cond delay="0"/>
                                          </p:stCondLst>
                                        </p:cTn>
                                        <p:tgtEl>
                                          <p:spTgt spid="25"/>
                                        </p:tgtEl>
                                        <p:attrNameLst>
                                          <p:attrName>style.visibility</p:attrName>
                                        </p:attrNameLst>
                                      </p:cBhvr>
                                      <p:to>
                                        <p:strVal val="visible"/>
                                      </p:to>
                                    </p:set>
                                    <p:animEffect transition="in" filter="fade">
                                      <p:cBhvr>
                                        <p:cTn id="89" dur="500"/>
                                        <p:tgtEl>
                                          <p:spTgt spid="25"/>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29"/>
                                        </p:tgtEl>
                                        <p:attrNameLst>
                                          <p:attrName>style.visibility</p:attrName>
                                        </p:attrNameLst>
                                      </p:cBhvr>
                                      <p:to>
                                        <p:strVal val="visible"/>
                                      </p:to>
                                    </p:set>
                                    <p:animEffect transition="in" filter="fade">
                                      <p:cBhvr>
                                        <p:cTn id="9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P spid="8" grpId="1" animBg="1"/>
      <p:bldP spid="9" grpId="0" animBg="1"/>
      <p:bldP spid="9" grpId="1" animBg="1"/>
      <p:bldP spid="10" grpId="0" animBg="1"/>
      <p:bldP spid="10" grpId="1" animBg="1"/>
      <p:bldP spid="12" grpId="0" animBg="1"/>
      <p:bldP spid="12" grpId="1" animBg="1"/>
      <p:bldP spid="13" grpId="0" animBg="1"/>
      <p:bldP spid="13" grpId="1" animBg="1"/>
      <p:bldP spid="16" grpId="0" animBg="1"/>
      <p:bldP spid="16" grpId="1" animBg="1"/>
      <p:bldP spid="19" grpId="0"/>
      <p:bldP spid="21" grpId="0"/>
      <p:bldP spid="22" grpId="0" animBg="1"/>
      <p:bldP spid="23" grpId="0" animBg="1"/>
      <p:bldP spid="24" grpId="0"/>
      <p:bldP spid="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ka 2" descr="Slika na kojoj se prikazuje zgrada, sjedenje, cigla, staro&#10;&#10;Opis je automatski generiran">
            <a:extLst>
              <a:ext uri="{FF2B5EF4-FFF2-40B4-BE49-F238E27FC236}">
                <a16:creationId xmlns:a16="http://schemas.microsoft.com/office/drawing/2014/main" id="{E16C5C21-E0BC-40E3-BA9D-290A129B0E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20450" y="185169"/>
            <a:ext cx="2551103" cy="5586915"/>
          </a:xfrm>
          <a:prstGeom prst="rect">
            <a:avLst/>
          </a:prstGeom>
        </p:spPr>
      </p:pic>
      <p:sp>
        <p:nvSpPr>
          <p:cNvPr id="4" name="Pravokutnik 3">
            <a:extLst>
              <a:ext uri="{FF2B5EF4-FFF2-40B4-BE49-F238E27FC236}">
                <a16:creationId xmlns:a16="http://schemas.microsoft.com/office/drawing/2014/main" id="{769346B0-91EC-4228-A118-F487D7504212}"/>
              </a:ext>
            </a:extLst>
          </p:cNvPr>
          <p:cNvSpPr/>
          <p:nvPr/>
        </p:nvSpPr>
        <p:spPr>
          <a:xfrm>
            <a:off x="4820450" y="5772083"/>
            <a:ext cx="2551103" cy="1323439"/>
          </a:xfrm>
          <a:prstGeom prst="rect">
            <a:avLst/>
          </a:prstGeom>
        </p:spPr>
        <p:txBody>
          <a:bodyPr wrap="square">
            <a:spAutoFit/>
          </a:bodyPr>
          <a:lstStyle/>
          <a:p>
            <a:pPr algn="ctr"/>
            <a:r>
              <a:rPr lang="hr-HR" sz="1600" dirty="0" err="1">
                <a:latin typeface="Times New Roman" panose="02020603050405020304" pitchFamily="18" charset="0"/>
                <a:cs typeface="Times New Roman" panose="02020603050405020304" pitchFamily="18" charset="0"/>
              </a:rPr>
              <a:t>Masaccio</a:t>
            </a:r>
            <a:r>
              <a:rPr lang="hr-HR" sz="1600" dirty="0">
                <a:latin typeface="Times New Roman" panose="02020603050405020304" pitchFamily="18" charset="0"/>
                <a:cs typeface="Times New Roman" panose="02020603050405020304" pitchFamily="18" charset="0"/>
              </a:rPr>
              <a:t>, </a:t>
            </a:r>
            <a:r>
              <a:rPr lang="hr-HR" sz="1600" i="1" dirty="0">
                <a:latin typeface="Times New Roman" panose="02020603050405020304" pitchFamily="18" charset="0"/>
                <a:cs typeface="Times New Roman" panose="02020603050405020304" pitchFamily="18" charset="0"/>
              </a:rPr>
              <a:t>Presveto trojstvo</a:t>
            </a:r>
            <a:r>
              <a:rPr lang="hr-HR" sz="1600" dirty="0">
                <a:latin typeface="Times New Roman" panose="02020603050405020304" pitchFamily="18" charset="0"/>
                <a:cs typeface="Times New Roman" panose="02020603050405020304" pitchFamily="18" charset="0"/>
              </a:rPr>
              <a:t>, 1426. – 28., 667 x 317 cm, freska, Santa Maria </a:t>
            </a:r>
            <a:r>
              <a:rPr lang="hr-HR" sz="1600" dirty="0" err="1">
                <a:latin typeface="Times New Roman" panose="02020603050405020304" pitchFamily="18" charset="0"/>
                <a:cs typeface="Times New Roman" panose="02020603050405020304" pitchFamily="18" charset="0"/>
              </a:rPr>
              <a:t>Novella</a:t>
            </a:r>
            <a:r>
              <a:rPr lang="hr-HR" sz="1600" dirty="0">
                <a:latin typeface="Times New Roman" panose="02020603050405020304" pitchFamily="18" charset="0"/>
                <a:cs typeface="Times New Roman" panose="02020603050405020304" pitchFamily="18" charset="0"/>
              </a:rPr>
              <a:t>, Firenca</a:t>
            </a:r>
          </a:p>
          <a:p>
            <a:endParaRPr lang="hr-HR" sz="1600" dirty="0">
              <a:latin typeface="Times New Roman" panose="02020603050405020304" pitchFamily="18" charset="0"/>
              <a:cs typeface="Times New Roman" panose="02020603050405020304" pitchFamily="18" charset="0"/>
            </a:endParaRPr>
          </a:p>
        </p:txBody>
      </p:sp>
      <p:pic>
        <p:nvPicPr>
          <p:cNvPr id="6" name="Slika 5">
            <a:extLst>
              <a:ext uri="{FF2B5EF4-FFF2-40B4-BE49-F238E27FC236}">
                <a16:creationId xmlns:a16="http://schemas.microsoft.com/office/drawing/2014/main" id="{69CF3411-1DCE-4D54-AE1C-003CDF6446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6123" y="185169"/>
            <a:ext cx="3928795" cy="5586915"/>
          </a:xfrm>
          <a:prstGeom prst="rect">
            <a:avLst/>
          </a:prstGeom>
        </p:spPr>
      </p:pic>
      <p:sp>
        <p:nvSpPr>
          <p:cNvPr id="7" name="Pravokutnik 6">
            <a:extLst>
              <a:ext uri="{FF2B5EF4-FFF2-40B4-BE49-F238E27FC236}">
                <a16:creationId xmlns:a16="http://schemas.microsoft.com/office/drawing/2014/main" id="{7AD09E14-33D5-45AB-B86D-42F466242528}"/>
              </a:ext>
            </a:extLst>
          </p:cNvPr>
          <p:cNvSpPr/>
          <p:nvPr/>
        </p:nvSpPr>
        <p:spPr>
          <a:xfrm>
            <a:off x="436123" y="5772084"/>
            <a:ext cx="3928795" cy="584775"/>
          </a:xfrm>
          <a:prstGeom prst="rect">
            <a:avLst/>
          </a:prstGeom>
        </p:spPr>
        <p:txBody>
          <a:bodyPr wrap="square">
            <a:spAutoFit/>
          </a:bodyPr>
          <a:lstStyle/>
          <a:p>
            <a:pPr algn="ctr"/>
            <a:r>
              <a:rPr lang="hr-HR" sz="1600" i="1" dirty="0">
                <a:latin typeface="Times New Roman" panose="02020603050405020304" pitchFamily="18" charset="0"/>
                <a:cs typeface="Times New Roman" panose="02020603050405020304" pitchFamily="18" charset="0"/>
              </a:rPr>
              <a:t>Krist Pantokrator</a:t>
            </a:r>
            <a:r>
              <a:rPr lang="hr-HR" sz="1600" dirty="0">
                <a:latin typeface="Times New Roman" panose="02020603050405020304" pitchFamily="18" charset="0"/>
                <a:cs typeface="Times New Roman" panose="02020603050405020304" pitchFamily="18" charset="0"/>
              </a:rPr>
              <a:t>, mozaik u kupoli Palatinske kapele, 12. st., Palermo, Sicilija</a:t>
            </a:r>
          </a:p>
        </p:txBody>
      </p:sp>
      <p:pic>
        <p:nvPicPr>
          <p:cNvPr id="9" name="Slika 8" descr="Slika na kojoj se prikazuje fotografija, grupa, stol, poziranje&#10;&#10;Opis je automatski generiran">
            <a:extLst>
              <a:ext uri="{FF2B5EF4-FFF2-40B4-BE49-F238E27FC236}">
                <a16:creationId xmlns:a16="http://schemas.microsoft.com/office/drawing/2014/main" id="{CEE10DD0-15C8-49AF-9B34-CAB2A2F6F84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8239" y="185167"/>
            <a:ext cx="3360472" cy="5590836"/>
          </a:xfrm>
          <a:prstGeom prst="rect">
            <a:avLst/>
          </a:prstGeom>
        </p:spPr>
      </p:pic>
      <p:sp>
        <p:nvSpPr>
          <p:cNvPr id="10" name="Pravokutnik 9">
            <a:extLst>
              <a:ext uri="{FF2B5EF4-FFF2-40B4-BE49-F238E27FC236}">
                <a16:creationId xmlns:a16="http://schemas.microsoft.com/office/drawing/2014/main" id="{21C58D52-54A2-42B0-BD2C-65687D1CA9CF}"/>
              </a:ext>
            </a:extLst>
          </p:cNvPr>
          <p:cNvSpPr/>
          <p:nvPr/>
        </p:nvSpPr>
        <p:spPr>
          <a:xfrm>
            <a:off x="8158237" y="5787471"/>
            <a:ext cx="3360473" cy="830997"/>
          </a:xfrm>
          <a:prstGeom prst="rect">
            <a:avLst/>
          </a:prstGeom>
        </p:spPr>
        <p:txBody>
          <a:bodyPr wrap="square">
            <a:spAutoFit/>
          </a:bodyPr>
          <a:lstStyle/>
          <a:p>
            <a:pPr algn="ctr"/>
            <a:r>
              <a:rPr lang="hr-HR" sz="1600" dirty="0" err="1">
                <a:latin typeface="Times New Roman" panose="02020603050405020304" pitchFamily="18" charset="0"/>
                <a:cs typeface="Times New Roman" panose="02020603050405020304" pitchFamily="18" charset="0"/>
              </a:rPr>
              <a:t>Jacopo</a:t>
            </a:r>
            <a:r>
              <a:rPr lang="hr-HR" sz="1600" dirty="0">
                <a:latin typeface="Times New Roman" panose="02020603050405020304" pitchFamily="18" charset="0"/>
                <a:cs typeface="Times New Roman" panose="02020603050405020304" pitchFamily="18" charset="0"/>
              </a:rPr>
              <a:t> </a:t>
            </a:r>
            <a:r>
              <a:rPr lang="hr-HR" sz="1600" dirty="0" err="1">
                <a:latin typeface="Times New Roman" panose="02020603050405020304" pitchFamily="18" charset="0"/>
                <a:cs typeface="Times New Roman" panose="02020603050405020304" pitchFamily="18" charset="0"/>
              </a:rPr>
              <a:t>Pontormo</a:t>
            </a:r>
            <a:r>
              <a:rPr lang="hr-HR" sz="1600" i="1" dirty="0">
                <a:latin typeface="Times New Roman" panose="02020603050405020304" pitchFamily="18" charset="0"/>
                <a:cs typeface="Times New Roman" panose="02020603050405020304" pitchFamily="18" charset="0"/>
              </a:rPr>
              <a:t>, Skidanje s križa</a:t>
            </a:r>
            <a:r>
              <a:rPr lang="hr-HR" sz="1600" dirty="0">
                <a:latin typeface="Times New Roman" panose="02020603050405020304" pitchFamily="18" charset="0"/>
                <a:cs typeface="Times New Roman" panose="02020603050405020304" pitchFamily="18" charset="0"/>
              </a:rPr>
              <a:t>, 1525. – 28., ulje na platnu, 313 x 193 cm, Santa </a:t>
            </a:r>
            <a:r>
              <a:rPr lang="hr-HR" sz="1600" dirty="0" err="1">
                <a:latin typeface="Times New Roman" panose="02020603050405020304" pitchFamily="18" charset="0"/>
                <a:cs typeface="Times New Roman" panose="02020603050405020304" pitchFamily="18" charset="0"/>
              </a:rPr>
              <a:t>Felicita</a:t>
            </a:r>
            <a:r>
              <a:rPr lang="hr-HR" sz="1600" dirty="0">
                <a:latin typeface="Times New Roman" panose="02020603050405020304" pitchFamily="18" charset="0"/>
                <a:cs typeface="Times New Roman" panose="02020603050405020304" pitchFamily="18" charset="0"/>
              </a:rPr>
              <a:t>, Firenca</a:t>
            </a:r>
          </a:p>
        </p:txBody>
      </p:sp>
    </p:spTree>
    <p:extLst>
      <p:ext uri="{BB962C8B-B14F-4D97-AF65-F5344CB8AC3E}">
        <p14:creationId xmlns:p14="http://schemas.microsoft.com/office/powerpoint/2010/main" val="4150256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Slika 7" descr="Slika na kojoj se prikazuje sjedenje, muškarac, stajanje, velik&#10;&#10;Opis je automatski generiran">
            <a:extLst>
              <a:ext uri="{FF2B5EF4-FFF2-40B4-BE49-F238E27FC236}">
                <a16:creationId xmlns:a16="http://schemas.microsoft.com/office/drawing/2014/main" id="{DEF0486B-4055-4769-B906-9EC9923503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0785" y="267538"/>
            <a:ext cx="9190430" cy="5842832"/>
          </a:xfrm>
          <a:prstGeom prst="rect">
            <a:avLst/>
          </a:prstGeom>
        </p:spPr>
      </p:pic>
      <p:sp>
        <p:nvSpPr>
          <p:cNvPr id="9" name="Pravokutnik 8">
            <a:extLst>
              <a:ext uri="{FF2B5EF4-FFF2-40B4-BE49-F238E27FC236}">
                <a16:creationId xmlns:a16="http://schemas.microsoft.com/office/drawing/2014/main" id="{07C2DF28-2747-4C09-BAE5-01D9EFC9165A}"/>
              </a:ext>
            </a:extLst>
          </p:cNvPr>
          <p:cNvSpPr/>
          <p:nvPr/>
        </p:nvSpPr>
        <p:spPr>
          <a:xfrm>
            <a:off x="2143316" y="6110370"/>
            <a:ext cx="7905368" cy="646331"/>
          </a:xfrm>
          <a:prstGeom prst="rect">
            <a:avLst/>
          </a:prstGeom>
        </p:spPr>
        <p:txBody>
          <a:bodyPr wrap="square">
            <a:spAutoFit/>
          </a:bodyPr>
          <a:lstStyle/>
          <a:p>
            <a:pPr algn="ctr"/>
            <a:r>
              <a:rPr lang="hr-HR" dirty="0" err="1">
                <a:latin typeface="Times New Roman" panose="02020603050405020304" pitchFamily="18" charset="0"/>
                <a:cs typeface="Times New Roman" panose="02020603050405020304" pitchFamily="18" charset="0"/>
              </a:rPr>
              <a:t>Jacopo</a:t>
            </a:r>
            <a:r>
              <a:rPr lang="hr-HR" dirty="0">
                <a:latin typeface="Times New Roman" panose="02020603050405020304" pitchFamily="18" charset="0"/>
                <a:cs typeface="Times New Roman" panose="02020603050405020304" pitchFamily="18" charset="0"/>
              </a:rPr>
              <a:t> </a:t>
            </a:r>
            <a:r>
              <a:rPr lang="hr-HR" dirty="0" err="1">
                <a:latin typeface="Times New Roman" panose="02020603050405020304" pitchFamily="18" charset="0"/>
                <a:cs typeface="Times New Roman" panose="02020603050405020304" pitchFamily="18" charset="0"/>
              </a:rPr>
              <a:t>Tintoretto</a:t>
            </a:r>
            <a:r>
              <a:rPr lang="hr-HR" dirty="0">
                <a:latin typeface="Times New Roman" panose="02020603050405020304" pitchFamily="18" charset="0"/>
                <a:cs typeface="Times New Roman" panose="02020603050405020304" pitchFamily="18" charset="0"/>
              </a:rPr>
              <a:t>, </a:t>
            </a:r>
            <a:r>
              <a:rPr lang="hr-HR" i="1" dirty="0">
                <a:latin typeface="Times New Roman" panose="02020603050405020304" pitchFamily="18" charset="0"/>
                <a:cs typeface="Times New Roman" panose="02020603050405020304" pitchFamily="18" charset="0"/>
              </a:rPr>
              <a:t>Posljednja večera</a:t>
            </a:r>
            <a:r>
              <a:rPr lang="hr-HR" dirty="0">
                <a:latin typeface="Times New Roman" panose="02020603050405020304" pitchFamily="18" charset="0"/>
                <a:cs typeface="Times New Roman" panose="02020603050405020304" pitchFamily="18" charset="0"/>
              </a:rPr>
              <a:t>, 1594., ulje na platnu, 3,7 x 5,7 m, San Giorgio Maggiore, Venecija</a:t>
            </a:r>
          </a:p>
        </p:txBody>
      </p:sp>
    </p:spTree>
    <p:extLst>
      <p:ext uri="{BB962C8B-B14F-4D97-AF65-F5344CB8AC3E}">
        <p14:creationId xmlns:p14="http://schemas.microsoft.com/office/powerpoint/2010/main" val="3756210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ka 2" descr="Slika na kojoj se prikazuje zgrada, na zatvorenom, sjedenje, cigla&#10;&#10;Opis je automatski generiran">
            <a:extLst>
              <a:ext uri="{FF2B5EF4-FFF2-40B4-BE49-F238E27FC236}">
                <a16:creationId xmlns:a16="http://schemas.microsoft.com/office/drawing/2014/main" id="{FB528331-C8BE-4493-80E3-98170315B7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300" y="381019"/>
            <a:ext cx="10947400" cy="5704467"/>
          </a:xfrm>
          <a:prstGeom prst="rect">
            <a:avLst/>
          </a:prstGeom>
        </p:spPr>
      </p:pic>
      <p:sp>
        <p:nvSpPr>
          <p:cNvPr id="4" name="Pravokutnik 3">
            <a:extLst>
              <a:ext uri="{FF2B5EF4-FFF2-40B4-BE49-F238E27FC236}">
                <a16:creationId xmlns:a16="http://schemas.microsoft.com/office/drawing/2014/main" id="{EAA3F423-E928-4E69-9D25-DB851DB7AD3D}"/>
              </a:ext>
            </a:extLst>
          </p:cNvPr>
          <p:cNvSpPr/>
          <p:nvPr/>
        </p:nvSpPr>
        <p:spPr>
          <a:xfrm>
            <a:off x="1344305" y="6085486"/>
            <a:ext cx="9338400" cy="646331"/>
          </a:xfrm>
          <a:prstGeom prst="rect">
            <a:avLst/>
          </a:prstGeom>
        </p:spPr>
        <p:txBody>
          <a:bodyPr wrap="square">
            <a:spAutoFit/>
          </a:bodyPr>
          <a:lstStyle/>
          <a:p>
            <a:pPr algn="ctr"/>
            <a:r>
              <a:rPr lang="hr-HR" dirty="0">
                <a:latin typeface="Times New Roman" panose="02020603050405020304" pitchFamily="18" charset="0"/>
                <a:cs typeface="Times New Roman" panose="02020603050405020304" pitchFamily="18" charset="0"/>
              </a:rPr>
              <a:t>Leonardo da Vinci, </a:t>
            </a:r>
            <a:r>
              <a:rPr lang="hr-HR" i="1" dirty="0">
                <a:latin typeface="Times New Roman" panose="02020603050405020304" pitchFamily="18" charset="0"/>
                <a:cs typeface="Times New Roman" panose="02020603050405020304" pitchFamily="18" charset="0"/>
              </a:rPr>
              <a:t>Posljednja večera</a:t>
            </a:r>
            <a:r>
              <a:rPr lang="hr-HR" dirty="0">
                <a:latin typeface="Times New Roman" panose="02020603050405020304" pitchFamily="18" charset="0"/>
                <a:cs typeface="Times New Roman" panose="02020603050405020304" pitchFamily="18" charset="0"/>
              </a:rPr>
              <a:t>, 1495. – 98., zidna slika, tempera i ulje, 4,6 x 8,8 m, Santa Maria </a:t>
            </a:r>
            <a:r>
              <a:rPr lang="hr-HR" dirty="0" err="1">
                <a:latin typeface="Times New Roman" panose="02020603050405020304" pitchFamily="18" charset="0"/>
                <a:cs typeface="Times New Roman" panose="02020603050405020304" pitchFamily="18" charset="0"/>
              </a:rPr>
              <a:t>delle</a:t>
            </a:r>
            <a:r>
              <a:rPr lang="hr-HR" dirty="0">
                <a:latin typeface="Times New Roman" panose="02020603050405020304" pitchFamily="18" charset="0"/>
                <a:cs typeface="Times New Roman" panose="02020603050405020304" pitchFamily="18" charset="0"/>
              </a:rPr>
              <a:t> </a:t>
            </a:r>
            <a:r>
              <a:rPr lang="hr-HR" dirty="0" err="1">
                <a:latin typeface="Times New Roman" panose="02020603050405020304" pitchFamily="18" charset="0"/>
                <a:cs typeface="Times New Roman" panose="02020603050405020304" pitchFamily="18" charset="0"/>
              </a:rPr>
              <a:t>Grazie</a:t>
            </a:r>
            <a:r>
              <a:rPr lang="hr-HR" dirty="0">
                <a:latin typeface="Times New Roman" panose="02020603050405020304" pitchFamily="18" charset="0"/>
                <a:cs typeface="Times New Roman" panose="02020603050405020304" pitchFamily="18" charset="0"/>
              </a:rPr>
              <a:t>, Milano</a:t>
            </a:r>
          </a:p>
        </p:txBody>
      </p:sp>
    </p:spTree>
    <p:extLst>
      <p:ext uri="{BB962C8B-B14F-4D97-AF65-F5344CB8AC3E}">
        <p14:creationId xmlns:p14="http://schemas.microsoft.com/office/powerpoint/2010/main" val="4201177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ka 2" descr="Slika na kojoj se prikazuje zgrada, klupa, stol, naprijed&#10;&#10;Opis je automatski generiran">
            <a:extLst>
              <a:ext uri="{FF2B5EF4-FFF2-40B4-BE49-F238E27FC236}">
                <a16:creationId xmlns:a16="http://schemas.microsoft.com/office/drawing/2014/main" id="{2CEF68FB-B072-4A83-80BE-D6549EAEAC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921" y="533783"/>
            <a:ext cx="11490158" cy="5100047"/>
          </a:xfrm>
          <a:prstGeom prst="rect">
            <a:avLst/>
          </a:prstGeom>
        </p:spPr>
      </p:pic>
      <p:sp>
        <p:nvSpPr>
          <p:cNvPr id="4" name="Pravokutnik 3">
            <a:extLst>
              <a:ext uri="{FF2B5EF4-FFF2-40B4-BE49-F238E27FC236}">
                <a16:creationId xmlns:a16="http://schemas.microsoft.com/office/drawing/2014/main" id="{B62F3FEF-7D72-47E6-8337-E568B3588C50}"/>
              </a:ext>
            </a:extLst>
          </p:cNvPr>
          <p:cNvSpPr/>
          <p:nvPr/>
        </p:nvSpPr>
        <p:spPr>
          <a:xfrm>
            <a:off x="1426801" y="5970715"/>
            <a:ext cx="9338399" cy="646331"/>
          </a:xfrm>
          <a:prstGeom prst="rect">
            <a:avLst/>
          </a:prstGeom>
        </p:spPr>
        <p:txBody>
          <a:bodyPr wrap="square">
            <a:spAutoFit/>
          </a:bodyPr>
          <a:lstStyle/>
          <a:p>
            <a:pPr algn="ctr"/>
            <a:r>
              <a:rPr lang="hr-HR" dirty="0">
                <a:latin typeface="Times New Roman" panose="02020603050405020304" pitchFamily="18" charset="0"/>
                <a:cs typeface="Times New Roman" panose="02020603050405020304" pitchFamily="18" charset="0"/>
              </a:rPr>
              <a:t>Paolo </a:t>
            </a:r>
            <a:r>
              <a:rPr lang="hr-HR" dirty="0" err="1">
                <a:latin typeface="Times New Roman" panose="02020603050405020304" pitchFamily="18" charset="0"/>
                <a:cs typeface="Times New Roman" panose="02020603050405020304" pitchFamily="18" charset="0"/>
              </a:rPr>
              <a:t>Veronese</a:t>
            </a:r>
            <a:r>
              <a:rPr lang="hr-HR" dirty="0">
                <a:latin typeface="Times New Roman" panose="02020603050405020304" pitchFamily="18" charset="0"/>
                <a:cs typeface="Times New Roman" panose="02020603050405020304" pitchFamily="18" charset="0"/>
              </a:rPr>
              <a:t>, </a:t>
            </a:r>
            <a:r>
              <a:rPr lang="hr-HR" i="1" dirty="0">
                <a:latin typeface="Times New Roman" panose="02020603050405020304" pitchFamily="18" charset="0"/>
                <a:cs typeface="Times New Roman" panose="02020603050405020304" pitchFamily="18" charset="0"/>
              </a:rPr>
              <a:t>Gozba u </a:t>
            </a:r>
            <a:r>
              <a:rPr lang="hr-HR" i="1" dirty="0" err="1">
                <a:latin typeface="Times New Roman" panose="02020603050405020304" pitchFamily="18" charset="0"/>
                <a:cs typeface="Times New Roman" panose="02020603050405020304" pitchFamily="18" charset="0"/>
              </a:rPr>
              <a:t>Levijevoj</a:t>
            </a:r>
            <a:r>
              <a:rPr lang="hr-HR" i="1" dirty="0">
                <a:latin typeface="Times New Roman" panose="02020603050405020304" pitchFamily="18" charset="0"/>
                <a:cs typeface="Times New Roman" panose="02020603050405020304" pitchFamily="18" charset="0"/>
              </a:rPr>
              <a:t> kući</a:t>
            </a:r>
            <a:r>
              <a:rPr lang="hr-HR" dirty="0">
                <a:latin typeface="Times New Roman" panose="02020603050405020304" pitchFamily="18" charset="0"/>
                <a:cs typeface="Times New Roman" panose="02020603050405020304" pitchFamily="18" charset="0"/>
              </a:rPr>
              <a:t>, 1573., ulje na platnu, 5,5 x 12,8 m, </a:t>
            </a:r>
            <a:r>
              <a:rPr lang="hr-HR" dirty="0" err="1">
                <a:latin typeface="Times New Roman" panose="02020603050405020304" pitchFamily="18" charset="0"/>
                <a:cs typeface="Times New Roman" panose="02020603050405020304" pitchFamily="18" charset="0"/>
              </a:rPr>
              <a:t>Gallerie</a:t>
            </a:r>
            <a:r>
              <a:rPr lang="hr-HR" dirty="0">
                <a:latin typeface="Times New Roman" panose="02020603050405020304" pitchFamily="18" charset="0"/>
                <a:cs typeface="Times New Roman" panose="02020603050405020304" pitchFamily="18" charset="0"/>
              </a:rPr>
              <a:t> </a:t>
            </a:r>
            <a:r>
              <a:rPr lang="hr-HR" dirty="0" err="1">
                <a:latin typeface="Times New Roman" panose="02020603050405020304" pitchFamily="18" charset="0"/>
                <a:cs typeface="Times New Roman" panose="02020603050405020304" pitchFamily="18" charset="0"/>
              </a:rPr>
              <a:t>dell</a:t>
            </a:r>
            <a:r>
              <a:rPr lang="hr-HR" dirty="0">
                <a:latin typeface="Times New Roman" panose="02020603050405020304" pitchFamily="18" charset="0"/>
                <a:cs typeface="Times New Roman" panose="02020603050405020304" pitchFamily="18" charset="0"/>
              </a:rPr>
              <a:t>’ </a:t>
            </a:r>
            <a:r>
              <a:rPr lang="hr-HR" dirty="0" err="1">
                <a:latin typeface="Times New Roman" panose="02020603050405020304" pitchFamily="18" charset="0"/>
                <a:cs typeface="Times New Roman" panose="02020603050405020304" pitchFamily="18" charset="0"/>
              </a:rPr>
              <a:t>Accademia</a:t>
            </a:r>
            <a:r>
              <a:rPr lang="hr-HR" dirty="0">
                <a:latin typeface="Times New Roman" panose="02020603050405020304" pitchFamily="18" charset="0"/>
                <a:cs typeface="Times New Roman" panose="02020603050405020304" pitchFamily="18" charset="0"/>
              </a:rPr>
              <a:t>, Venecija</a:t>
            </a:r>
          </a:p>
        </p:txBody>
      </p:sp>
    </p:spTree>
    <p:extLst>
      <p:ext uri="{BB962C8B-B14F-4D97-AF65-F5344CB8AC3E}">
        <p14:creationId xmlns:p14="http://schemas.microsoft.com/office/powerpoint/2010/main" val="194206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ka 2" descr="Slika na kojoj se prikazuje zgrada, na zatvorenom, sjedenje, cigla&#10;&#10;Opis je automatski generiran">
            <a:extLst>
              <a:ext uri="{FF2B5EF4-FFF2-40B4-BE49-F238E27FC236}">
                <a16:creationId xmlns:a16="http://schemas.microsoft.com/office/drawing/2014/main" id="{1E12F0E5-6825-4896-B7A2-B9DD47EA3C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45352" y="3532144"/>
            <a:ext cx="5828496" cy="3037110"/>
          </a:xfrm>
          <a:prstGeom prst="rect">
            <a:avLst/>
          </a:prstGeom>
        </p:spPr>
      </p:pic>
      <p:pic>
        <p:nvPicPr>
          <p:cNvPr id="4" name="Slika 3" descr="Slika na kojoj se prikazuje zgrada, klupa, stol, naprijed&#10;&#10;Opis je automatski generiran">
            <a:extLst>
              <a:ext uri="{FF2B5EF4-FFF2-40B4-BE49-F238E27FC236}">
                <a16:creationId xmlns:a16="http://schemas.microsoft.com/office/drawing/2014/main" id="{D4B27CCC-E512-44D0-826C-38287541F3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9976" y="288747"/>
            <a:ext cx="6503147" cy="2886501"/>
          </a:xfrm>
          <a:prstGeom prst="rect">
            <a:avLst/>
          </a:prstGeom>
        </p:spPr>
      </p:pic>
      <p:pic>
        <p:nvPicPr>
          <p:cNvPr id="5" name="Slika 4" descr="Slika na kojoj se prikazuje sjedenje, muškarac, stajanje, velik&#10;&#10;Opis je automatski generiran">
            <a:extLst>
              <a:ext uri="{FF2B5EF4-FFF2-40B4-BE49-F238E27FC236}">
                <a16:creationId xmlns:a16="http://schemas.microsoft.com/office/drawing/2014/main" id="{0DB5C0D8-A545-40F3-9F85-3DECED5BBD4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7736" y="288748"/>
            <a:ext cx="4540296" cy="2886501"/>
          </a:xfrm>
          <a:prstGeom prst="rect">
            <a:avLst/>
          </a:prstGeom>
        </p:spPr>
      </p:pic>
    </p:spTree>
    <p:extLst>
      <p:ext uri="{BB962C8B-B14F-4D97-AF65-F5344CB8AC3E}">
        <p14:creationId xmlns:p14="http://schemas.microsoft.com/office/powerpoint/2010/main" val="665968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555" y="215330"/>
            <a:ext cx="3347455" cy="5041346"/>
          </a:xfrm>
          <a:prstGeom prst="rect">
            <a:avLst/>
          </a:prstGeom>
        </p:spPr>
      </p:pic>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50924" y="216676"/>
            <a:ext cx="5040000" cy="5040000"/>
          </a:xfrm>
          <a:prstGeom prst="rect">
            <a:avLst/>
          </a:prstGeom>
        </p:spPr>
      </p:pic>
      <p:sp>
        <p:nvSpPr>
          <p:cNvPr id="4" name="Pravokutnik 3">
            <a:extLst>
              <a:ext uri="{FF2B5EF4-FFF2-40B4-BE49-F238E27FC236}">
                <a16:creationId xmlns:a16="http://schemas.microsoft.com/office/drawing/2014/main" id="{8E345DE4-8F4F-4F24-8E16-1FB9EADCF0F0}"/>
              </a:ext>
            </a:extLst>
          </p:cNvPr>
          <p:cNvSpPr/>
          <p:nvPr/>
        </p:nvSpPr>
        <p:spPr>
          <a:xfrm>
            <a:off x="3739488" y="364659"/>
            <a:ext cx="2661313" cy="584775"/>
          </a:xfrm>
          <a:prstGeom prst="rect">
            <a:avLst/>
          </a:prstGeom>
        </p:spPr>
        <p:txBody>
          <a:bodyPr wrap="square">
            <a:spAutoFit/>
          </a:bodyPr>
          <a:lstStyle/>
          <a:p>
            <a:pPr algn="ctr"/>
            <a:r>
              <a:rPr lang="hr-HR" sz="3200" dirty="0">
                <a:latin typeface="Times New Roman" panose="02020603050405020304" pitchFamily="18" charset="0"/>
                <a:cs typeface="Times New Roman" panose="02020603050405020304" pitchFamily="18" charset="0"/>
              </a:rPr>
              <a:t>Pietà</a:t>
            </a:r>
          </a:p>
        </p:txBody>
      </p:sp>
      <p:sp>
        <p:nvSpPr>
          <p:cNvPr id="5" name="Pravokutnik 4">
            <a:extLst>
              <a:ext uri="{FF2B5EF4-FFF2-40B4-BE49-F238E27FC236}">
                <a16:creationId xmlns:a16="http://schemas.microsoft.com/office/drawing/2014/main" id="{538762D4-DE57-4D26-A306-EEF7A1EB6730}"/>
              </a:ext>
            </a:extLst>
          </p:cNvPr>
          <p:cNvSpPr/>
          <p:nvPr/>
        </p:nvSpPr>
        <p:spPr>
          <a:xfrm>
            <a:off x="255555" y="5395176"/>
            <a:ext cx="3347455" cy="923330"/>
          </a:xfrm>
          <a:prstGeom prst="rect">
            <a:avLst/>
          </a:prstGeom>
        </p:spPr>
        <p:txBody>
          <a:bodyPr wrap="square">
            <a:spAutoFit/>
          </a:bodyPr>
          <a:lstStyle/>
          <a:p>
            <a:pPr algn="ctr"/>
            <a:r>
              <a:rPr lang="hr-HR" i="1" dirty="0" err="1">
                <a:latin typeface="Times New Roman" panose="02020603050405020304" pitchFamily="18" charset="0"/>
                <a:cs typeface="Times New Roman" panose="02020603050405020304" pitchFamily="18" charset="0"/>
              </a:rPr>
              <a:t>Roettgen</a:t>
            </a:r>
            <a:r>
              <a:rPr lang="hr-HR" i="1" dirty="0">
                <a:latin typeface="Times New Roman" panose="02020603050405020304" pitchFamily="18" charset="0"/>
                <a:cs typeface="Times New Roman" panose="02020603050405020304" pitchFamily="18" charset="0"/>
              </a:rPr>
              <a:t> Pieta</a:t>
            </a:r>
            <a:r>
              <a:rPr lang="hr-HR" dirty="0">
                <a:latin typeface="Times New Roman" panose="02020603050405020304" pitchFamily="18" charset="0"/>
                <a:cs typeface="Times New Roman" panose="02020603050405020304" pitchFamily="18" charset="0"/>
              </a:rPr>
              <a:t>, </a:t>
            </a:r>
            <a:r>
              <a:rPr lang="hr-HR" dirty="0" err="1">
                <a:latin typeface="Times New Roman" panose="02020603050405020304" pitchFamily="18" charset="0"/>
                <a:cs typeface="Times New Roman" panose="02020603050405020304" pitchFamily="18" charset="0"/>
              </a:rPr>
              <a:t>poč</a:t>
            </a:r>
            <a:r>
              <a:rPr lang="hr-HR" dirty="0">
                <a:latin typeface="Times New Roman" panose="02020603050405020304" pitchFamily="18" charset="0"/>
                <a:cs typeface="Times New Roman" panose="02020603050405020304" pitchFamily="18" charset="0"/>
              </a:rPr>
              <a:t>. 14. st., drvo, visina 87,5 cm, Muzej Rajnske oblasti, Bonn</a:t>
            </a:r>
          </a:p>
        </p:txBody>
      </p:sp>
      <p:sp>
        <p:nvSpPr>
          <p:cNvPr id="6" name="Pravokutnik 5">
            <a:extLst>
              <a:ext uri="{FF2B5EF4-FFF2-40B4-BE49-F238E27FC236}">
                <a16:creationId xmlns:a16="http://schemas.microsoft.com/office/drawing/2014/main" id="{0E520A29-AD17-476C-8630-68AEAA950146}"/>
              </a:ext>
            </a:extLst>
          </p:cNvPr>
          <p:cNvSpPr/>
          <p:nvPr/>
        </p:nvSpPr>
        <p:spPr>
          <a:xfrm>
            <a:off x="6550924" y="5533676"/>
            <a:ext cx="5040001" cy="646331"/>
          </a:xfrm>
          <a:prstGeom prst="rect">
            <a:avLst/>
          </a:prstGeom>
        </p:spPr>
        <p:txBody>
          <a:bodyPr wrap="square">
            <a:spAutoFit/>
          </a:bodyPr>
          <a:lstStyle/>
          <a:p>
            <a:pPr algn="ctr"/>
            <a:r>
              <a:rPr lang="hr-HR" dirty="0">
                <a:latin typeface="Times New Roman" panose="02020603050405020304" pitchFamily="18" charset="0"/>
                <a:cs typeface="Times New Roman" panose="02020603050405020304" pitchFamily="18" charset="0"/>
              </a:rPr>
              <a:t>Michelangelo, </a:t>
            </a:r>
            <a:r>
              <a:rPr lang="hr-HR" i="1" dirty="0">
                <a:latin typeface="Times New Roman" panose="02020603050405020304" pitchFamily="18" charset="0"/>
                <a:cs typeface="Times New Roman" panose="02020603050405020304" pitchFamily="18" charset="0"/>
              </a:rPr>
              <a:t>Pieta</a:t>
            </a:r>
            <a:r>
              <a:rPr lang="hr-HR" dirty="0">
                <a:latin typeface="Times New Roman" panose="02020603050405020304" pitchFamily="18" charset="0"/>
                <a:cs typeface="Times New Roman" panose="02020603050405020304" pitchFamily="18" charset="0"/>
              </a:rPr>
              <a:t>, oko 1498., mramor, visina 173,9 cm, Crkva sv. Petra, Rim</a:t>
            </a:r>
          </a:p>
        </p:txBody>
      </p:sp>
      <p:sp>
        <p:nvSpPr>
          <p:cNvPr id="7" name="Pravokutnik 3">
            <a:extLst>
              <a:ext uri="{FF2B5EF4-FFF2-40B4-BE49-F238E27FC236}">
                <a16:creationId xmlns:a16="http://schemas.microsoft.com/office/drawing/2014/main" id="{8E345DE4-8F4F-4F24-8E16-1FB9EADCF0F0}"/>
              </a:ext>
            </a:extLst>
          </p:cNvPr>
          <p:cNvSpPr/>
          <p:nvPr/>
        </p:nvSpPr>
        <p:spPr>
          <a:xfrm>
            <a:off x="3739487" y="1351008"/>
            <a:ext cx="2661313" cy="1384995"/>
          </a:xfrm>
          <a:prstGeom prst="rect">
            <a:avLst/>
          </a:prstGeom>
        </p:spPr>
        <p:txBody>
          <a:bodyPr wrap="square">
            <a:spAutoFit/>
          </a:bodyPr>
          <a:lstStyle/>
          <a:p>
            <a:pPr algn="ctr"/>
            <a:r>
              <a:rPr lang="hr-HR" sz="2800" dirty="0" smtClean="0">
                <a:latin typeface="Times New Roman" panose="02020603050405020304" pitchFamily="18" charset="0"/>
                <a:cs typeface="Times New Roman" panose="02020603050405020304" pitchFamily="18" charset="0"/>
              </a:rPr>
              <a:t>sućut</a:t>
            </a:r>
          </a:p>
          <a:p>
            <a:pPr algn="ctr"/>
            <a:r>
              <a:rPr lang="hr-HR" sz="2800" dirty="0" smtClean="0">
                <a:latin typeface="Times New Roman" panose="02020603050405020304" pitchFamily="18" charset="0"/>
                <a:cs typeface="Times New Roman" panose="02020603050405020304" pitchFamily="18" charset="0"/>
              </a:rPr>
              <a:t>samilost</a:t>
            </a:r>
          </a:p>
          <a:p>
            <a:pPr algn="ctr"/>
            <a:r>
              <a:rPr lang="hr-HR" sz="2800" dirty="0" smtClean="0">
                <a:latin typeface="Times New Roman" panose="02020603050405020304" pitchFamily="18" charset="0"/>
                <a:cs typeface="Times New Roman" panose="02020603050405020304" pitchFamily="18" charset="0"/>
              </a:rPr>
              <a:t>milosrđe</a:t>
            </a:r>
            <a:endParaRPr lang="hr-H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7364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10" presetClass="entr" presetSubtype="0" fill="hold"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94085" y="323183"/>
            <a:ext cx="7876283" cy="5726457"/>
          </a:xfrm>
          <a:prstGeom prst="rect">
            <a:avLst/>
          </a:prstGeom>
        </p:spPr>
      </p:pic>
      <p:sp>
        <p:nvSpPr>
          <p:cNvPr id="2" name="Pravokutnik 1">
            <a:extLst>
              <a:ext uri="{FF2B5EF4-FFF2-40B4-BE49-F238E27FC236}">
                <a16:creationId xmlns:a16="http://schemas.microsoft.com/office/drawing/2014/main" id="{47C21125-ADD4-4BCF-B533-0E9F9653AC3E}"/>
              </a:ext>
            </a:extLst>
          </p:cNvPr>
          <p:cNvSpPr/>
          <p:nvPr/>
        </p:nvSpPr>
        <p:spPr>
          <a:xfrm>
            <a:off x="2294085" y="6104230"/>
            <a:ext cx="7876283" cy="369332"/>
          </a:xfrm>
          <a:prstGeom prst="rect">
            <a:avLst/>
          </a:prstGeom>
        </p:spPr>
        <p:txBody>
          <a:bodyPr wrap="square">
            <a:spAutoFit/>
          </a:bodyPr>
          <a:lstStyle/>
          <a:p>
            <a:pPr algn="ctr">
              <a:defRPr/>
            </a:pPr>
            <a:r>
              <a:rPr lang="hr-HR" dirty="0" err="1">
                <a:latin typeface="Times New Roman" panose="02020603050405020304" pitchFamily="18" charset="0"/>
                <a:cs typeface="Times New Roman" panose="02020603050405020304" pitchFamily="18" charset="0"/>
              </a:rPr>
              <a:t>Shanequa</a:t>
            </a:r>
            <a:r>
              <a:rPr lang="hr-HR" dirty="0">
                <a:latin typeface="Times New Roman" panose="02020603050405020304" pitchFamily="18" charset="0"/>
                <a:cs typeface="Times New Roman" panose="02020603050405020304" pitchFamily="18" charset="0"/>
              </a:rPr>
              <a:t> Gay, </a:t>
            </a:r>
            <a:r>
              <a:rPr lang="hr-HR" i="1" dirty="0">
                <a:latin typeface="Times New Roman" panose="02020603050405020304" pitchFamily="18" charset="0"/>
                <a:cs typeface="Times New Roman" panose="02020603050405020304" pitchFamily="18" charset="0"/>
              </a:rPr>
              <a:t>La Pieta</a:t>
            </a:r>
            <a:r>
              <a:rPr lang="hr-HR" dirty="0">
                <a:latin typeface="Times New Roman" panose="02020603050405020304" pitchFamily="18" charset="0"/>
                <a:cs typeface="Times New Roman" panose="02020603050405020304" pitchFamily="18" charset="0"/>
              </a:rPr>
              <a:t>, 2019., Galerija Sveučilišta </a:t>
            </a:r>
            <a:r>
              <a:rPr lang="hr-HR" dirty="0" err="1">
                <a:latin typeface="Times New Roman" panose="02020603050405020304" pitchFamily="18" charset="0"/>
                <a:cs typeface="Times New Roman" panose="02020603050405020304" pitchFamily="18" charset="0"/>
              </a:rPr>
              <a:t>Oglethorpe</a:t>
            </a:r>
            <a:r>
              <a:rPr lang="hr-HR" dirty="0">
                <a:latin typeface="Times New Roman" panose="02020603050405020304" pitchFamily="18" charset="0"/>
                <a:cs typeface="Times New Roman" panose="02020603050405020304" pitchFamily="18" charset="0"/>
              </a:rPr>
              <a:t>, </a:t>
            </a:r>
            <a:r>
              <a:rPr lang="hr-HR" dirty="0" err="1">
                <a:latin typeface="Times New Roman" panose="02020603050405020304" pitchFamily="18" charset="0"/>
                <a:cs typeface="Times New Roman" panose="02020603050405020304" pitchFamily="18" charset="0"/>
              </a:rPr>
              <a:t>Brookhaven</a:t>
            </a:r>
            <a:r>
              <a:rPr lang="hr-HR" dirty="0">
                <a:latin typeface="Times New Roman" panose="02020603050405020304" pitchFamily="18" charset="0"/>
                <a:cs typeface="Times New Roman" panose="02020603050405020304" pitchFamily="18" charset="0"/>
              </a:rPr>
              <a:t>, SAD</a:t>
            </a:r>
          </a:p>
        </p:txBody>
      </p:sp>
    </p:spTree>
    <p:extLst>
      <p:ext uri="{BB962C8B-B14F-4D97-AF65-F5344CB8AC3E}">
        <p14:creationId xmlns:p14="http://schemas.microsoft.com/office/powerpoint/2010/main" val="3729087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ka 2" descr="Slika na kojoj se prikazuje osoba, voda, muškarac, sjedenje&#10;&#10;Opis je automatski generiran">
            <a:extLst>
              <a:ext uri="{FF2B5EF4-FFF2-40B4-BE49-F238E27FC236}">
                <a16:creationId xmlns:a16="http://schemas.microsoft.com/office/drawing/2014/main" id="{AD857C93-234E-4282-BD1B-448ED157F9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38869" y="0"/>
            <a:ext cx="5114265" cy="6858000"/>
          </a:xfrm>
          <a:prstGeom prst="rect">
            <a:avLst/>
          </a:prstGeom>
        </p:spPr>
      </p:pic>
      <p:sp>
        <p:nvSpPr>
          <p:cNvPr id="4" name="Pravokutnik 3">
            <a:extLst>
              <a:ext uri="{FF2B5EF4-FFF2-40B4-BE49-F238E27FC236}">
                <a16:creationId xmlns:a16="http://schemas.microsoft.com/office/drawing/2014/main" id="{72DDC31A-2C1C-49F0-B7A5-CE52FB31AB93}"/>
              </a:ext>
            </a:extLst>
          </p:cNvPr>
          <p:cNvSpPr/>
          <p:nvPr/>
        </p:nvSpPr>
        <p:spPr>
          <a:xfrm>
            <a:off x="8653133" y="5657672"/>
            <a:ext cx="3311857" cy="1200329"/>
          </a:xfrm>
          <a:prstGeom prst="rect">
            <a:avLst/>
          </a:prstGeom>
        </p:spPr>
        <p:txBody>
          <a:bodyPr wrap="square">
            <a:spAutoFit/>
          </a:bodyPr>
          <a:lstStyle/>
          <a:p>
            <a:pPr algn="ctr"/>
            <a:r>
              <a:rPr lang="hr-HR" dirty="0">
                <a:latin typeface="Times New Roman" panose="02020603050405020304" pitchFamily="18" charset="0"/>
                <a:cs typeface="Times New Roman" panose="02020603050405020304" pitchFamily="18" charset="0"/>
              </a:rPr>
              <a:t>Leonardo da Vinci, </a:t>
            </a:r>
            <a:r>
              <a:rPr lang="hr-HR" i="1" dirty="0">
                <a:latin typeface="Times New Roman" panose="02020603050405020304" pitchFamily="18" charset="0"/>
                <a:cs typeface="Times New Roman" panose="02020603050405020304" pitchFamily="18" charset="0"/>
              </a:rPr>
              <a:t>Sv. Ana, Bogorodica i dijete</a:t>
            </a:r>
            <a:r>
              <a:rPr lang="hr-HR" dirty="0">
                <a:latin typeface="Times New Roman" panose="02020603050405020304" pitchFamily="18" charset="0"/>
                <a:cs typeface="Times New Roman" panose="02020603050405020304" pitchFamily="18" charset="0"/>
              </a:rPr>
              <a:t>, između 1510. i 1513., ulje na dasci, 168 x 130 cm, Louvre, Pariz</a:t>
            </a:r>
          </a:p>
        </p:txBody>
      </p:sp>
    </p:spTree>
    <p:extLst>
      <p:ext uri="{BB962C8B-B14F-4D97-AF65-F5344CB8AC3E}">
        <p14:creationId xmlns:p14="http://schemas.microsoft.com/office/powerpoint/2010/main" val="2730470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76122" y="252341"/>
            <a:ext cx="2804770" cy="2814588"/>
          </a:xfrm>
          <a:prstGeom prst="rect">
            <a:avLst/>
          </a:prstGeom>
        </p:spPr>
      </p:pic>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54513" y="3647071"/>
            <a:ext cx="3001989" cy="2740152"/>
          </a:xfrm>
          <a:prstGeom prst="rect">
            <a:avLst/>
          </a:prstGeom>
        </p:spPr>
      </p:pic>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21050" y="252341"/>
            <a:ext cx="3100176" cy="2814588"/>
          </a:xfrm>
          <a:prstGeom prst="rect">
            <a:avLst/>
          </a:prstGeom>
        </p:spPr>
      </p:pic>
      <p:pic>
        <p:nvPicPr>
          <p:cNvPr id="5" name="Picture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756502" y="252341"/>
            <a:ext cx="3046453" cy="2814588"/>
          </a:xfrm>
          <a:prstGeom prst="rect">
            <a:avLst/>
          </a:prstGeom>
        </p:spPr>
      </p:pic>
      <p:pic>
        <p:nvPicPr>
          <p:cNvPr id="6" name="Picture 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576122" y="3647071"/>
            <a:ext cx="2953512" cy="2740152"/>
          </a:xfrm>
          <a:prstGeom prst="rect">
            <a:avLst/>
          </a:prstGeom>
        </p:spPr>
      </p:pic>
      <p:pic>
        <p:nvPicPr>
          <p:cNvPr id="7" name="Picture 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886019" y="3644023"/>
            <a:ext cx="2916936" cy="2743200"/>
          </a:xfrm>
          <a:prstGeom prst="rect">
            <a:avLst/>
          </a:prstGeom>
        </p:spPr>
      </p:pic>
      <p:sp>
        <p:nvSpPr>
          <p:cNvPr id="8" name="Pravokutnik 3">
            <a:extLst>
              <a:ext uri="{FF2B5EF4-FFF2-40B4-BE49-F238E27FC236}">
                <a16:creationId xmlns:a16="http://schemas.microsoft.com/office/drawing/2014/main" id="{8E345DE4-8F4F-4F24-8E16-1FB9EADCF0F0}"/>
              </a:ext>
            </a:extLst>
          </p:cNvPr>
          <p:cNvSpPr/>
          <p:nvPr/>
        </p:nvSpPr>
        <p:spPr>
          <a:xfrm>
            <a:off x="204537" y="215280"/>
            <a:ext cx="2155987" cy="1077218"/>
          </a:xfrm>
          <a:prstGeom prst="rect">
            <a:avLst/>
          </a:prstGeom>
        </p:spPr>
        <p:txBody>
          <a:bodyPr wrap="square">
            <a:spAutoFit/>
          </a:bodyPr>
          <a:lstStyle/>
          <a:p>
            <a:pPr algn="ctr"/>
            <a:r>
              <a:rPr lang="hr-HR" sz="3200" dirty="0" smtClean="0">
                <a:latin typeface="Times New Roman" panose="02020603050405020304" pitchFamily="18" charset="0"/>
                <a:cs typeface="Times New Roman" panose="02020603050405020304" pitchFamily="18" charset="0"/>
              </a:rPr>
              <a:t>Marijanski ciklus</a:t>
            </a:r>
            <a:endParaRPr lang="hr-HR" sz="3200" dirty="0">
              <a:latin typeface="Times New Roman" panose="02020603050405020304" pitchFamily="18" charset="0"/>
              <a:cs typeface="Times New Roman" panose="02020603050405020304" pitchFamily="18" charset="0"/>
            </a:endParaRPr>
          </a:p>
        </p:txBody>
      </p:sp>
      <p:sp>
        <p:nvSpPr>
          <p:cNvPr id="9" name="Pravokutnik 3">
            <a:extLst>
              <a:ext uri="{FF2B5EF4-FFF2-40B4-BE49-F238E27FC236}">
                <a16:creationId xmlns:a16="http://schemas.microsoft.com/office/drawing/2014/main" id="{8E345DE4-8F4F-4F24-8E16-1FB9EADCF0F0}"/>
              </a:ext>
            </a:extLst>
          </p:cNvPr>
          <p:cNvSpPr/>
          <p:nvPr/>
        </p:nvSpPr>
        <p:spPr>
          <a:xfrm>
            <a:off x="356936" y="1659635"/>
            <a:ext cx="2155987" cy="954107"/>
          </a:xfrm>
          <a:prstGeom prst="rect">
            <a:avLst/>
          </a:prstGeom>
        </p:spPr>
        <p:txBody>
          <a:bodyPr wrap="square">
            <a:spAutoFit/>
          </a:bodyPr>
          <a:lstStyle/>
          <a:p>
            <a:pPr algn="ctr"/>
            <a:r>
              <a:rPr lang="hr-HR" sz="2800" smtClean="0">
                <a:latin typeface="Times New Roman" panose="02020603050405020304" pitchFamily="18" charset="0"/>
                <a:cs typeface="Times New Roman" panose="02020603050405020304" pitchFamily="18" charset="0"/>
              </a:rPr>
              <a:t>život </a:t>
            </a:r>
            <a:r>
              <a:rPr lang="hr-HR" sz="2800" dirty="0" smtClean="0">
                <a:latin typeface="Times New Roman" panose="02020603050405020304" pitchFamily="18" charset="0"/>
                <a:cs typeface="Times New Roman" panose="02020603050405020304" pitchFamily="18" charset="0"/>
              </a:rPr>
              <a:t>Bogorodice</a:t>
            </a:r>
            <a:endParaRPr lang="hr-HR" sz="2800" dirty="0">
              <a:latin typeface="Times New Roman" panose="02020603050405020304" pitchFamily="18" charset="0"/>
              <a:cs typeface="Times New Roman" panose="02020603050405020304" pitchFamily="18" charset="0"/>
            </a:endParaRPr>
          </a:p>
        </p:txBody>
      </p:sp>
      <p:sp>
        <p:nvSpPr>
          <p:cNvPr id="10" name="Pravokutnik 5">
            <a:extLst>
              <a:ext uri="{FF2B5EF4-FFF2-40B4-BE49-F238E27FC236}">
                <a16:creationId xmlns:a16="http://schemas.microsoft.com/office/drawing/2014/main" id="{328CD2C1-4490-40F8-B9FF-574EF1A20B80}"/>
              </a:ext>
            </a:extLst>
          </p:cNvPr>
          <p:cNvSpPr/>
          <p:nvPr/>
        </p:nvSpPr>
        <p:spPr>
          <a:xfrm>
            <a:off x="96737" y="4311194"/>
            <a:ext cx="2371585" cy="1754326"/>
          </a:xfrm>
          <a:prstGeom prst="rect">
            <a:avLst/>
          </a:prstGeom>
        </p:spPr>
        <p:txBody>
          <a:bodyPr wrap="square">
            <a:spAutoFit/>
          </a:bodyPr>
          <a:lstStyle/>
          <a:p>
            <a:pPr algn="ctr"/>
            <a:r>
              <a:rPr lang="en-US" dirty="0" err="1">
                <a:latin typeface="Times New Roman" panose="02020603050405020304" pitchFamily="18" charset="0"/>
                <a:cs typeface="Times New Roman" panose="02020603050405020304" pitchFamily="18" charset="0"/>
              </a:rPr>
              <a:t>Vittore</a:t>
            </a:r>
            <a:r>
              <a:rPr lang="en-US" dirty="0">
                <a:latin typeface="Times New Roman" panose="02020603050405020304" pitchFamily="18" charset="0"/>
                <a:cs typeface="Times New Roman" panose="02020603050405020304" pitchFamily="18" charset="0"/>
              </a:rPr>
              <a:t> Carpaccio, </a:t>
            </a:r>
            <a:r>
              <a:rPr lang="hr-HR" i="1" dirty="0" smtClean="0">
                <a:latin typeface="Times New Roman" panose="02020603050405020304" pitchFamily="18" charset="0"/>
                <a:cs typeface="Times New Roman" panose="02020603050405020304" pitchFamily="18" charset="0"/>
              </a:rPr>
              <a:t>Život Djevice</a:t>
            </a:r>
            <a:r>
              <a:rPr lang="hr-HR" dirty="0" smtClean="0">
                <a:latin typeface="Times New Roman" panose="02020603050405020304" pitchFamily="18" charset="0"/>
                <a:cs typeface="Times New Roman" panose="02020603050405020304" pitchFamily="18" charset="0"/>
              </a:rPr>
              <a:t>, ulje na platnu i kombinirana tehnika, između </a:t>
            </a:r>
            <a:r>
              <a:rPr lang="en-US" dirty="0" smtClean="0">
                <a:latin typeface="Times New Roman" panose="02020603050405020304" pitchFamily="18" charset="0"/>
                <a:cs typeface="Times New Roman" panose="02020603050405020304" pitchFamily="18" charset="0"/>
              </a:rPr>
              <a:t>1504 </a:t>
            </a:r>
            <a:r>
              <a:rPr lang="hr-HR" dirty="0" smtClean="0">
                <a:latin typeface="Times New Roman" panose="02020603050405020304" pitchFamily="18" charset="0"/>
                <a:cs typeface="Times New Roman" panose="02020603050405020304" pitchFamily="18" charset="0"/>
              </a:rPr>
              <a:t>i</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1508</a:t>
            </a:r>
            <a:r>
              <a:rPr lang="en-US" dirty="0" smtClean="0">
                <a:latin typeface="Times New Roman" panose="02020603050405020304" pitchFamily="18" charset="0"/>
                <a:cs typeface="Times New Roman" panose="02020603050405020304" pitchFamily="18" charset="0"/>
              </a:rPr>
              <a:t>.</a:t>
            </a:r>
            <a:r>
              <a:rPr lang="hr-HR" dirty="0" smtClean="0">
                <a:latin typeface="Times New Roman" panose="02020603050405020304" pitchFamily="18" charset="0"/>
                <a:cs typeface="Times New Roman" panose="02020603050405020304" pitchFamily="18" charset="0"/>
              </a:rPr>
              <a:t>, za Scuole degli Albanesi, Venecija</a:t>
            </a:r>
            <a:endParaRPr lang="hr-HR" dirty="0">
              <a:latin typeface="Times New Roman" panose="02020603050405020304" pitchFamily="18" charset="0"/>
              <a:cs typeface="Times New Roman" panose="02020603050405020304" pitchFamily="18" charset="0"/>
            </a:endParaRPr>
          </a:p>
        </p:txBody>
      </p:sp>
      <p:sp>
        <p:nvSpPr>
          <p:cNvPr id="11" name="Pravokutnik 5">
            <a:extLst>
              <a:ext uri="{FF2B5EF4-FFF2-40B4-BE49-F238E27FC236}">
                <a16:creationId xmlns:a16="http://schemas.microsoft.com/office/drawing/2014/main" id="{328CD2C1-4490-40F8-B9FF-574EF1A20B80}"/>
              </a:ext>
            </a:extLst>
          </p:cNvPr>
          <p:cNvSpPr/>
          <p:nvPr/>
        </p:nvSpPr>
        <p:spPr>
          <a:xfrm>
            <a:off x="2792714" y="3097068"/>
            <a:ext cx="2371585" cy="369332"/>
          </a:xfrm>
          <a:prstGeom prst="rect">
            <a:avLst/>
          </a:prstGeom>
        </p:spPr>
        <p:txBody>
          <a:bodyPr wrap="square">
            <a:spAutoFit/>
          </a:bodyPr>
          <a:lstStyle/>
          <a:p>
            <a:pPr algn="ctr"/>
            <a:r>
              <a:rPr lang="hr-HR" dirty="0" smtClean="0">
                <a:latin typeface="Times New Roman" panose="02020603050405020304" pitchFamily="18" charset="0"/>
                <a:cs typeface="Times New Roman" panose="02020603050405020304" pitchFamily="18" charset="0"/>
              </a:rPr>
              <a:t>Rođenje</a:t>
            </a:r>
            <a:endParaRPr lang="hr-HR" dirty="0">
              <a:latin typeface="Times New Roman" panose="02020603050405020304" pitchFamily="18" charset="0"/>
              <a:cs typeface="Times New Roman" panose="02020603050405020304" pitchFamily="18" charset="0"/>
            </a:endParaRPr>
          </a:p>
        </p:txBody>
      </p:sp>
      <p:sp>
        <p:nvSpPr>
          <p:cNvPr id="12" name="Pravokutnik 5">
            <a:extLst>
              <a:ext uri="{FF2B5EF4-FFF2-40B4-BE49-F238E27FC236}">
                <a16:creationId xmlns:a16="http://schemas.microsoft.com/office/drawing/2014/main" id="{328CD2C1-4490-40F8-B9FF-574EF1A20B80}"/>
              </a:ext>
            </a:extLst>
          </p:cNvPr>
          <p:cNvSpPr/>
          <p:nvPr/>
        </p:nvSpPr>
        <p:spPr>
          <a:xfrm>
            <a:off x="5885345" y="3118427"/>
            <a:ext cx="2371585" cy="369332"/>
          </a:xfrm>
          <a:prstGeom prst="rect">
            <a:avLst/>
          </a:prstGeom>
        </p:spPr>
        <p:txBody>
          <a:bodyPr wrap="square">
            <a:spAutoFit/>
          </a:bodyPr>
          <a:lstStyle/>
          <a:p>
            <a:pPr algn="ctr"/>
            <a:r>
              <a:rPr lang="hr-HR" dirty="0" smtClean="0">
                <a:latin typeface="Times New Roman" panose="02020603050405020304" pitchFamily="18" charset="0"/>
                <a:cs typeface="Times New Roman" panose="02020603050405020304" pitchFamily="18" charset="0"/>
              </a:rPr>
              <a:t>Prikazanje u hramu</a:t>
            </a:r>
            <a:endParaRPr lang="hr-HR" dirty="0">
              <a:latin typeface="Times New Roman" panose="02020603050405020304" pitchFamily="18" charset="0"/>
              <a:cs typeface="Times New Roman" panose="02020603050405020304" pitchFamily="18" charset="0"/>
            </a:endParaRPr>
          </a:p>
        </p:txBody>
      </p:sp>
      <p:sp>
        <p:nvSpPr>
          <p:cNvPr id="13" name="Pravokutnik 5">
            <a:extLst>
              <a:ext uri="{FF2B5EF4-FFF2-40B4-BE49-F238E27FC236}">
                <a16:creationId xmlns:a16="http://schemas.microsoft.com/office/drawing/2014/main" id="{328CD2C1-4490-40F8-B9FF-574EF1A20B80}"/>
              </a:ext>
            </a:extLst>
          </p:cNvPr>
          <p:cNvSpPr/>
          <p:nvPr/>
        </p:nvSpPr>
        <p:spPr>
          <a:xfrm>
            <a:off x="8756502" y="3066929"/>
            <a:ext cx="3046453" cy="369332"/>
          </a:xfrm>
          <a:prstGeom prst="rect">
            <a:avLst/>
          </a:prstGeom>
        </p:spPr>
        <p:txBody>
          <a:bodyPr wrap="square">
            <a:spAutoFit/>
          </a:bodyPr>
          <a:lstStyle/>
          <a:p>
            <a:pPr algn="ctr"/>
            <a:r>
              <a:rPr lang="hr-HR" dirty="0" smtClean="0">
                <a:latin typeface="Times New Roman" panose="02020603050405020304" pitchFamily="18" charset="0"/>
                <a:cs typeface="Times New Roman" panose="02020603050405020304" pitchFamily="18" charset="0"/>
              </a:rPr>
              <a:t>Zaruke</a:t>
            </a:r>
            <a:endParaRPr lang="hr-HR" dirty="0">
              <a:latin typeface="Times New Roman" panose="02020603050405020304" pitchFamily="18" charset="0"/>
              <a:cs typeface="Times New Roman" panose="02020603050405020304" pitchFamily="18" charset="0"/>
            </a:endParaRPr>
          </a:p>
        </p:txBody>
      </p:sp>
      <p:sp>
        <p:nvSpPr>
          <p:cNvPr id="14" name="Pravokutnik 5">
            <a:extLst>
              <a:ext uri="{FF2B5EF4-FFF2-40B4-BE49-F238E27FC236}">
                <a16:creationId xmlns:a16="http://schemas.microsoft.com/office/drawing/2014/main" id="{328CD2C1-4490-40F8-B9FF-574EF1A20B80}"/>
              </a:ext>
            </a:extLst>
          </p:cNvPr>
          <p:cNvSpPr/>
          <p:nvPr/>
        </p:nvSpPr>
        <p:spPr>
          <a:xfrm>
            <a:off x="2867085" y="6422436"/>
            <a:ext cx="2371585" cy="369332"/>
          </a:xfrm>
          <a:prstGeom prst="rect">
            <a:avLst/>
          </a:prstGeom>
        </p:spPr>
        <p:txBody>
          <a:bodyPr wrap="square">
            <a:spAutoFit/>
          </a:bodyPr>
          <a:lstStyle/>
          <a:p>
            <a:pPr algn="ctr"/>
            <a:r>
              <a:rPr lang="hr-HR" dirty="0" smtClean="0">
                <a:latin typeface="Times New Roman" panose="02020603050405020304" pitchFamily="18" charset="0"/>
                <a:cs typeface="Times New Roman" panose="02020603050405020304" pitchFamily="18" charset="0"/>
              </a:rPr>
              <a:t>Navještenje</a:t>
            </a:r>
            <a:endParaRPr lang="hr-HR" dirty="0">
              <a:latin typeface="Times New Roman" panose="02020603050405020304" pitchFamily="18" charset="0"/>
              <a:cs typeface="Times New Roman" panose="02020603050405020304" pitchFamily="18" charset="0"/>
            </a:endParaRPr>
          </a:p>
        </p:txBody>
      </p:sp>
      <p:sp>
        <p:nvSpPr>
          <p:cNvPr id="15" name="Pravokutnik 5">
            <a:extLst>
              <a:ext uri="{FF2B5EF4-FFF2-40B4-BE49-F238E27FC236}">
                <a16:creationId xmlns:a16="http://schemas.microsoft.com/office/drawing/2014/main" id="{328CD2C1-4490-40F8-B9FF-574EF1A20B80}"/>
              </a:ext>
            </a:extLst>
          </p:cNvPr>
          <p:cNvSpPr/>
          <p:nvPr/>
        </p:nvSpPr>
        <p:spPr>
          <a:xfrm>
            <a:off x="6069714" y="6422436"/>
            <a:ext cx="2371585" cy="369332"/>
          </a:xfrm>
          <a:prstGeom prst="rect">
            <a:avLst/>
          </a:prstGeom>
        </p:spPr>
        <p:txBody>
          <a:bodyPr wrap="square">
            <a:spAutoFit/>
          </a:bodyPr>
          <a:lstStyle/>
          <a:p>
            <a:pPr algn="ctr"/>
            <a:r>
              <a:rPr lang="hr-HR" dirty="0" smtClean="0">
                <a:latin typeface="Times New Roman" panose="02020603050405020304" pitchFamily="18" charset="0"/>
                <a:cs typeface="Times New Roman" panose="02020603050405020304" pitchFamily="18" charset="0"/>
              </a:rPr>
              <a:t>Vizitacija</a:t>
            </a:r>
            <a:endParaRPr lang="hr-HR" dirty="0">
              <a:latin typeface="Times New Roman" panose="02020603050405020304" pitchFamily="18" charset="0"/>
              <a:cs typeface="Times New Roman" panose="02020603050405020304" pitchFamily="18" charset="0"/>
            </a:endParaRPr>
          </a:p>
        </p:txBody>
      </p:sp>
      <p:sp>
        <p:nvSpPr>
          <p:cNvPr id="16" name="Pravokutnik 5">
            <a:extLst>
              <a:ext uri="{FF2B5EF4-FFF2-40B4-BE49-F238E27FC236}">
                <a16:creationId xmlns:a16="http://schemas.microsoft.com/office/drawing/2014/main" id="{328CD2C1-4490-40F8-B9FF-574EF1A20B80}"/>
              </a:ext>
            </a:extLst>
          </p:cNvPr>
          <p:cNvSpPr/>
          <p:nvPr/>
        </p:nvSpPr>
        <p:spPr>
          <a:xfrm>
            <a:off x="9093935" y="6422436"/>
            <a:ext cx="2371585" cy="369332"/>
          </a:xfrm>
          <a:prstGeom prst="rect">
            <a:avLst/>
          </a:prstGeom>
        </p:spPr>
        <p:txBody>
          <a:bodyPr wrap="square">
            <a:spAutoFit/>
          </a:bodyPr>
          <a:lstStyle/>
          <a:p>
            <a:pPr algn="ctr"/>
            <a:r>
              <a:rPr lang="hr-HR" dirty="0" smtClean="0">
                <a:latin typeface="Times New Roman" panose="02020603050405020304" pitchFamily="18" charset="0"/>
                <a:cs typeface="Times New Roman" panose="02020603050405020304" pitchFamily="18" charset="0"/>
              </a:rPr>
              <a:t>Smrt</a:t>
            </a:r>
            <a:endParaRPr lang="hr-H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0885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par>
                          <p:cTn id="22"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par>
                          <p:cTn id="26"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childTnLst>
                          </p:cTn>
                        </p:par>
                        <p:par>
                          <p:cTn id="30" fill="hold">
                            <p:stCondLst>
                              <p:cond delay="2000"/>
                            </p:stCondLst>
                            <p:childTnLst>
                              <p:par>
                                <p:cTn id="31" presetID="10" presetClass="entr" presetSubtype="0" fill="hold" grpId="0" nodeType="after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childTnLst>
                          </p:cTn>
                        </p:par>
                        <p:par>
                          <p:cTn id="34" fill="hold">
                            <p:stCondLst>
                              <p:cond delay="2500"/>
                            </p:stCondLst>
                            <p:childTnLst>
                              <p:par>
                                <p:cTn id="35" presetID="10" presetClass="entr" presetSubtype="0" fill="hold" grpId="0" nodeType="after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par>
                          <p:cTn id="38" fill="hold">
                            <p:stCondLst>
                              <p:cond delay="3000"/>
                            </p:stCondLst>
                            <p:childTnLst>
                              <p:par>
                                <p:cTn id="39" presetID="10" presetClass="entr" presetSubtype="0" fill="hold" grpId="0" nodeType="after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P spid="15" grpId="0"/>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ka 2" descr="Slika na kojoj se prikazuje osoba, zgrada, na otvorenom, žena&#10;&#10;Opis je automatski generiran">
            <a:extLst>
              <a:ext uri="{FF2B5EF4-FFF2-40B4-BE49-F238E27FC236}">
                <a16:creationId xmlns:a16="http://schemas.microsoft.com/office/drawing/2014/main" id="{AF8EB267-9162-49BE-85A6-F334D2D408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6896" y="516055"/>
            <a:ext cx="4697331" cy="4513986"/>
          </a:xfrm>
          <a:prstGeom prst="rect">
            <a:avLst/>
          </a:prstGeom>
        </p:spPr>
      </p:pic>
      <p:pic>
        <p:nvPicPr>
          <p:cNvPr id="5" name="Slika 4" descr="Slika na kojoj se prikazuje osoba, muškarac, sjedenje, ljudi&#10;&#10;Opis je automatski generiran">
            <a:extLst>
              <a:ext uri="{FF2B5EF4-FFF2-40B4-BE49-F238E27FC236}">
                <a16:creationId xmlns:a16="http://schemas.microsoft.com/office/drawing/2014/main" id="{B8F25638-80FA-4CD2-B1BD-C86232A17B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91525" y="516055"/>
            <a:ext cx="3223579" cy="4513986"/>
          </a:xfrm>
          <a:prstGeom prst="rect">
            <a:avLst/>
          </a:prstGeom>
        </p:spPr>
      </p:pic>
      <p:sp>
        <p:nvSpPr>
          <p:cNvPr id="6" name="Pravokutnik 5">
            <a:extLst>
              <a:ext uri="{FF2B5EF4-FFF2-40B4-BE49-F238E27FC236}">
                <a16:creationId xmlns:a16="http://schemas.microsoft.com/office/drawing/2014/main" id="{328CD2C1-4490-40F8-B9FF-574EF1A20B80}"/>
              </a:ext>
            </a:extLst>
          </p:cNvPr>
          <p:cNvSpPr/>
          <p:nvPr/>
        </p:nvSpPr>
        <p:spPr>
          <a:xfrm>
            <a:off x="276896" y="5087192"/>
            <a:ext cx="4697331" cy="646331"/>
          </a:xfrm>
          <a:prstGeom prst="rect">
            <a:avLst/>
          </a:prstGeom>
        </p:spPr>
        <p:txBody>
          <a:bodyPr wrap="square">
            <a:spAutoFit/>
          </a:bodyPr>
          <a:lstStyle/>
          <a:p>
            <a:pPr algn="ctr"/>
            <a:r>
              <a:rPr lang="hr-HR" dirty="0">
                <a:latin typeface="Times New Roman" panose="02020603050405020304" pitchFamily="18" charset="0"/>
                <a:cs typeface="Times New Roman" panose="02020603050405020304" pitchFamily="18" charset="0"/>
              </a:rPr>
              <a:t>Sandro </a:t>
            </a:r>
            <a:r>
              <a:rPr lang="hr-HR" dirty="0" err="1">
                <a:latin typeface="Times New Roman" panose="02020603050405020304" pitchFamily="18" charset="0"/>
                <a:cs typeface="Times New Roman" panose="02020603050405020304" pitchFamily="18" charset="0"/>
              </a:rPr>
              <a:t>Botticelli</a:t>
            </a:r>
            <a:r>
              <a:rPr lang="hr-HR" dirty="0">
                <a:latin typeface="Times New Roman" panose="02020603050405020304" pitchFamily="18" charset="0"/>
                <a:cs typeface="Times New Roman" panose="02020603050405020304" pitchFamily="18" charset="0"/>
              </a:rPr>
              <a:t>, </a:t>
            </a:r>
            <a:r>
              <a:rPr lang="hr-HR" i="1" dirty="0">
                <a:latin typeface="Times New Roman" panose="02020603050405020304" pitchFamily="18" charset="0"/>
                <a:cs typeface="Times New Roman" panose="02020603050405020304" pitchFamily="18" charset="0"/>
              </a:rPr>
              <a:t>Navještenje</a:t>
            </a:r>
            <a:r>
              <a:rPr lang="hr-HR" dirty="0">
                <a:latin typeface="Times New Roman" panose="02020603050405020304" pitchFamily="18" charset="0"/>
                <a:cs typeface="Times New Roman" panose="02020603050405020304" pitchFamily="18" charset="0"/>
              </a:rPr>
              <a:t>, 1489., tempera na dasci, 150 x 156 cm, Galerija </a:t>
            </a:r>
            <a:r>
              <a:rPr lang="hr-HR" dirty="0" err="1">
                <a:latin typeface="Times New Roman" panose="02020603050405020304" pitchFamily="18" charset="0"/>
                <a:cs typeface="Times New Roman" panose="02020603050405020304" pitchFamily="18" charset="0"/>
              </a:rPr>
              <a:t>Uffizi</a:t>
            </a:r>
            <a:r>
              <a:rPr lang="hr-HR" dirty="0">
                <a:latin typeface="Times New Roman" panose="02020603050405020304" pitchFamily="18" charset="0"/>
                <a:cs typeface="Times New Roman" panose="02020603050405020304" pitchFamily="18" charset="0"/>
              </a:rPr>
              <a:t>, Firenca</a:t>
            </a:r>
          </a:p>
        </p:txBody>
      </p:sp>
      <p:sp>
        <p:nvSpPr>
          <p:cNvPr id="7" name="Pravokutnik 6">
            <a:extLst>
              <a:ext uri="{FF2B5EF4-FFF2-40B4-BE49-F238E27FC236}">
                <a16:creationId xmlns:a16="http://schemas.microsoft.com/office/drawing/2014/main" id="{31D4FA72-3126-4607-A725-BAC87EB537B7}"/>
              </a:ext>
            </a:extLst>
          </p:cNvPr>
          <p:cNvSpPr/>
          <p:nvPr/>
        </p:nvSpPr>
        <p:spPr>
          <a:xfrm>
            <a:off x="8691525" y="5144341"/>
            <a:ext cx="3223579" cy="923330"/>
          </a:xfrm>
          <a:prstGeom prst="rect">
            <a:avLst/>
          </a:prstGeom>
        </p:spPr>
        <p:txBody>
          <a:bodyPr wrap="square">
            <a:spAutoFit/>
          </a:bodyPr>
          <a:lstStyle/>
          <a:p>
            <a:pPr algn="ctr"/>
            <a:r>
              <a:rPr lang="hr-HR" dirty="0">
                <a:latin typeface="Times New Roman" panose="02020603050405020304" pitchFamily="18" charset="0"/>
                <a:cs typeface="Times New Roman" panose="02020603050405020304" pitchFamily="18" charset="0"/>
              </a:rPr>
              <a:t>Michelangelo, </a:t>
            </a:r>
            <a:r>
              <a:rPr lang="hr-HR" i="1" dirty="0">
                <a:latin typeface="Times New Roman" panose="02020603050405020304" pitchFamily="18" charset="0"/>
                <a:cs typeface="Times New Roman" panose="02020603050405020304" pitchFamily="18" charset="0"/>
              </a:rPr>
              <a:t>Posljednji sud </a:t>
            </a:r>
            <a:r>
              <a:rPr lang="hr-HR" dirty="0">
                <a:latin typeface="Times New Roman" panose="02020603050405020304" pitchFamily="18" charset="0"/>
                <a:cs typeface="Times New Roman" panose="02020603050405020304" pitchFamily="18" charset="0"/>
              </a:rPr>
              <a:t>(detalj), 1536. – 41., freska, Sikstinska kapela, Vatikan</a:t>
            </a:r>
          </a:p>
        </p:txBody>
      </p:sp>
      <p:pic>
        <p:nvPicPr>
          <p:cNvPr id="9" name="Slika 8">
            <a:extLst>
              <a:ext uri="{FF2B5EF4-FFF2-40B4-BE49-F238E27FC236}">
                <a16:creationId xmlns:a16="http://schemas.microsoft.com/office/drawing/2014/main" id="{572F27B3-835B-4349-B3C1-FB3DF0892E3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281131" y="516056"/>
            <a:ext cx="3083812" cy="4513986"/>
          </a:xfrm>
          <a:prstGeom prst="rect">
            <a:avLst/>
          </a:prstGeom>
        </p:spPr>
      </p:pic>
      <p:sp>
        <p:nvSpPr>
          <p:cNvPr id="10" name="Pravokutnik 9">
            <a:extLst>
              <a:ext uri="{FF2B5EF4-FFF2-40B4-BE49-F238E27FC236}">
                <a16:creationId xmlns:a16="http://schemas.microsoft.com/office/drawing/2014/main" id="{F6757473-2C0C-45B5-A14B-FD2D1788EEEE}"/>
              </a:ext>
            </a:extLst>
          </p:cNvPr>
          <p:cNvSpPr/>
          <p:nvPr/>
        </p:nvSpPr>
        <p:spPr>
          <a:xfrm>
            <a:off x="5212883" y="5087192"/>
            <a:ext cx="3152060" cy="1477328"/>
          </a:xfrm>
          <a:prstGeom prst="rect">
            <a:avLst/>
          </a:prstGeom>
        </p:spPr>
        <p:txBody>
          <a:bodyPr wrap="square">
            <a:spAutoFit/>
          </a:bodyPr>
          <a:lstStyle/>
          <a:p>
            <a:pPr algn="ctr"/>
            <a:r>
              <a:rPr lang="hr-HR" dirty="0">
                <a:latin typeface="Times New Roman" panose="02020603050405020304" pitchFamily="18" charset="0"/>
                <a:cs typeface="Times New Roman" panose="02020603050405020304" pitchFamily="18" charset="0"/>
              </a:rPr>
              <a:t>Majstor </a:t>
            </a:r>
            <a:r>
              <a:rPr lang="hr-HR" dirty="0" err="1">
                <a:latin typeface="Times New Roman" panose="02020603050405020304" pitchFamily="18" charset="0"/>
                <a:cs typeface="Times New Roman" panose="02020603050405020304" pitchFamily="18" charset="0"/>
              </a:rPr>
              <a:t>Boucicaut</a:t>
            </a:r>
            <a:r>
              <a:rPr lang="hr-HR" dirty="0">
                <a:latin typeface="Times New Roman" panose="02020603050405020304" pitchFamily="18" charset="0"/>
                <a:cs typeface="Times New Roman" panose="02020603050405020304" pitchFamily="18" charset="0"/>
              </a:rPr>
              <a:t>, </a:t>
            </a:r>
            <a:r>
              <a:rPr lang="hr-HR" i="1" dirty="0">
                <a:latin typeface="Times New Roman" panose="02020603050405020304" pitchFamily="18" charset="0"/>
                <a:cs typeface="Times New Roman" panose="02020603050405020304" pitchFamily="18" charset="0"/>
              </a:rPr>
              <a:t>Časoslov maršala </a:t>
            </a:r>
            <a:r>
              <a:rPr lang="hr-HR" i="1" dirty="0" err="1">
                <a:latin typeface="Times New Roman" panose="02020603050405020304" pitchFamily="18" charset="0"/>
                <a:cs typeface="Times New Roman" panose="02020603050405020304" pitchFamily="18" charset="0"/>
              </a:rPr>
              <a:t>Boucicauta</a:t>
            </a:r>
            <a:r>
              <a:rPr lang="hr-HR" dirty="0">
                <a:latin typeface="Times New Roman" panose="02020603050405020304" pitchFamily="18" charset="0"/>
                <a:cs typeface="Times New Roman" panose="02020603050405020304" pitchFamily="18" charset="0"/>
              </a:rPr>
              <a:t>, stranica s </a:t>
            </a:r>
            <a:r>
              <a:rPr lang="hr-HR" i="1" dirty="0">
                <a:latin typeface="Times New Roman" panose="02020603050405020304" pitchFamily="18" charset="0"/>
                <a:cs typeface="Times New Roman" panose="02020603050405020304" pitchFamily="18" charset="0"/>
              </a:rPr>
              <a:t>Vizitacijom</a:t>
            </a:r>
            <a:r>
              <a:rPr lang="hr-HR" dirty="0">
                <a:latin typeface="Times New Roman" panose="02020603050405020304" pitchFamily="18" charset="0"/>
                <a:cs typeface="Times New Roman" panose="02020603050405020304" pitchFamily="18" charset="0"/>
              </a:rPr>
              <a:t>, oko 1410., </a:t>
            </a:r>
            <a:r>
              <a:rPr lang="hr-HR" dirty="0" err="1">
                <a:latin typeface="Times New Roman" panose="02020603050405020304" pitchFamily="18" charset="0"/>
                <a:cs typeface="Times New Roman" panose="02020603050405020304" pitchFamily="18" charset="0"/>
              </a:rPr>
              <a:t>Insitut</a:t>
            </a:r>
            <a:r>
              <a:rPr lang="hr-HR" dirty="0">
                <a:latin typeface="Times New Roman" panose="02020603050405020304" pitchFamily="18" charset="0"/>
                <a:cs typeface="Times New Roman" panose="02020603050405020304" pitchFamily="18" charset="0"/>
              </a:rPr>
              <a:t> de France-</a:t>
            </a:r>
            <a:r>
              <a:rPr lang="hr-HR" dirty="0" err="1">
                <a:latin typeface="Times New Roman" panose="02020603050405020304" pitchFamily="18" charset="0"/>
                <a:cs typeface="Times New Roman" panose="02020603050405020304" pitchFamily="18" charset="0"/>
              </a:rPr>
              <a:t>Musée</a:t>
            </a:r>
            <a:r>
              <a:rPr lang="hr-HR" dirty="0">
                <a:latin typeface="Times New Roman" panose="02020603050405020304" pitchFamily="18" charset="0"/>
                <a:cs typeface="Times New Roman" panose="02020603050405020304" pitchFamily="18" charset="0"/>
              </a:rPr>
              <a:t> </a:t>
            </a:r>
            <a:r>
              <a:rPr lang="hr-HR" dirty="0" err="1">
                <a:latin typeface="Times New Roman" panose="02020603050405020304" pitchFamily="18" charset="0"/>
                <a:cs typeface="Times New Roman" panose="02020603050405020304" pitchFamily="18" charset="0"/>
              </a:rPr>
              <a:t>Jacquemart</a:t>
            </a:r>
            <a:r>
              <a:rPr lang="hr-HR" dirty="0">
                <a:latin typeface="Times New Roman" panose="02020603050405020304" pitchFamily="18" charset="0"/>
                <a:cs typeface="Times New Roman" panose="02020603050405020304" pitchFamily="18" charset="0"/>
              </a:rPr>
              <a:t>-André, Pariz</a:t>
            </a:r>
          </a:p>
        </p:txBody>
      </p:sp>
      <p:sp>
        <p:nvSpPr>
          <p:cNvPr id="11" name="Prostoručno: oblik 10">
            <a:extLst>
              <a:ext uri="{FF2B5EF4-FFF2-40B4-BE49-F238E27FC236}">
                <a16:creationId xmlns:a16="http://schemas.microsoft.com/office/drawing/2014/main" id="{1386FB21-422C-4E04-96E3-C1F8DAB94F24}"/>
              </a:ext>
            </a:extLst>
          </p:cNvPr>
          <p:cNvSpPr/>
          <p:nvPr/>
        </p:nvSpPr>
        <p:spPr>
          <a:xfrm>
            <a:off x="3391111" y="1838508"/>
            <a:ext cx="1511951" cy="1702837"/>
          </a:xfrm>
          <a:custGeom>
            <a:avLst/>
            <a:gdLst>
              <a:gd name="connsiteX0" fmla="*/ 10851 w 1511951"/>
              <a:gd name="connsiteY0" fmla="*/ 786707 h 1702837"/>
              <a:gd name="connsiteX1" fmla="*/ 217329 w 1511951"/>
              <a:gd name="connsiteY1" fmla="*/ 531068 h 1702837"/>
              <a:gd name="connsiteX2" fmla="*/ 295987 w 1511951"/>
              <a:gd name="connsiteY2" fmla="*/ 383584 h 1702837"/>
              <a:gd name="connsiteX3" fmla="*/ 482800 w 1511951"/>
              <a:gd name="connsiteY3" fmla="*/ 226268 h 1702837"/>
              <a:gd name="connsiteX4" fmla="*/ 708942 w 1511951"/>
              <a:gd name="connsiteY4" fmla="*/ 126 h 1702837"/>
              <a:gd name="connsiteX5" fmla="*/ 826929 w 1511951"/>
              <a:gd name="connsiteY5" fmla="*/ 196771 h 1702837"/>
              <a:gd name="connsiteX6" fmla="*/ 1072735 w 1511951"/>
              <a:gd name="connsiteY6" fmla="*/ 373752 h 1702837"/>
              <a:gd name="connsiteX7" fmla="*/ 1033406 w 1511951"/>
              <a:gd name="connsiteY7" fmla="*/ 452410 h 1702837"/>
              <a:gd name="connsiteX8" fmla="*/ 925251 w 1511951"/>
              <a:gd name="connsiteY8" fmla="*/ 491739 h 1702837"/>
              <a:gd name="connsiteX9" fmla="*/ 767935 w 1511951"/>
              <a:gd name="connsiteY9" fmla="*/ 324591 h 1702837"/>
              <a:gd name="connsiteX10" fmla="*/ 669613 w 1511951"/>
              <a:gd name="connsiteY10" fmla="*/ 295094 h 1702837"/>
              <a:gd name="connsiteX11" fmla="*/ 669613 w 1511951"/>
              <a:gd name="connsiteY11" fmla="*/ 363920 h 1702837"/>
              <a:gd name="connsiteX12" fmla="*/ 738438 w 1511951"/>
              <a:gd name="connsiteY12" fmla="*/ 511404 h 1702837"/>
              <a:gd name="connsiteX13" fmla="*/ 836761 w 1511951"/>
              <a:gd name="connsiteY13" fmla="*/ 590062 h 1702837"/>
              <a:gd name="connsiteX14" fmla="*/ 994077 w 1511951"/>
              <a:gd name="connsiteY14" fmla="*/ 609726 h 1702837"/>
              <a:gd name="connsiteX15" fmla="*/ 1200555 w 1511951"/>
              <a:gd name="connsiteY15" fmla="*/ 580229 h 1702837"/>
              <a:gd name="connsiteX16" fmla="*/ 1397200 w 1511951"/>
              <a:gd name="connsiteY16" fmla="*/ 767042 h 1702837"/>
              <a:gd name="connsiteX17" fmla="*/ 1505355 w 1511951"/>
              <a:gd name="connsiteY17" fmla="*/ 1121004 h 1702837"/>
              <a:gd name="connsiteX18" fmla="*/ 1485690 w 1511951"/>
              <a:gd name="connsiteY18" fmla="*/ 1386475 h 1702837"/>
              <a:gd name="connsiteX19" fmla="*/ 1367703 w 1511951"/>
              <a:gd name="connsiteY19" fmla="*/ 1701107 h 1702837"/>
              <a:gd name="connsiteX20" fmla="*/ 1220219 w 1511951"/>
              <a:gd name="connsiteY20" fmla="*/ 1514294 h 1702837"/>
              <a:gd name="connsiteX21" fmla="*/ 1151393 w 1511951"/>
              <a:gd name="connsiteY21" fmla="*/ 1543791 h 1702837"/>
              <a:gd name="connsiteX22" fmla="*/ 1003909 w 1511951"/>
              <a:gd name="connsiteY22" fmla="*/ 1199662 h 1702837"/>
              <a:gd name="connsiteX23" fmla="*/ 659780 w 1511951"/>
              <a:gd name="connsiteY23" fmla="*/ 875197 h 1702837"/>
              <a:gd name="connsiteX24" fmla="*/ 620451 w 1511951"/>
              <a:gd name="connsiteY24" fmla="*/ 796539 h 1702837"/>
              <a:gd name="connsiteX25" fmla="*/ 669613 w 1511951"/>
              <a:gd name="connsiteY25" fmla="*/ 511404 h 1702837"/>
              <a:gd name="connsiteX26" fmla="*/ 610619 w 1511951"/>
              <a:gd name="connsiteY26" fmla="*/ 354088 h 1702837"/>
              <a:gd name="connsiteX27" fmla="*/ 404142 w 1511951"/>
              <a:gd name="connsiteY27" fmla="*/ 649055 h 1702837"/>
              <a:gd name="connsiteX28" fmla="*/ 148503 w 1511951"/>
              <a:gd name="connsiteY28" fmla="*/ 855533 h 1702837"/>
              <a:gd name="connsiteX29" fmla="*/ 40348 w 1511951"/>
              <a:gd name="connsiteY29" fmla="*/ 904694 h 1702837"/>
              <a:gd name="connsiteX30" fmla="*/ 10851 w 1511951"/>
              <a:gd name="connsiteY30" fmla="*/ 786707 h 1702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11951" h="1702837">
                <a:moveTo>
                  <a:pt x="10851" y="786707"/>
                </a:moveTo>
                <a:cubicBezTo>
                  <a:pt x="40348" y="724436"/>
                  <a:pt x="169806" y="598255"/>
                  <a:pt x="217329" y="531068"/>
                </a:cubicBezTo>
                <a:cubicBezTo>
                  <a:pt x="264852" y="463881"/>
                  <a:pt x="251742" y="434384"/>
                  <a:pt x="295987" y="383584"/>
                </a:cubicBezTo>
                <a:cubicBezTo>
                  <a:pt x="340232" y="332784"/>
                  <a:pt x="413974" y="290178"/>
                  <a:pt x="482800" y="226268"/>
                </a:cubicBezTo>
                <a:cubicBezTo>
                  <a:pt x="551626" y="162358"/>
                  <a:pt x="651587" y="5042"/>
                  <a:pt x="708942" y="126"/>
                </a:cubicBezTo>
                <a:cubicBezTo>
                  <a:pt x="766297" y="-4790"/>
                  <a:pt x="766297" y="134500"/>
                  <a:pt x="826929" y="196771"/>
                </a:cubicBezTo>
                <a:cubicBezTo>
                  <a:pt x="887561" y="259042"/>
                  <a:pt x="1038322" y="331145"/>
                  <a:pt x="1072735" y="373752"/>
                </a:cubicBezTo>
                <a:cubicBezTo>
                  <a:pt x="1107148" y="416359"/>
                  <a:pt x="1057987" y="432746"/>
                  <a:pt x="1033406" y="452410"/>
                </a:cubicBezTo>
                <a:cubicBezTo>
                  <a:pt x="1008825" y="472074"/>
                  <a:pt x="969496" y="513042"/>
                  <a:pt x="925251" y="491739"/>
                </a:cubicBezTo>
                <a:cubicBezTo>
                  <a:pt x="881006" y="470436"/>
                  <a:pt x="810541" y="357365"/>
                  <a:pt x="767935" y="324591"/>
                </a:cubicBezTo>
                <a:cubicBezTo>
                  <a:pt x="725329" y="291817"/>
                  <a:pt x="686000" y="288539"/>
                  <a:pt x="669613" y="295094"/>
                </a:cubicBezTo>
                <a:cubicBezTo>
                  <a:pt x="653226" y="301649"/>
                  <a:pt x="658142" y="327868"/>
                  <a:pt x="669613" y="363920"/>
                </a:cubicBezTo>
                <a:cubicBezTo>
                  <a:pt x="681084" y="399972"/>
                  <a:pt x="710580" y="473714"/>
                  <a:pt x="738438" y="511404"/>
                </a:cubicBezTo>
                <a:cubicBezTo>
                  <a:pt x="766296" y="549094"/>
                  <a:pt x="794154" y="573675"/>
                  <a:pt x="836761" y="590062"/>
                </a:cubicBezTo>
                <a:cubicBezTo>
                  <a:pt x="879368" y="606449"/>
                  <a:pt x="933445" y="611365"/>
                  <a:pt x="994077" y="609726"/>
                </a:cubicBezTo>
                <a:cubicBezTo>
                  <a:pt x="1054709" y="608087"/>
                  <a:pt x="1133368" y="554010"/>
                  <a:pt x="1200555" y="580229"/>
                </a:cubicBezTo>
                <a:cubicBezTo>
                  <a:pt x="1267742" y="606448"/>
                  <a:pt x="1346400" y="676913"/>
                  <a:pt x="1397200" y="767042"/>
                </a:cubicBezTo>
                <a:cubicBezTo>
                  <a:pt x="1448000" y="857171"/>
                  <a:pt x="1490607" y="1017765"/>
                  <a:pt x="1505355" y="1121004"/>
                </a:cubicBezTo>
                <a:cubicBezTo>
                  <a:pt x="1520103" y="1224243"/>
                  <a:pt x="1508632" y="1289791"/>
                  <a:pt x="1485690" y="1386475"/>
                </a:cubicBezTo>
                <a:cubicBezTo>
                  <a:pt x="1462748" y="1483159"/>
                  <a:pt x="1411948" y="1679804"/>
                  <a:pt x="1367703" y="1701107"/>
                </a:cubicBezTo>
                <a:cubicBezTo>
                  <a:pt x="1323458" y="1722410"/>
                  <a:pt x="1256271" y="1540513"/>
                  <a:pt x="1220219" y="1514294"/>
                </a:cubicBezTo>
                <a:cubicBezTo>
                  <a:pt x="1184167" y="1488075"/>
                  <a:pt x="1187445" y="1596230"/>
                  <a:pt x="1151393" y="1543791"/>
                </a:cubicBezTo>
                <a:cubicBezTo>
                  <a:pt x="1115341" y="1491352"/>
                  <a:pt x="1085845" y="1311094"/>
                  <a:pt x="1003909" y="1199662"/>
                </a:cubicBezTo>
                <a:cubicBezTo>
                  <a:pt x="921974" y="1088230"/>
                  <a:pt x="723690" y="942384"/>
                  <a:pt x="659780" y="875197"/>
                </a:cubicBezTo>
                <a:cubicBezTo>
                  <a:pt x="595870" y="808010"/>
                  <a:pt x="618812" y="857171"/>
                  <a:pt x="620451" y="796539"/>
                </a:cubicBezTo>
                <a:cubicBezTo>
                  <a:pt x="622090" y="735907"/>
                  <a:pt x="671252" y="585146"/>
                  <a:pt x="669613" y="511404"/>
                </a:cubicBezTo>
                <a:cubicBezTo>
                  <a:pt x="667974" y="437662"/>
                  <a:pt x="654864" y="331146"/>
                  <a:pt x="610619" y="354088"/>
                </a:cubicBezTo>
                <a:cubicBezTo>
                  <a:pt x="566374" y="377030"/>
                  <a:pt x="481161" y="565481"/>
                  <a:pt x="404142" y="649055"/>
                </a:cubicBezTo>
                <a:cubicBezTo>
                  <a:pt x="327123" y="732629"/>
                  <a:pt x="209135" y="812927"/>
                  <a:pt x="148503" y="855533"/>
                </a:cubicBezTo>
                <a:cubicBezTo>
                  <a:pt x="87871" y="898139"/>
                  <a:pt x="61651" y="922720"/>
                  <a:pt x="40348" y="904694"/>
                </a:cubicBezTo>
                <a:cubicBezTo>
                  <a:pt x="19045" y="886668"/>
                  <a:pt x="-18646" y="848978"/>
                  <a:pt x="10851" y="786707"/>
                </a:cubicBezTo>
                <a:close/>
              </a:path>
            </a:pathLst>
          </a:custGeom>
          <a:solidFill>
            <a:srgbClr val="FF0000">
              <a:alpha val="4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2" name="Prostoručno: oblik 11">
            <a:extLst>
              <a:ext uri="{FF2B5EF4-FFF2-40B4-BE49-F238E27FC236}">
                <a16:creationId xmlns:a16="http://schemas.microsoft.com/office/drawing/2014/main" id="{703995BE-3CF5-49A4-83B2-689859D0FB70}"/>
              </a:ext>
            </a:extLst>
          </p:cNvPr>
          <p:cNvSpPr/>
          <p:nvPr/>
        </p:nvSpPr>
        <p:spPr>
          <a:xfrm>
            <a:off x="3599200" y="4362904"/>
            <a:ext cx="405061" cy="311167"/>
          </a:xfrm>
          <a:custGeom>
            <a:avLst/>
            <a:gdLst>
              <a:gd name="connsiteX0" fmla="*/ 45337 w 405061"/>
              <a:gd name="connsiteY0" fmla="*/ 196035 h 311167"/>
              <a:gd name="connsiteX1" fmla="*/ 371909 w 405061"/>
              <a:gd name="connsiteY1" fmla="*/ 92 h 311167"/>
              <a:gd name="connsiteX2" fmla="*/ 371909 w 405061"/>
              <a:gd name="connsiteY2" fmla="*/ 222161 h 311167"/>
              <a:gd name="connsiteX3" fmla="*/ 175966 w 405061"/>
              <a:gd name="connsiteY3" fmla="*/ 300538 h 311167"/>
              <a:gd name="connsiteX4" fmla="*/ 19211 w 405061"/>
              <a:gd name="connsiteY4" fmla="*/ 300538 h 311167"/>
              <a:gd name="connsiteX5" fmla="*/ 45337 w 405061"/>
              <a:gd name="connsiteY5" fmla="*/ 196035 h 311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5061" h="311167">
                <a:moveTo>
                  <a:pt x="45337" y="196035"/>
                </a:moveTo>
                <a:cubicBezTo>
                  <a:pt x="104120" y="145961"/>
                  <a:pt x="317480" y="-4262"/>
                  <a:pt x="371909" y="92"/>
                </a:cubicBezTo>
                <a:cubicBezTo>
                  <a:pt x="426338" y="4446"/>
                  <a:pt x="404566" y="172087"/>
                  <a:pt x="371909" y="222161"/>
                </a:cubicBezTo>
                <a:cubicBezTo>
                  <a:pt x="339252" y="272235"/>
                  <a:pt x="234749" y="287475"/>
                  <a:pt x="175966" y="300538"/>
                </a:cubicBezTo>
                <a:cubicBezTo>
                  <a:pt x="117183" y="313601"/>
                  <a:pt x="45337" y="315778"/>
                  <a:pt x="19211" y="300538"/>
                </a:cubicBezTo>
                <a:cubicBezTo>
                  <a:pt x="-6915" y="285298"/>
                  <a:pt x="-13446" y="246109"/>
                  <a:pt x="45337" y="196035"/>
                </a:cubicBezTo>
                <a:close/>
              </a:path>
            </a:pathLst>
          </a:custGeom>
          <a:solidFill>
            <a:srgbClr val="FF0000">
              <a:alpha val="4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3" name="Prostoručno: oblik 12">
            <a:extLst>
              <a:ext uri="{FF2B5EF4-FFF2-40B4-BE49-F238E27FC236}">
                <a16:creationId xmlns:a16="http://schemas.microsoft.com/office/drawing/2014/main" id="{4345BFF7-5B38-43B8-914F-66158474D4B6}"/>
              </a:ext>
            </a:extLst>
          </p:cNvPr>
          <p:cNvSpPr/>
          <p:nvPr/>
        </p:nvSpPr>
        <p:spPr>
          <a:xfrm>
            <a:off x="4060997" y="4190053"/>
            <a:ext cx="509427" cy="527103"/>
          </a:xfrm>
          <a:custGeom>
            <a:avLst/>
            <a:gdLst>
              <a:gd name="connsiteX0" fmla="*/ 1551 w 509426"/>
              <a:gd name="connsiteY0" fmla="*/ 473389 h 527103"/>
              <a:gd name="connsiteX1" fmla="*/ 262808 w 509426"/>
              <a:gd name="connsiteY1" fmla="*/ 199069 h 527103"/>
              <a:gd name="connsiteX2" fmla="*/ 419562 w 509426"/>
              <a:gd name="connsiteY2" fmla="*/ 3126 h 527103"/>
              <a:gd name="connsiteX3" fmla="*/ 497939 w 509426"/>
              <a:gd name="connsiteY3" fmla="*/ 107629 h 527103"/>
              <a:gd name="connsiteX4" fmla="*/ 497939 w 509426"/>
              <a:gd name="connsiteY4" fmla="*/ 473389 h 527103"/>
              <a:gd name="connsiteX5" fmla="*/ 393436 w 509426"/>
              <a:gd name="connsiteY5" fmla="*/ 525640 h 527103"/>
              <a:gd name="connsiteX6" fmla="*/ 1551 w 509426"/>
              <a:gd name="connsiteY6" fmla="*/ 473389 h 527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9426" h="527103">
                <a:moveTo>
                  <a:pt x="1551" y="473389"/>
                </a:moveTo>
                <a:cubicBezTo>
                  <a:pt x="-20220" y="418960"/>
                  <a:pt x="193139" y="277446"/>
                  <a:pt x="262808" y="199069"/>
                </a:cubicBezTo>
                <a:cubicBezTo>
                  <a:pt x="332477" y="120692"/>
                  <a:pt x="380374" y="18366"/>
                  <a:pt x="419562" y="3126"/>
                </a:cubicBezTo>
                <a:cubicBezTo>
                  <a:pt x="458751" y="-12114"/>
                  <a:pt x="484876" y="29252"/>
                  <a:pt x="497939" y="107629"/>
                </a:cubicBezTo>
                <a:cubicBezTo>
                  <a:pt x="511002" y="186006"/>
                  <a:pt x="515356" y="403721"/>
                  <a:pt x="497939" y="473389"/>
                </a:cubicBezTo>
                <a:cubicBezTo>
                  <a:pt x="480522" y="543057"/>
                  <a:pt x="482699" y="521286"/>
                  <a:pt x="393436" y="525640"/>
                </a:cubicBezTo>
                <a:cubicBezTo>
                  <a:pt x="304173" y="529994"/>
                  <a:pt x="23322" y="527818"/>
                  <a:pt x="1551" y="473389"/>
                </a:cubicBezTo>
                <a:close/>
              </a:path>
            </a:pathLst>
          </a:custGeom>
          <a:solidFill>
            <a:srgbClr val="FF0000">
              <a:alpha val="4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4" name="Prostoručno: oblik 13">
            <a:extLst>
              <a:ext uri="{FF2B5EF4-FFF2-40B4-BE49-F238E27FC236}">
                <a16:creationId xmlns:a16="http://schemas.microsoft.com/office/drawing/2014/main" id="{CCECED61-7C81-4E3C-AC2A-34A42EED26EC}"/>
              </a:ext>
            </a:extLst>
          </p:cNvPr>
          <p:cNvSpPr/>
          <p:nvPr/>
        </p:nvSpPr>
        <p:spPr>
          <a:xfrm>
            <a:off x="6147589" y="2285321"/>
            <a:ext cx="841424" cy="1400090"/>
          </a:xfrm>
          <a:custGeom>
            <a:avLst/>
            <a:gdLst>
              <a:gd name="connsiteX0" fmla="*/ 541682 w 841424"/>
              <a:gd name="connsiteY0" fmla="*/ 11565 h 1400090"/>
              <a:gd name="connsiteX1" fmla="*/ 634211 w 841424"/>
              <a:gd name="connsiteY1" fmla="*/ 11565 h 1400090"/>
              <a:gd name="connsiteX2" fmla="*/ 683197 w 841424"/>
              <a:gd name="connsiteY2" fmla="*/ 104093 h 1400090"/>
              <a:gd name="connsiteX3" fmla="*/ 726740 w 841424"/>
              <a:gd name="connsiteY3" fmla="*/ 158522 h 1400090"/>
              <a:gd name="connsiteX4" fmla="*/ 781168 w 841424"/>
              <a:gd name="connsiteY4" fmla="*/ 185736 h 1400090"/>
              <a:gd name="connsiteX5" fmla="*/ 835597 w 841424"/>
              <a:gd name="connsiteY5" fmla="*/ 212950 h 1400090"/>
              <a:gd name="connsiteX6" fmla="*/ 835597 w 841424"/>
              <a:gd name="connsiteY6" fmla="*/ 245608 h 1400090"/>
              <a:gd name="connsiteX7" fmla="*/ 797497 w 841424"/>
              <a:gd name="connsiteY7" fmla="*/ 283708 h 1400090"/>
              <a:gd name="connsiteX8" fmla="*/ 759397 w 841424"/>
              <a:gd name="connsiteY8" fmla="*/ 359908 h 1400090"/>
              <a:gd name="connsiteX9" fmla="*/ 721297 w 841424"/>
              <a:gd name="connsiteY9" fmla="*/ 430665 h 1400090"/>
              <a:gd name="connsiteX10" fmla="*/ 666868 w 841424"/>
              <a:gd name="connsiteY10" fmla="*/ 468765 h 1400090"/>
              <a:gd name="connsiteX11" fmla="*/ 617882 w 841424"/>
              <a:gd name="connsiteY11" fmla="*/ 376236 h 1400090"/>
              <a:gd name="connsiteX12" fmla="*/ 568897 w 841424"/>
              <a:gd name="connsiteY12" fmla="*/ 398008 h 1400090"/>
              <a:gd name="connsiteX13" fmla="*/ 596111 w 841424"/>
              <a:gd name="connsiteY13" fmla="*/ 468765 h 1400090"/>
              <a:gd name="connsiteX14" fmla="*/ 547125 w 841424"/>
              <a:gd name="connsiteY14" fmla="*/ 599393 h 1400090"/>
              <a:gd name="connsiteX15" fmla="*/ 536240 w 841424"/>
              <a:gd name="connsiteY15" fmla="*/ 730022 h 1400090"/>
              <a:gd name="connsiteX16" fmla="*/ 509025 w 841424"/>
              <a:gd name="connsiteY16" fmla="*/ 909636 h 1400090"/>
              <a:gd name="connsiteX17" fmla="*/ 509025 w 841424"/>
              <a:gd name="connsiteY17" fmla="*/ 980393 h 1400090"/>
              <a:gd name="connsiteX18" fmla="*/ 509025 w 841424"/>
              <a:gd name="connsiteY18" fmla="*/ 1094693 h 1400090"/>
              <a:gd name="connsiteX19" fmla="*/ 509025 w 841424"/>
              <a:gd name="connsiteY19" fmla="*/ 1154565 h 1400090"/>
              <a:gd name="connsiteX20" fmla="*/ 612440 w 841424"/>
              <a:gd name="connsiteY20" fmla="*/ 1116465 h 1400090"/>
              <a:gd name="connsiteX21" fmla="*/ 677754 w 841424"/>
              <a:gd name="connsiteY21" fmla="*/ 1208993 h 1400090"/>
              <a:gd name="connsiteX22" fmla="*/ 748511 w 841424"/>
              <a:gd name="connsiteY22" fmla="*/ 1290636 h 1400090"/>
              <a:gd name="connsiteX23" fmla="*/ 710411 w 841424"/>
              <a:gd name="connsiteY23" fmla="*/ 1355950 h 1400090"/>
              <a:gd name="connsiteX24" fmla="*/ 585225 w 841424"/>
              <a:gd name="connsiteY24" fmla="*/ 1345065 h 1400090"/>
              <a:gd name="connsiteX25" fmla="*/ 498140 w 841424"/>
              <a:gd name="connsiteY25" fmla="*/ 1350508 h 1400090"/>
              <a:gd name="connsiteX26" fmla="*/ 432825 w 841424"/>
              <a:gd name="connsiteY26" fmla="*/ 1399493 h 1400090"/>
              <a:gd name="connsiteX27" fmla="*/ 166125 w 841424"/>
              <a:gd name="connsiteY27" fmla="*/ 1377722 h 1400090"/>
              <a:gd name="connsiteX28" fmla="*/ 8282 w 841424"/>
              <a:gd name="connsiteY28" fmla="*/ 1377722 h 1400090"/>
              <a:gd name="connsiteX29" fmla="*/ 35497 w 841424"/>
              <a:gd name="connsiteY29" fmla="*/ 1312408 h 1400090"/>
              <a:gd name="connsiteX30" fmla="*/ 149797 w 841424"/>
              <a:gd name="connsiteY30" fmla="*/ 1268865 h 1400090"/>
              <a:gd name="connsiteX31" fmla="*/ 253211 w 841424"/>
              <a:gd name="connsiteY31" fmla="*/ 1165450 h 1400090"/>
              <a:gd name="connsiteX32" fmla="*/ 318525 w 841424"/>
              <a:gd name="connsiteY32" fmla="*/ 1149122 h 1400090"/>
              <a:gd name="connsiteX33" fmla="*/ 383840 w 841424"/>
              <a:gd name="connsiteY33" fmla="*/ 1100136 h 1400090"/>
              <a:gd name="connsiteX34" fmla="*/ 443711 w 841424"/>
              <a:gd name="connsiteY34" fmla="*/ 1029379 h 1400090"/>
              <a:gd name="connsiteX35" fmla="*/ 476368 w 841424"/>
              <a:gd name="connsiteY35" fmla="*/ 887865 h 1400090"/>
              <a:gd name="connsiteX36" fmla="*/ 492697 w 841424"/>
              <a:gd name="connsiteY36" fmla="*/ 751793 h 1400090"/>
              <a:gd name="connsiteX37" fmla="*/ 492697 w 841424"/>
              <a:gd name="connsiteY37" fmla="*/ 642936 h 1400090"/>
              <a:gd name="connsiteX38" fmla="*/ 498140 w 841424"/>
              <a:gd name="connsiteY38" fmla="*/ 474208 h 1400090"/>
              <a:gd name="connsiteX39" fmla="*/ 487254 w 841424"/>
              <a:gd name="connsiteY39" fmla="*/ 338136 h 1400090"/>
              <a:gd name="connsiteX40" fmla="*/ 492697 w 841424"/>
              <a:gd name="connsiteY40" fmla="*/ 267379 h 1400090"/>
              <a:gd name="connsiteX41" fmla="*/ 530797 w 841424"/>
              <a:gd name="connsiteY41" fmla="*/ 180293 h 1400090"/>
              <a:gd name="connsiteX42" fmla="*/ 530797 w 841424"/>
              <a:gd name="connsiteY42" fmla="*/ 104093 h 1400090"/>
              <a:gd name="connsiteX43" fmla="*/ 541682 w 841424"/>
              <a:gd name="connsiteY43" fmla="*/ 11565 h 1400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841424" h="1400090">
                <a:moveTo>
                  <a:pt x="541682" y="11565"/>
                </a:moveTo>
                <a:cubicBezTo>
                  <a:pt x="558918" y="-3856"/>
                  <a:pt x="610625" y="-3856"/>
                  <a:pt x="634211" y="11565"/>
                </a:cubicBezTo>
                <a:cubicBezTo>
                  <a:pt x="657797" y="26986"/>
                  <a:pt x="667776" y="79600"/>
                  <a:pt x="683197" y="104093"/>
                </a:cubicBezTo>
                <a:cubicBezTo>
                  <a:pt x="698618" y="128586"/>
                  <a:pt x="710412" y="144915"/>
                  <a:pt x="726740" y="158522"/>
                </a:cubicBezTo>
                <a:cubicBezTo>
                  <a:pt x="743068" y="172129"/>
                  <a:pt x="781168" y="185736"/>
                  <a:pt x="781168" y="185736"/>
                </a:cubicBezTo>
                <a:cubicBezTo>
                  <a:pt x="799311" y="194807"/>
                  <a:pt x="826525" y="202971"/>
                  <a:pt x="835597" y="212950"/>
                </a:cubicBezTo>
                <a:cubicBezTo>
                  <a:pt x="844669" y="222929"/>
                  <a:pt x="841947" y="233815"/>
                  <a:pt x="835597" y="245608"/>
                </a:cubicBezTo>
                <a:cubicBezTo>
                  <a:pt x="829247" y="257401"/>
                  <a:pt x="810197" y="264658"/>
                  <a:pt x="797497" y="283708"/>
                </a:cubicBezTo>
                <a:cubicBezTo>
                  <a:pt x="784797" y="302758"/>
                  <a:pt x="772097" y="335415"/>
                  <a:pt x="759397" y="359908"/>
                </a:cubicBezTo>
                <a:cubicBezTo>
                  <a:pt x="746697" y="384401"/>
                  <a:pt x="736718" y="412522"/>
                  <a:pt x="721297" y="430665"/>
                </a:cubicBezTo>
                <a:cubicBezTo>
                  <a:pt x="705876" y="448808"/>
                  <a:pt x="684104" y="477836"/>
                  <a:pt x="666868" y="468765"/>
                </a:cubicBezTo>
                <a:cubicBezTo>
                  <a:pt x="649632" y="459694"/>
                  <a:pt x="634211" y="388029"/>
                  <a:pt x="617882" y="376236"/>
                </a:cubicBezTo>
                <a:cubicBezTo>
                  <a:pt x="601554" y="364443"/>
                  <a:pt x="572525" y="382587"/>
                  <a:pt x="568897" y="398008"/>
                </a:cubicBezTo>
                <a:cubicBezTo>
                  <a:pt x="565269" y="413429"/>
                  <a:pt x="599740" y="435201"/>
                  <a:pt x="596111" y="468765"/>
                </a:cubicBezTo>
                <a:cubicBezTo>
                  <a:pt x="592482" y="502329"/>
                  <a:pt x="557103" y="555850"/>
                  <a:pt x="547125" y="599393"/>
                </a:cubicBezTo>
                <a:cubicBezTo>
                  <a:pt x="537147" y="642936"/>
                  <a:pt x="542590" y="678315"/>
                  <a:pt x="536240" y="730022"/>
                </a:cubicBezTo>
                <a:cubicBezTo>
                  <a:pt x="529890" y="781729"/>
                  <a:pt x="513561" y="867908"/>
                  <a:pt x="509025" y="909636"/>
                </a:cubicBezTo>
                <a:cubicBezTo>
                  <a:pt x="504489" y="951364"/>
                  <a:pt x="509025" y="980393"/>
                  <a:pt x="509025" y="980393"/>
                </a:cubicBezTo>
                <a:lnTo>
                  <a:pt x="509025" y="1094693"/>
                </a:lnTo>
                <a:cubicBezTo>
                  <a:pt x="509025" y="1123722"/>
                  <a:pt x="491789" y="1150936"/>
                  <a:pt x="509025" y="1154565"/>
                </a:cubicBezTo>
                <a:cubicBezTo>
                  <a:pt x="526261" y="1158194"/>
                  <a:pt x="584319" y="1107394"/>
                  <a:pt x="612440" y="1116465"/>
                </a:cubicBezTo>
                <a:cubicBezTo>
                  <a:pt x="640562" y="1125536"/>
                  <a:pt x="655076" y="1179965"/>
                  <a:pt x="677754" y="1208993"/>
                </a:cubicBezTo>
                <a:cubicBezTo>
                  <a:pt x="700433" y="1238022"/>
                  <a:pt x="743068" y="1266143"/>
                  <a:pt x="748511" y="1290636"/>
                </a:cubicBezTo>
                <a:cubicBezTo>
                  <a:pt x="753954" y="1315129"/>
                  <a:pt x="737625" y="1346879"/>
                  <a:pt x="710411" y="1355950"/>
                </a:cubicBezTo>
                <a:cubicBezTo>
                  <a:pt x="683197" y="1365021"/>
                  <a:pt x="620604" y="1345972"/>
                  <a:pt x="585225" y="1345065"/>
                </a:cubicBezTo>
                <a:cubicBezTo>
                  <a:pt x="549847" y="1344158"/>
                  <a:pt x="523540" y="1341437"/>
                  <a:pt x="498140" y="1350508"/>
                </a:cubicBezTo>
                <a:cubicBezTo>
                  <a:pt x="472740" y="1359579"/>
                  <a:pt x="488161" y="1394957"/>
                  <a:pt x="432825" y="1399493"/>
                </a:cubicBezTo>
                <a:cubicBezTo>
                  <a:pt x="377489" y="1404029"/>
                  <a:pt x="236882" y="1381350"/>
                  <a:pt x="166125" y="1377722"/>
                </a:cubicBezTo>
                <a:cubicBezTo>
                  <a:pt x="95368" y="1374094"/>
                  <a:pt x="30053" y="1388608"/>
                  <a:pt x="8282" y="1377722"/>
                </a:cubicBezTo>
                <a:cubicBezTo>
                  <a:pt x="-13489" y="1366836"/>
                  <a:pt x="11911" y="1330551"/>
                  <a:pt x="35497" y="1312408"/>
                </a:cubicBezTo>
                <a:cubicBezTo>
                  <a:pt x="59083" y="1294265"/>
                  <a:pt x="113511" y="1293358"/>
                  <a:pt x="149797" y="1268865"/>
                </a:cubicBezTo>
                <a:cubicBezTo>
                  <a:pt x="186083" y="1244372"/>
                  <a:pt x="225090" y="1185407"/>
                  <a:pt x="253211" y="1165450"/>
                </a:cubicBezTo>
                <a:cubicBezTo>
                  <a:pt x="281332" y="1145493"/>
                  <a:pt x="296753" y="1160008"/>
                  <a:pt x="318525" y="1149122"/>
                </a:cubicBezTo>
                <a:cubicBezTo>
                  <a:pt x="340296" y="1138236"/>
                  <a:pt x="362976" y="1120093"/>
                  <a:pt x="383840" y="1100136"/>
                </a:cubicBezTo>
                <a:cubicBezTo>
                  <a:pt x="404704" y="1080179"/>
                  <a:pt x="428290" y="1064757"/>
                  <a:pt x="443711" y="1029379"/>
                </a:cubicBezTo>
                <a:cubicBezTo>
                  <a:pt x="459132" y="994001"/>
                  <a:pt x="468204" y="934129"/>
                  <a:pt x="476368" y="887865"/>
                </a:cubicBezTo>
                <a:cubicBezTo>
                  <a:pt x="484532" y="841601"/>
                  <a:pt x="489976" y="792614"/>
                  <a:pt x="492697" y="751793"/>
                </a:cubicBezTo>
                <a:cubicBezTo>
                  <a:pt x="495418" y="710972"/>
                  <a:pt x="491790" y="689200"/>
                  <a:pt x="492697" y="642936"/>
                </a:cubicBezTo>
                <a:cubicBezTo>
                  <a:pt x="493604" y="596672"/>
                  <a:pt x="499047" y="525008"/>
                  <a:pt x="498140" y="474208"/>
                </a:cubicBezTo>
                <a:cubicBezTo>
                  <a:pt x="497233" y="423408"/>
                  <a:pt x="488161" y="372607"/>
                  <a:pt x="487254" y="338136"/>
                </a:cubicBezTo>
                <a:cubicBezTo>
                  <a:pt x="486347" y="303665"/>
                  <a:pt x="485440" y="293686"/>
                  <a:pt x="492697" y="267379"/>
                </a:cubicBezTo>
                <a:cubicBezTo>
                  <a:pt x="499954" y="241072"/>
                  <a:pt x="524447" y="207507"/>
                  <a:pt x="530797" y="180293"/>
                </a:cubicBezTo>
                <a:cubicBezTo>
                  <a:pt x="537147" y="153079"/>
                  <a:pt x="528983" y="131307"/>
                  <a:pt x="530797" y="104093"/>
                </a:cubicBezTo>
                <a:cubicBezTo>
                  <a:pt x="532611" y="76879"/>
                  <a:pt x="524446" y="26986"/>
                  <a:pt x="541682" y="11565"/>
                </a:cubicBezTo>
                <a:close/>
              </a:path>
            </a:pathLst>
          </a:custGeom>
          <a:solidFill>
            <a:srgbClr val="FF0000">
              <a:alpha val="4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5" name="Prostoručno: oblik 14">
            <a:extLst>
              <a:ext uri="{FF2B5EF4-FFF2-40B4-BE49-F238E27FC236}">
                <a16:creationId xmlns:a16="http://schemas.microsoft.com/office/drawing/2014/main" id="{CE7A3EE5-BAC8-4B25-AEAC-5E59AF251761}"/>
              </a:ext>
            </a:extLst>
          </p:cNvPr>
          <p:cNvSpPr/>
          <p:nvPr/>
        </p:nvSpPr>
        <p:spPr>
          <a:xfrm>
            <a:off x="8820151" y="2435858"/>
            <a:ext cx="1310757" cy="1502561"/>
          </a:xfrm>
          <a:custGeom>
            <a:avLst/>
            <a:gdLst>
              <a:gd name="connsiteX0" fmla="*/ 0 w 1310757"/>
              <a:gd name="connsiteY0" fmla="*/ 1136019 h 1502561"/>
              <a:gd name="connsiteX1" fmla="*/ 657225 w 1310757"/>
              <a:gd name="connsiteY1" fmla="*/ 1183644 h 1502561"/>
              <a:gd name="connsiteX2" fmla="*/ 657225 w 1310757"/>
              <a:gd name="connsiteY2" fmla="*/ 1183644 h 1502561"/>
              <a:gd name="connsiteX3" fmla="*/ 1076325 w 1310757"/>
              <a:gd name="connsiteY3" fmla="*/ 1355094 h 1502561"/>
              <a:gd name="connsiteX4" fmla="*/ 1228725 w 1310757"/>
              <a:gd name="connsiteY4" fmla="*/ 1497969 h 1502561"/>
              <a:gd name="connsiteX5" fmla="*/ 1304925 w 1310757"/>
              <a:gd name="connsiteY5" fmla="*/ 1440819 h 1502561"/>
              <a:gd name="connsiteX6" fmla="*/ 1076325 w 1310757"/>
              <a:gd name="connsiteY6" fmla="*/ 1183644 h 1502561"/>
              <a:gd name="connsiteX7" fmla="*/ 1038225 w 1310757"/>
              <a:gd name="connsiteY7" fmla="*/ 850269 h 1502561"/>
              <a:gd name="connsiteX8" fmla="*/ 1123950 w 1310757"/>
              <a:gd name="connsiteY8" fmla="*/ 697869 h 1502561"/>
              <a:gd name="connsiteX9" fmla="*/ 1181100 w 1310757"/>
              <a:gd name="connsiteY9" fmla="*/ 516894 h 1502561"/>
              <a:gd name="connsiteX10" fmla="*/ 1190625 w 1310757"/>
              <a:gd name="connsiteY10" fmla="*/ 221619 h 1502561"/>
              <a:gd name="connsiteX11" fmla="*/ 1038225 w 1310757"/>
              <a:gd name="connsiteY11" fmla="*/ 231144 h 1502561"/>
              <a:gd name="connsiteX12" fmla="*/ 828675 w 1310757"/>
              <a:gd name="connsiteY12" fmla="*/ 269244 h 1502561"/>
              <a:gd name="connsiteX13" fmla="*/ 628650 w 1310757"/>
              <a:gd name="connsiteY13" fmla="*/ 240669 h 1502561"/>
              <a:gd name="connsiteX14" fmla="*/ 495300 w 1310757"/>
              <a:gd name="connsiteY14" fmla="*/ 12069 h 1502561"/>
              <a:gd name="connsiteX15" fmla="*/ 390525 w 1310757"/>
              <a:gd name="connsiteY15" fmla="*/ 40644 h 1502561"/>
              <a:gd name="connsiteX16" fmla="*/ 266700 w 1310757"/>
              <a:gd name="connsiteY16" fmla="*/ 116844 h 1502561"/>
              <a:gd name="connsiteX17" fmla="*/ 180975 w 1310757"/>
              <a:gd name="connsiteY17" fmla="*/ 345444 h 1502561"/>
              <a:gd name="connsiteX18" fmla="*/ 209550 w 1310757"/>
              <a:gd name="connsiteY18" fmla="*/ 526419 h 1502561"/>
              <a:gd name="connsiteX19" fmla="*/ 266700 w 1310757"/>
              <a:gd name="connsiteY19" fmla="*/ 669294 h 1502561"/>
              <a:gd name="connsiteX20" fmla="*/ 266700 w 1310757"/>
              <a:gd name="connsiteY20" fmla="*/ 716919 h 1502561"/>
              <a:gd name="connsiteX21" fmla="*/ 200025 w 1310757"/>
              <a:gd name="connsiteY21" fmla="*/ 812169 h 1502561"/>
              <a:gd name="connsiteX22" fmla="*/ 133350 w 1310757"/>
              <a:gd name="connsiteY22" fmla="*/ 926469 h 1502561"/>
              <a:gd name="connsiteX23" fmla="*/ 0 w 1310757"/>
              <a:gd name="connsiteY23" fmla="*/ 1136019 h 1502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10757" h="1502561">
                <a:moveTo>
                  <a:pt x="0" y="1136019"/>
                </a:moveTo>
                <a:lnTo>
                  <a:pt x="657225" y="1183644"/>
                </a:lnTo>
                <a:lnTo>
                  <a:pt x="657225" y="1183644"/>
                </a:lnTo>
                <a:cubicBezTo>
                  <a:pt x="727075" y="1212219"/>
                  <a:pt x="981075" y="1302707"/>
                  <a:pt x="1076325" y="1355094"/>
                </a:cubicBezTo>
                <a:cubicBezTo>
                  <a:pt x="1171575" y="1407481"/>
                  <a:pt x="1190625" y="1483682"/>
                  <a:pt x="1228725" y="1497969"/>
                </a:cubicBezTo>
                <a:cubicBezTo>
                  <a:pt x="1266825" y="1512256"/>
                  <a:pt x="1330325" y="1493207"/>
                  <a:pt x="1304925" y="1440819"/>
                </a:cubicBezTo>
                <a:cubicBezTo>
                  <a:pt x="1279525" y="1388432"/>
                  <a:pt x="1120775" y="1282069"/>
                  <a:pt x="1076325" y="1183644"/>
                </a:cubicBezTo>
                <a:cubicBezTo>
                  <a:pt x="1031875" y="1085219"/>
                  <a:pt x="1030288" y="931231"/>
                  <a:pt x="1038225" y="850269"/>
                </a:cubicBezTo>
                <a:cubicBezTo>
                  <a:pt x="1046162" y="769307"/>
                  <a:pt x="1100138" y="753431"/>
                  <a:pt x="1123950" y="697869"/>
                </a:cubicBezTo>
                <a:cubicBezTo>
                  <a:pt x="1147762" y="642307"/>
                  <a:pt x="1169988" y="596269"/>
                  <a:pt x="1181100" y="516894"/>
                </a:cubicBezTo>
                <a:cubicBezTo>
                  <a:pt x="1192212" y="437519"/>
                  <a:pt x="1214438" y="269244"/>
                  <a:pt x="1190625" y="221619"/>
                </a:cubicBezTo>
                <a:cubicBezTo>
                  <a:pt x="1166813" y="173994"/>
                  <a:pt x="1098550" y="223207"/>
                  <a:pt x="1038225" y="231144"/>
                </a:cubicBezTo>
                <a:cubicBezTo>
                  <a:pt x="977900" y="239081"/>
                  <a:pt x="896937" y="267657"/>
                  <a:pt x="828675" y="269244"/>
                </a:cubicBezTo>
                <a:cubicBezTo>
                  <a:pt x="760413" y="270831"/>
                  <a:pt x="684213" y="283531"/>
                  <a:pt x="628650" y="240669"/>
                </a:cubicBezTo>
                <a:cubicBezTo>
                  <a:pt x="573088" y="197806"/>
                  <a:pt x="534987" y="45406"/>
                  <a:pt x="495300" y="12069"/>
                </a:cubicBezTo>
                <a:cubicBezTo>
                  <a:pt x="455613" y="-21268"/>
                  <a:pt x="428625" y="23182"/>
                  <a:pt x="390525" y="40644"/>
                </a:cubicBezTo>
                <a:cubicBezTo>
                  <a:pt x="352425" y="58106"/>
                  <a:pt x="301625" y="66044"/>
                  <a:pt x="266700" y="116844"/>
                </a:cubicBezTo>
                <a:cubicBezTo>
                  <a:pt x="231775" y="167644"/>
                  <a:pt x="190500" y="277182"/>
                  <a:pt x="180975" y="345444"/>
                </a:cubicBezTo>
                <a:cubicBezTo>
                  <a:pt x="171450" y="413706"/>
                  <a:pt x="195263" y="472444"/>
                  <a:pt x="209550" y="526419"/>
                </a:cubicBezTo>
                <a:cubicBezTo>
                  <a:pt x="223838" y="580394"/>
                  <a:pt x="257175" y="637544"/>
                  <a:pt x="266700" y="669294"/>
                </a:cubicBezTo>
                <a:cubicBezTo>
                  <a:pt x="276225" y="701044"/>
                  <a:pt x="277813" y="693106"/>
                  <a:pt x="266700" y="716919"/>
                </a:cubicBezTo>
                <a:cubicBezTo>
                  <a:pt x="255588" y="740731"/>
                  <a:pt x="222250" y="777244"/>
                  <a:pt x="200025" y="812169"/>
                </a:cubicBezTo>
                <a:cubicBezTo>
                  <a:pt x="177800" y="847094"/>
                  <a:pt x="166687" y="875669"/>
                  <a:pt x="133350" y="926469"/>
                </a:cubicBezTo>
                <a:cubicBezTo>
                  <a:pt x="100013" y="977269"/>
                  <a:pt x="50006" y="1047119"/>
                  <a:pt x="0" y="1136019"/>
                </a:cubicBezTo>
                <a:close/>
              </a:path>
            </a:pathLst>
          </a:custGeom>
          <a:solidFill>
            <a:srgbClr val="FF0000">
              <a:alpha val="4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6" name="Prostoručno: oblik 15">
            <a:extLst>
              <a:ext uri="{FF2B5EF4-FFF2-40B4-BE49-F238E27FC236}">
                <a16:creationId xmlns:a16="http://schemas.microsoft.com/office/drawing/2014/main" id="{57D8C117-BA09-436A-B121-9C476A29133B}"/>
              </a:ext>
            </a:extLst>
          </p:cNvPr>
          <p:cNvSpPr/>
          <p:nvPr/>
        </p:nvSpPr>
        <p:spPr>
          <a:xfrm>
            <a:off x="3314282" y="2208717"/>
            <a:ext cx="1633069" cy="2526074"/>
          </a:xfrm>
          <a:custGeom>
            <a:avLst/>
            <a:gdLst>
              <a:gd name="connsiteX0" fmla="*/ 0 w 1633069"/>
              <a:gd name="connsiteY0" fmla="*/ 2353136 h 2526074"/>
              <a:gd name="connsiteX1" fmla="*/ 104775 w 1633069"/>
              <a:gd name="connsiteY1" fmla="*/ 2257886 h 2526074"/>
              <a:gd name="connsiteX2" fmla="*/ 104775 w 1633069"/>
              <a:gd name="connsiteY2" fmla="*/ 2257886 h 2526074"/>
              <a:gd name="connsiteX3" fmla="*/ 323850 w 1633069"/>
              <a:gd name="connsiteY3" fmla="*/ 2124536 h 2526074"/>
              <a:gd name="connsiteX4" fmla="*/ 323850 w 1633069"/>
              <a:gd name="connsiteY4" fmla="*/ 2124536 h 2526074"/>
              <a:gd name="connsiteX5" fmla="*/ 342900 w 1633069"/>
              <a:gd name="connsiteY5" fmla="*/ 2124536 h 2526074"/>
              <a:gd name="connsiteX6" fmla="*/ 390525 w 1633069"/>
              <a:gd name="connsiteY6" fmla="*/ 1895936 h 2526074"/>
              <a:gd name="connsiteX7" fmla="*/ 390525 w 1633069"/>
              <a:gd name="connsiteY7" fmla="*/ 1800686 h 2526074"/>
              <a:gd name="connsiteX8" fmla="*/ 542925 w 1633069"/>
              <a:gd name="connsiteY8" fmla="*/ 1572086 h 2526074"/>
              <a:gd name="connsiteX9" fmla="*/ 523875 w 1633069"/>
              <a:gd name="connsiteY9" fmla="*/ 1429211 h 2526074"/>
              <a:gd name="connsiteX10" fmla="*/ 523875 w 1633069"/>
              <a:gd name="connsiteY10" fmla="*/ 1429211 h 2526074"/>
              <a:gd name="connsiteX11" fmla="*/ 581025 w 1633069"/>
              <a:gd name="connsiteY11" fmla="*/ 1333961 h 2526074"/>
              <a:gd name="connsiteX12" fmla="*/ 552450 w 1633069"/>
              <a:gd name="connsiteY12" fmla="*/ 1229186 h 2526074"/>
              <a:gd name="connsiteX13" fmla="*/ 523875 w 1633069"/>
              <a:gd name="connsiteY13" fmla="*/ 981536 h 2526074"/>
              <a:gd name="connsiteX14" fmla="*/ 514350 w 1633069"/>
              <a:gd name="connsiteY14" fmla="*/ 495761 h 2526074"/>
              <a:gd name="connsiteX15" fmla="*/ 409575 w 1633069"/>
              <a:gd name="connsiteY15" fmla="*/ 429086 h 2526074"/>
              <a:gd name="connsiteX16" fmla="*/ 676275 w 1633069"/>
              <a:gd name="connsiteY16" fmla="*/ 19511 h 2526074"/>
              <a:gd name="connsiteX17" fmla="*/ 723900 w 1633069"/>
              <a:gd name="connsiteY17" fmla="*/ 86186 h 2526074"/>
              <a:gd name="connsiteX18" fmla="*/ 714375 w 1633069"/>
              <a:gd name="connsiteY18" fmla="*/ 267161 h 2526074"/>
              <a:gd name="connsiteX19" fmla="*/ 704850 w 1633069"/>
              <a:gd name="connsiteY19" fmla="*/ 476711 h 2526074"/>
              <a:gd name="connsiteX20" fmla="*/ 981075 w 1633069"/>
              <a:gd name="connsiteY20" fmla="*/ 743411 h 2526074"/>
              <a:gd name="connsiteX21" fmla="*/ 1104900 w 1633069"/>
              <a:gd name="connsiteY21" fmla="*/ 924386 h 2526074"/>
              <a:gd name="connsiteX22" fmla="*/ 1209675 w 1633069"/>
              <a:gd name="connsiteY22" fmla="*/ 1191086 h 2526074"/>
              <a:gd name="connsiteX23" fmla="*/ 1247775 w 1633069"/>
              <a:gd name="connsiteY23" fmla="*/ 1238711 h 2526074"/>
              <a:gd name="connsiteX24" fmla="*/ 1314450 w 1633069"/>
              <a:gd name="connsiteY24" fmla="*/ 1181561 h 2526074"/>
              <a:gd name="connsiteX25" fmla="*/ 1371600 w 1633069"/>
              <a:gd name="connsiteY25" fmla="*/ 1333961 h 2526074"/>
              <a:gd name="connsiteX26" fmla="*/ 1495425 w 1633069"/>
              <a:gd name="connsiteY26" fmla="*/ 1295861 h 2526074"/>
              <a:gd name="connsiteX27" fmla="*/ 1609725 w 1633069"/>
              <a:gd name="connsiteY27" fmla="*/ 1486361 h 2526074"/>
              <a:gd name="connsiteX28" fmla="*/ 1609725 w 1633069"/>
              <a:gd name="connsiteY28" fmla="*/ 1772111 h 2526074"/>
              <a:gd name="connsiteX29" fmla="*/ 1362075 w 1633069"/>
              <a:gd name="connsiteY29" fmla="*/ 1962611 h 2526074"/>
              <a:gd name="connsiteX30" fmla="*/ 1209675 w 1633069"/>
              <a:gd name="connsiteY30" fmla="*/ 1905461 h 2526074"/>
              <a:gd name="connsiteX31" fmla="*/ 1009650 w 1633069"/>
              <a:gd name="connsiteY31" fmla="*/ 2172161 h 2526074"/>
              <a:gd name="connsiteX32" fmla="*/ 866775 w 1633069"/>
              <a:gd name="connsiteY32" fmla="*/ 2315036 h 2526074"/>
              <a:gd name="connsiteX33" fmla="*/ 676275 w 1633069"/>
              <a:gd name="connsiteY33" fmla="*/ 2515061 h 2526074"/>
              <a:gd name="connsiteX34" fmla="*/ 542925 w 1633069"/>
              <a:gd name="connsiteY34" fmla="*/ 2486486 h 2526074"/>
              <a:gd name="connsiteX35" fmla="*/ 647700 w 1633069"/>
              <a:gd name="connsiteY35" fmla="*/ 2372186 h 2526074"/>
              <a:gd name="connsiteX36" fmla="*/ 714375 w 1633069"/>
              <a:gd name="connsiteY36" fmla="*/ 2200736 h 2526074"/>
              <a:gd name="connsiteX37" fmla="*/ 695325 w 1633069"/>
              <a:gd name="connsiteY37" fmla="*/ 2124536 h 2526074"/>
              <a:gd name="connsiteX38" fmla="*/ 504825 w 1633069"/>
              <a:gd name="connsiteY38" fmla="*/ 2219786 h 2526074"/>
              <a:gd name="connsiteX39" fmla="*/ 323850 w 1633069"/>
              <a:gd name="connsiteY39" fmla="*/ 2362661 h 2526074"/>
              <a:gd name="connsiteX40" fmla="*/ 266700 w 1633069"/>
              <a:gd name="connsiteY40" fmla="*/ 2410286 h 2526074"/>
              <a:gd name="connsiteX41" fmla="*/ 0 w 1633069"/>
              <a:gd name="connsiteY41" fmla="*/ 2353136 h 25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33069" h="2526074">
                <a:moveTo>
                  <a:pt x="0" y="2353136"/>
                </a:moveTo>
                <a:lnTo>
                  <a:pt x="104775" y="2257886"/>
                </a:lnTo>
                <a:lnTo>
                  <a:pt x="104775" y="2257886"/>
                </a:lnTo>
                <a:lnTo>
                  <a:pt x="323850" y="2124536"/>
                </a:lnTo>
                <a:lnTo>
                  <a:pt x="323850" y="2124536"/>
                </a:lnTo>
                <a:cubicBezTo>
                  <a:pt x="327025" y="2124536"/>
                  <a:pt x="331788" y="2162636"/>
                  <a:pt x="342900" y="2124536"/>
                </a:cubicBezTo>
                <a:cubicBezTo>
                  <a:pt x="354012" y="2086436"/>
                  <a:pt x="382588" y="1949911"/>
                  <a:pt x="390525" y="1895936"/>
                </a:cubicBezTo>
                <a:cubicBezTo>
                  <a:pt x="398462" y="1841961"/>
                  <a:pt x="365125" y="1854661"/>
                  <a:pt x="390525" y="1800686"/>
                </a:cubicBezTo>
                <a:cubicBezTo>
                  <a:pt x="415925" y="1746711"/>
                  <a:pt x="520700" y="1633999"/>
                  <a:pt x="542925" y="1572086"/>
                </a:cubicBezTo>
                <a:cubicBezTo>
                  <a:pt x="565150" y="1510173"/>
                  <a:pt x="523875" y="1429211"/>
                  <a:pt x="523875" y="1429211"/>
                </a:cubicBezTo>
                <a:lnTo>
                  <a:pt x="523875" y="1429211"/>
                </a:lnTo>
                <a:cubicBezTo>
                  <a:pt x="533400" y="1413336"/>
                  <a:pt x="576263" y="1367298"/>
                  <a:pt x="581025" y="1333961"/>
                </a:cubicBezTo>
                <a:cubicBezTo>
                  <a:pt x="585787" y="1300624"/>
                  <a:pt x="561975" y="1287923"/>
                  <a:pt x="552450" y="1229186"/>
                </a:cubicBezTo>
                <a:cubicBezTo>
                  <a:pt x="542925" y="1170448"/>
                  <a:pt x="530225" y="1103773"/>
                  <a:pt x="523875" y="981536"/>
                </a:cubicBezTo>
                <a:cubicBezTo>
                  <a:pt x="517525" y="859299"/>
                  <a:pt x="533400" y="587836"/>
                  <a:pt x="514350" y="495761"/>
                </a:cubicBezTo>
                <a:cubicBezTo>
                  <a:pt x="495300" y="403686"/>
                  <a:pt x="382588" y="508461"/>
                  <a:pt x="409575" y="429086"/>
                </a:cubicBezTo>
                <a:cubicBezTo>
                  <a:pt x="436562" y="349711"/>
                  <a:pt x="623887" y="76661"/>
                  <a:pt x="676275" y="19511"/>
                </a:cubicBezTo>
                <a:cubicBezTo>
                  <a:pt x="728663" y="-37639"/>
                  <a:pt x="717550" y="44911"/>
                  <a:pt x="723900" y="86186"/>
                </a:cubicBezTo>
                <a:cubicBezTo>
                  <a:pt x="730250" y="127461"/>
                  <a:pt x="717550" y="202073"/>
                  <a:pt x="714375" y="267161"/>
                </a:cubicBezTo>
                <a:cubicBezTo>
                  <a:pt x="711200" y="332248"/>
                  <a:pt x="660400" y="397336"/>
                  <a:pt x="704850" y="476711"/>
                </a:cubicBezTo>
                <a:cubicBezTo>
                  <a:pt x="749300" y="556086"/>
                  <a:pt x="914400" y="668798"/>
                  <a:pt x="981075" y="743411"/>
                </a:cubicBezTo>
                <a:cubicBezTo>
                  <a:pt x="1047750" y="818023"/>
                  <a:pt x="1066800" y="849773"/>
                  <a:pt x="1104900" y="924386"/>
                </a:cubicBezTo>
                <a:cubicBezTo>
                  <a:pt x="1143000" y="998998"/>
                  <a:pt x="1185863" y="1138699"/>
                  <a:pt x="1209675" y="1191086"/>
                </a:cubicBezTo>
                <a:cubicBezTo>
                  <a:pt x="1233487" y="1243473"/>
                  <a:pt x="1230313" y="1240298"/>
                  <a:pt x="1247775" y="1238711"/>
                </a:cubicBezTo>
                <a:cubicBezTo>
                  <a:pt x="1265237" y="1237124"/>
                  <a:pt x="1293813" y="1165686"/>
                  <a:pt x="1314450" y="1181561"/>
                </a:cubicBezTo>
                <a:cubicBezTo>
                  <a:pt x="1335088" y="1197436"/>
                  <a:pt x="1341438" y="1314911"/>
                  <a:pt x="1371600" y="1333961"/>
                </a:cubicBezTo>
                <a:cubicBezTo>
                  <a:pt x="1401763" y="1353011"/>
                  <a:pt x="1455738" y="1270461"/>
                  <a:pt x="1495425" y="1295861"/>
                </a:cubicBezTo>
                <a:cubicBezTo>
                  <a:pt x="1535113" y="1321261"/>
                  <a:pt x="1590675" y="1406986"/>
                  <a:pt x="1609725" y="1486361"/>
                </a:cubicBezTo>
                <a:cubicBezTo>
                  <a:pt x="1628775" y="1565736"/>
                  <a:pt x="1651000" y="1692736"/>
                  <a:pt x="1609725" y="1772111"/>
                </a:cubicBezTo>
                <a:cubicBezTo>
                  <a:pt x="1568450" y="1851486"/>
                  <a:pt x="1428750" y="1940386"/>
                  <a:pt x="1362075" y="1962611"/>
                </a:cubicBezTo>
                <a:cubicBezTo>
                  <a:pt x="1295400" y="1984836"/>
                  <a:pt x="1268413" y="1870536"/>
                  <a:pt x="1209675" y="1905461"/>
                </a:cubicBezTo>
                <a:cubicBezTo>
                  <a:pt x="1150938" y="1940386"/>
                  <a:pt x="1066800" y="2103899"/>
                  <a:pt x="1009650" y="2172161"/>
                </a:cubicBezTo>
                <a:cubicBezTo>
                  <a:pt x="952500" y="2240423"/>
                  <a:pt x="922337" y="2257886"/>
                  <a:pt x="866775" y="2315036"/>
                </a:cubicBezTo>
                <a:cubicBezTo>
                  <a:pt x="811213" y="2372186"/>
                  <a:pt x="730250" y="2486486"/>
                  <a:pt x="676275" y="2515061"/>
                </a:cubicBezTo>
                <a:cubicBezTo>
                  <a:pt x="622300" y="2543636"/>
                  <a:pt x="547687" y="2510298"/>
                  <a:pt x="542925" y="2486486"/>
                </a:cubicBezTo>
                <a:cubicBezTo>
                  <a:pt x="538163" y="2462674"/>
                  <a:pt x="619125" y="2419811"/>
                  <a:pt x="647700" y="2372186"/>
                </a:cubicBezTo>
                <a:cubicBezTo>
                  <a:pt x="676275" y="2324561"/>
                  <a:pt x="706438" y="2242011"/>
                  <a:pt x="714375" y="2200736"/>
                </a:cubicBezTo>
                <a:cubicBezTo>
                  <a:pt x="722312" y="2159461"/>
                  <a:pt x="730250" y="2121361"/>
                  <a:pt x="695325" y="2124536"/>
                </a:cubicBezTo>
                <a:cubicBezTo>
                  <a:pt x="660400" y="2127711"/>
                  <a:pt x="566738" y="2180098"/>
                  <a:pt x="504825" y="2219786"/>
                </a:cubicBezTo>
                <a:cubicBezTo>
                  <a:pt x="442912" y="2259474"/>
                  <a:pt x="363538" y="2330911"/>
                  <a:pt x="323850" y="2362661"/>
                </a:cubicBezTo>
                <a:cubicBezTo>
                  <a:pt x="284163" y="2394411"/>
                  <a:pt x="320675" y="2408699"/>
                  <a:pt x="266700" y="2410286"/>
                </a:cubicBezTo>
                <a:cubicBezTo>
                  <a:pt x="212725" y="2411874"/>
                  <a:pt x="106362" y="2392030"/>
                  <a:pt x="0" y="2353136"/>
                </a:cubicBezTo>
                <a:close/>
              </a:path>
            </a:pathLst>
          </a:custGeom>
          <a:solidFill>
            <a:srgbClr val="0070C0">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8" name="Prostoručno: oblik 17">
            <a:extLst>
              <a:ext uri="{FF2B5EF4-FFF2-40B4-BE49-F238E27FC236}">
                <a16:creationId xmlns:a16="http://schemas.microsoft.com/office/drawing/2014/main" id="{3E8E5A12-5954-46E5-B054-7B9FB1D6995D}"/>
              </a:ext>
            </a:extLst>
          </p:cNvPr>
          <p:cNvSpPr/>
          <p:nvPr/>
        </p:nvSpPr>
        <p:spPr>
          <a:xfrm>
            <a:off x="4141445" y="1437789"/>
            <a:ext cx="822152" cy="1439434"/>
          </a:xfrm>
          <a:custGeom>
            <a:avLst/>
            <a:gdLst>
              <a:gd name="connsiteX0" fmla="*/ 1930 w 822152"/>
              <a:gd name="connsiteY0" fmla="*/ 371961 h 1439434"/>
              <a:gd name="connsiteX1" fmla="*/ 163855 w 822152"/>
              <a:gd name="connsiteY1" fmla="*/ 219561 h 1439434"/>
              <a:gd name="connsiteX2" fmla="*/ 135280 w 822152"/>
              <a:gd name="connsiteY2" fmla="*/ 48111 h 1439434"/>
              <a:gd name="connsiteX3" fmla="*/ 135280 w 822152"/>
              <a:gd name="connsiteY3" fmla="*/ 48111 h 1439434"/>
              <a:gd name="connsiteX4" fmla="*/ 135280 w 822152"/>
              <a:gd name="connsiteY4" fmla="*/ 486 h 1439434"/>
              <a:gd name="connsiteX5" fmla="*/ 287680 w 822152"/>
              <a:gd name="connsiteY5" fmla="*/ 29061 h 1439434"/>
              <a:gd name="connsiteX6" fmla="*/ 535330 w 822152"/>
              <a:gd name="connsiteY6" fmla="*/ 114786 h 1439434"/>
              <a:gd name="connsiteX7" fmla="*/ 544855 w 822152"/>
              <a:gd name="connsiteY7" fmla="*/ 219561 h 1439434"/>
              <a:gd name="connsiteX8" fmla="*/ 468655 w 822152"/>
              <a:gd name="connsiteY8" fmla="*/ 486261 h 1439434"/>
              <a:gd name="connsiteX9" fmla="*/ 468655 w 822152"/>
              <a:gd name="connsiteY9" fmla="*/ 552936 h 1439434"/>
              <a:gd name="connsiteX10" fmla="*/ 706780 w 822152"/>
              <a:gd name="connsiteY10" fmla="*/ 533886 h 1439434"/>
              <a:gd name="connsiteX11" fmla="*/ 802030 w 822152"/>
              <a:gd name="connsiteY11" fmla="*/ 552936 h 1439434"/>
              <a:gd name="connsiteX12" fmla="*/ 821080 w 822152"/>
              <a:gd name="connsiteY12" fmla="*/ 829161 h 1439434"/>
              <a:gd name="connsiteX13" fmla="*/ 782980 w 822152"/>
              <a:gd name="connsiteY13" fmla="*/ 1429236 h 1439434"/>
              <a:gd name="connsiteX14" fmla="*/ 687730 w 822152"/>
              <a:gd name="connsiteY14" fmla="*/ 1191111 h 1439434"/>
              <a:gd name="connsiteX15" fmla="*/ 506755 w 822152"/>
              <a:gd name="connsiteY15" fmla="*/ 981561 h 1439434"/>
              <a:gd name="connsiteX16" fmla="*/ 335305 w 822152"/>
              <a:gd name="connsiteY16" fmla="*/ 800586 h 1439434"/>
              <a:gd name="connsiteX17" fmla="*/ 259105 w 822152"/>
              <a:gd name="connsiteY17" fmla="*/ 705336 h 1439434"/>
              <a:gd name="connsiteX18" fmla="*/ 87655 w 822152"/>
              <a:gd name="connsiteY18" fmla="*/ 591036 h 1439434"/>
              <a:gd name="connsiteX19" fmla="*/ 1930 w 822152"/>
              <a:gd name="connsiteY19" fmla="*/ 371961 h 1439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22152" h="1439434">
                <a:moveTo>
                  <a:pt x="1930" y="371961"/>
                </a:moveTo>
                <a:cubicBezTo>
                  <a:pt x="14630" y="310048"/>
                  <a:pt x="141630" y="273536"/>
                  <a:pt x="163855" y="219561"/>
                </a:cubicBezTo>
                <a:cubicBezTo>
                  <a:pt x="186080" y="165586"/>
                  <a:pt x="135280" y="48111"/>
                  <a:pt x="135280" y="48111"/>
                </a:cubicBezTo>
                <a:lnTo>
                  <a:pt x="135280" y="48111"/>
                </a:lnTo>
                <a:cubicBezTo>
                  <a:pt x="135280" y="40174"/>
                  <a:pt x="109880" y="3661"/>
                  <a:pt x="135280" y="486"/>
                </a:cubicBezTo>
                <a:cubicBezTo>
                  <a:pt x="160680" y="-2689"/>
                  <a:pt x="221005" y="10011"/>
                  <a:pt x="287680" y="29061"/>
                </a:cubicBezTo>
                <a:cubicBezTo>
                  <a:pt x="354355" y="48111"/>
                  <a:pt x="492468" y="83036"/>
                  <a:pt x="535330" y="114786"/>
                </a:cubicBezTo>
                <a:cubicBezTo>
                  <a:pt x="578192" y="146536"/>
                  <a:pt x="555968" y="157648"/>
                  <a:pt x="544855" y="219561"/>
                </a:cubicBezTo>
                <a:cubicBezTo>
                  <a:pt x="533742" y="281474"/>
                  <a:pt x="481355" y="430698"/>
                  <a:pt x="468655" y="486261"/>
                </a:cubicBezTo>
                <a:cubicBezTo>
                  <a:pt x="455955" y="541824"/>
                  <a:pt x="428968" y="544999"/>
                  <a:pt x="468655" y="552936"/>
                </a:cubicBezTo>
                <a:cubicBezTo>
                  <a:pt x="508342" y="560873"/>
                  <a:pt x="651218" y="533886"/>
                  <a:pt x="706780" y="533886"/>
                </a:cubicBezTo>
                <a:cubicBezTo>
                  <a:pt x="762342" y="533886"/>
                  <a:pt x="782980" y="503724"/>
                  <a:pt x="802030" y="552936"/>
                </a:cubicBezTo>
                <a:cubicBezTo>
                  <a:pt x="821080" y="602149"/>
                  <a:pt x="824255" y="683111"/>
                  <a:pt x="821080" y="829161"/>
                </a:cubicBezTo>
                <a:cubicBezTo>
                  <a:pt x="817905" y="975211"/>
                  <a:pt x="805205" y="1368911"/>
                  <a:pt x="782980" y="1429236"/>
                </a:cubicBezTo>
                <a:cubicBezTo>
                  <a:pt x="760755" y="1489561"/>
                  <a:pt x="733767" y="1265723"/>
                  <a:pt x="687730" y="1191111"/>
                </a:cubicBezTo>
                <a:cubicBezTo>
                  <a:pt x="641693" y="1116499"/>
                  <a:pt x="565492" y="1046648"/>
                  <a:pt x="506755" y="981561"/>
                </a:cubicBezTo>
                <a:cubicBezTo>
                  <a:pt x="448018" y="916474"/>
                  <a:pt x="376580" y="846623"/>
                  <a:pt x="335305" y="800586"/>
                </a:cubicBezTo>
                <a:cubicBezTo>
                  <a:pt x="294030" y="754549"/>
                  <a:pt x="300380" y="740261"/>
                  <a:pt x="259105" y="705336"/>
                </a:cubicBezTo>
                <a:cubicBezTo>
                  <a:pt x="217830" y="670411"/>
                  <a:pt x="133692" y="646598"/>
                  <a:pt x="87655" y="591036"/>
                </a:cubicBezTo>
                <a:cubicBezTo>
                  <a:pt x="41618" y="535474"/>
                  <a:pt x="-10770" y="433874"/>
                  <a:pt x="1930" y="371961"/>
                </a:cubicBezTo>
                <a:close/>
              </a:path>
            </a:pathLst>
          </a:custGeom>
          <a:solidFill>
            <a:srgbClr val="0070C0">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9" name="Prostoručno: oblik 18">
            <a:extLst>
              <a:ext uri="{FF2B5EF4-FFF2-40B4-BE49-F238E27FC236}">
                <a16:creationId xmlns:a16="http://schemas.microsoft.com/office/drawing/2014/main" id="{491D0F54-A5AB-4FA7-BFC2-848BDFA6E85B}"/>
              </a:ext>
            </a:extLst>
          </p:cNvPr>
          <p:cNvSpPr/>
          <p:nvPr/>
        </p:nvSpPr>
        <p:spPr>
          <a:xfrm>
            <a:off x="3589306" y="1704975"/>
            <a:ext cx="478089" cy="600304"/>
          </a:xfrm>
          <a:custGeom>
            <a:avLst/>
            <a:gdLst>
              <a:gd name="connsiteX0" fmla="*/ 325470 w 478089"/>
              <a:gd name="connsiteY0" fmla="*/ 0 h 600304"/>
              <a:gd name="connsiteX1" fmla="*/ 325470 w 478089"/>
              <a:gd name="connsiteY1" fmla="*/ 76200 h 600304"/>
              <a:gd name="connsiteX2" fmla="*/ 325470 w 478089"/>
              <a:gd name="connsiteY2" fmla="*/ 76200 h 600304"/>
              <a:gd name="connsiteX3" fmla="*/ 477870 w 478089"/>
              <a:gd name="connsiteY3" fmla="*/ 123825 h 600304"/>
              <a:gd name="connsiteX4" fmla="*/ 287370 w 478089"/>
              <a:gd name="connsiteY4" fmla="*/ 295275 h 600304"/>
              <a:gd name="connsiteX5" fmla="*/ 163545 w 478089"/>
              <a:gd name="connsiteY5" fmla="*/ 428625 h 600304"/>
              <a:gd name="connsiteX6" fmla="*/ 1620 w 478089"/>
              <a:gd name="connsiteY6" fmla="*/ 600075 h 600304"/>
              <a:gd name="connsiteX7" fmla="*/ 87345 w 478089"/>
              <a:gd name="connsiteY7" fmla="*/ 390525 h 600304"/>
              <a:gd name="connsiteX8" fmla="*/ 201645 w 478089"/>
              <a:gd name="connsiteY8" fmla="*/ 180975 h 600304"/>
              <a:gd name="connsiteX9" fmla="*/ 325470 w 478089"/>
              <a:gd name="connsiteY9" fmla="*/ 0 h 60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8089" h="600304">
                <a:moveTo>
                  <a:pt x="325470" y="0"/>
                </a:moveTo>
                <a:lnTo>
                  <a:pt x="325470" y="76200"/>
                </a:lnTo>
                <a:lnTo>
                  <a:pt x="325470" y="76200"/>
                </a:lnTo>
                <a:cubicBezTo>
                  <a:pt x="350870" y="84137"/>
                  <a:pt x="484220" y="87313"/>
                  <a:pt x="477870" y="123825"/>
                </a:cubicBezTo>
                <a:cubicBezTo>
                  <a:pt x="471520" y="160337"/>
                  <a:pt x="339758" y="244475"/>
                  <a:pt x="287370" y="295275"/>
                </a:cubicBezTo>
                <a:cubicBezTo>
                  <a:pt x="234982" y="346075"/>
                  <a:pt x="163545" y="428625"/>
                  <a:pt x="163545" y="428625"/>
                </a:cubicBezTo>
                <a:cubicBezTo>
                  <a:pt x="115920" y="479425"/>
                  <a:pt x="14320" y="606425"/>
                  <a:pt x="1620" y="600075"/>
                </a:cubicBezTo>
                <a:cubicBezTo>
                  <a:pt x="-11080" y="593725"/>
                  <a:pt x="54008" y="460375"/>
                  <a:pt x="87345" y="390525"/>
                </a:cubicBezTo>
                <a:cubicBezTo>
                  <a:pt x="120682" y="320675"/>
                  <a:pt x="168308" y="250825"/>
                  <a:pt x="201645" y="180975"/>
                </a:cubicBezTo>
                <a:cubicBezTo>
                  <a:pt x="234982" y="111125"/>
                  <a:pt x="261176" y="41275"/>
                  <a:pt x="325470" y="0"/>
                </a:cubicBezTo>
                <a:close/>
              </a:path>
            </a:pathLst>
          </a:custGeom>
          <a:solidFill>
            <a:srgbClr val="0070C0">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20" name="Prostoručno: oblik 19">
            <a:extLst>
              <a:ext uri="{FF2B5EF4-FFF2-40B4-BE49-F238E27FC236}">
                <a16:creationId xmlns:a16="http://schemas.microsoft.com/office/drawing/2014/main" id="{9B007DA8-EB20-4235-B35B-1D030F723959}"/>
              </a:ext>
            </a:extLst>
          </p:cNvPr>
          <p:cNvSpPr/>
          <p:nvPr/>
        </p:nvSpPr>
        <p:spPr>
          <a:xfrm>
            <a:off x="6061127" y="2088772"/>
            <a:ext cx="636949" cy="1382982"/>
          </a:xfrm>
          <a:custGeom>
            <a:avLst/>
            <a:gdLst>
              <a:gd name="connsiteX0" fmla="*/ 636854 w 636949"/>
              <a:gd name="connsiteY0" fmla="*/ 6728 h 1382982"/>
              <a:gd name="connsiteX1" fmla="*/ 606374 w 636949"/>
              <a:gd name="connsiteY1" fmla="*/ 342008 h 1382982"/>
              <a:gd name="connsiteX2" fmla="*/ 606374 w 636949"/>
              <a:gd name="connsiteY2" fmla="*/ 383918 h 1382982"/>
              <a:gd name="connsiteX3" fmla="*/ 568274 w 636949"/>
              <a:gd name="connsiteY3" fmla="*/ 463928 h 1382982"/>
              <a:gd name="connsiteX4" fmla="*/ 564464 w 636949"/>
              <a:gd name="connsiteY4" fmla="*/ 582038 h 1382982"/>
              <a:gd name="connsiteX5" fmla="*/ 564464 w 636949"/>
              <a:gd name="connsiteY5" fmla="*/ 582038 h 1382982"/>
              <a:gd name="connsiteX6" fmla="*/ 572084 w 636949"/>
              <a:gd name="connsiteY6" fmla="*/ 658238 h 1382982"/>
              <a:gd name="connsiteX7" fmla="*/ 553034 w 636949"/>
              <a:gd name="connsiteY7" fmla="*/ 1107818 h 1382982"/>
              <a:gd name="connsiteX8" fmla="*/ 514934 w 636949"/>
              <a:gd name="connsiteY8" fmla="*/ 1229738 h 1382982"/>
              <a:gd name="connsiteX9" fmla="*/ 377774 w 636949"/>
              <a:gd name="connsiteY9" fmla="*/ 1347848 h 1382982"/>
              <a:gd name="connsiteX10" fmla="*/ 210134 w 636949"/>
              <a:gd name="connsiteY10" fmla="*/ 1382138 h 1382982"/>
              <a:gd name="connsiteX11" fmla="*/ 141554 w 636949"/>
              <a:gd name="connsiteY11" fmla="*/ 1321178 h 1382982"/>
              <a:gd name="connsiteX12" fmla="*/ 137744 w 636949"/>
              <a:gd name="connsiteY12" fmla="*/ 1142108 h 1382982"/>
              <a:gd name="connsiteX13" fmla="*/ 95834 w 636949"/>
              <a:gd name="connsiteY13" fmla="*/ 1107818 h 1382982"/>
              <a:gd name="connsiteX14" fmla="*/ 95834 w 636949"/>
              <a:gd name="connsiteY14" fmla="*/ 1206878 h 1382982"/>
              <a:gd name="connsiteX15" fmla="*/ 31064 w 636949"/>
              <a:gd name="connsiteY15" fmla="*/ 1336418 h 1382982"/>
              <a:gd name="connsiteX16" fmla="*/ 23444 w 636949"/>
              <a:gd name="connsiteY16" fmla="*/ 1237358 h 1382982"/>
              <a:gd name="connsiteX17" fmla="*/ 584 w 636949"/>
              <a:gd name="connsiteY17" fmla="*/ 848738 h 1382982"/>
              <a:gd name="connsiteX18" fmla="*/ 50114 w 636949"/>
              <a:gd name="connsiteY18" fmla="*/ 787778 h 1382982"/>
              <a:gd name="connsiteX19" fmla="*/ 172034 w 636949"/>
              <a:gd name="connsiteY19" fmla="*/ 772538 h 1382982"/>
              <a:gd name="connsiteX20" fmla="*/ 191084 w 636949"/>
              <a:gd name="connsiteY20" fmla="*/ 772538 h 1382982"/>
              <a:gd name="connsiteX21" fmla="*/ 229184 w 636949"/>
              <a:gd name="connsiteY21" fmla="*/ 909698 h 1382982"/>
              <a:gd name="connsiteX22" fmla="*/ 278714 w 636949"/>
              <a:gd name="connsiteY22" fmla="*/ 1027808 h 1382982"/>
              <a:gd name="connsiteX23" fmla="*/ 335864 w 636949"/>
              <a:gd name="connsiteY23" fmla="*/ 1046858 h 1382982"/>
              <a:gd name="connsiteX24" fmla="*/ 423494 w 636949"/>
              <a:gd name="connsiteY24" fmla="*/ 993518 h 1382982"/>
              <a:gd name="connsiteX25" fmla="*/ 457784 w 636949"/>
              <a:gd name="connsiteY25" fmla="*/ 883028 h 1382982"/>
              <a:gd name="connsiteX26" fmla="*/ 484454 w 636949"/>
              <a:gd name="connsiteY26" fmla="*/ 597278 h 1382982"/>
              <a:gd name="connsiteX27" fmla="*/ 518744 w 636949"/>
              <a:gd name="connsiteY27" fmla="*/ 368678 h 1382982"/>
              <a:gd name="connsiteX28" fmla="*/ 537794 w 636949"/>
              <a:gd name="connsiteY28" fmla="*/ 231518 h 1382982"/>
              <a:gd name="connsiteX29" fmla="*/ 594944 w 636949"/>
              <a:gd name="connsiteY29" fmla="*/ 128648 h 1382982"/>
              <a:gd name="connsiteX30" fmla="*/ 636854 w 636949"/>
              <a:gd name="connsiteY30" fmla="*/ 6728 h 13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6949" h="1382982">
                <a:moveTo>
                  <a:pt x="636854" y="6728"/>
                </a:moveTo>
                <a:cubicBezTo>
                  <a:pt x="638759" y="42288"/>
                  <a:pt x="611454" y="279143"/>
                  <a:pt x="606374" y="342008"/>
                </a:cubicBezTo>
                <a:cubicBezTo>
                  <a:pt x="601294" y="404873"/>
                  <a:pt x="612724" y="363598"/>
                  <a:pt x="606374" y="383918"/>
                </a:cubicBezTo>
                <a:cubicBezTo>
                  <a:pt x="600024" y="404238"/>
                  <a:pt x="575259" y="430908"/>
                  <a:pt x="568274" y="463928"/>
                </a:cubicBezTo>
                <a:cubicBezTo>
                  <a:pt x="561289" y="496948"/>
                  <a:pt x="564464" y="582038"/>
                  <a:pt x="564464" y="582038"/>
                </a:cubicBezTo>
                <a:lnTo>
                  <a:pt x="564464" y="582038"/>
                </a:lnTo>
                <a:cubicBezTo>
                  <a:pt x="565734" y="594738"/>
                  <a:pt x="573989" y="570608"/>
                  <a:pt x="572084" y="658238"/>
                </a:cubicBezTo>
                <a:cubicBezTo>
                  <a:pt x="570179" y="745868"/>
                  <a:pt x="562559" y="1012568"/>
                  <a:pt x="553034" y="1107818"/>
                </a:cubicBezTo>
                <a:cubicBezTo>
                  <a:pt x="543509" y="1203068"/>
                  <a:pt x="544144" y="1189733"/>
                  <a:pt x="514934" y="1229738"/>
                </a:cubicBezTo>
                <a:cubicBezTo>
                  <a:pt x="485724" y="1269743"/>
                  <a:pt x="428574" y="1322448"/>
                  <a:pt x="377774" y="1347848"/>
                </a:cubicBezTo>
                <a:cubicBezTo>
                  <a:pt x="326974" y="1373248"/>
                  <a:pt x="249504" y="1386583"/>
                  <a:pt x="210134" y="1382138"/>
                </a:cubicBezTo>
                <a:cubicBezTo>
                  <a:pt x="170764" y="1377693"/>
                  <a:pt x="153619" y="1361183"/>
                  <a:pt x="141554" y="1321178"/>
                </a:cubicBezTo>
                <a:cubicBezTo>
                  <a:pt x="129489" y="1281173"/>
                  <a:pt x="145364" y="1177668"/>
                  <a:pt x="137744" y="1142108"/>
                </a:cubicBezTo>
                <a:cubicBezTo>
                  <a:pt x="130124" y="1106548"/>
                  <a:pt x="102819" y="1097023"/>
                  <a:pt x="95834" y="1107818"/>
                </a:cubicBezTo>
                <a:cubicBezTo>
                  <a:pt x="88849" y="1118613"/>
                  <a:pt x="106629" y="1168778"/>
                  <a:pt x="95834" y="1206878"/>
                </a:cubicBezTo>
                <a:cubicBezTo>
                  <a:pt x="85039" y="1244978"/>
                  <a:pt x="43129" y="1331338"/>
                  <a:pt x="31064" y="1336418"/>
                </a:cubicBezTo>
                <a:cubicBezTo>
                  <a:pt x="18999" y="1341498"/>
                  <a:pt x="28524" y="1318638"/>
                  <a:pt x="23444" y="1237358"/>
                </a:cubicBezTo>
                <a:cubicBezTo>
                  <a:pt x="18364" y="1156078"/>
                  <a:pt x="-3861" y="923668"/>
                  <a:pt x="584" y="848738"/>
                </a:cubicBezTo>
                <a:cubicBezTo>
                  <a:pt x="5029" y="773808"/>
                  <a:pt x="21539" y="800478"/>
                  <a:pt x="50114" y="787778"/>
                </a:cubicBezTo>
                <a:cubicBezTo>
                  <a:pt x="78689" y="775078"/>
                  <a:pt x="148539" y="775078"/>
                  <a:pt x="172034" y="772538"/>
                </a:cubicBezTo>
                <a:cubicBezTo>
                  <a:pt x="195529" y="769998"/>
                  <a:pt x="181559" y="749678"/>
                  <a:pt x="191084" y="772538"/>
                </a:cubicBezTo>
                <a:cubicBezTo>
                  <a:pt x="200609" y="795398"/>
                  <a:pt x="214579" y="867153"/>
                  <a:pt x="229184" y="909698"/>
                </a:cubicBezTo>
                <a:cubicBezTo>
                  <a:pt x="243789" y="952243"/>
                  <a:pt x="260934" y="1004948"/>
                  <a:pt x="278714" y="1027808"/>
                </a:cubicBezTo>
                <a:cubicBezTo>
                  <a:pt x="296494" y="1050668"/>
                  <a:pt x="311734" y="1052573"/>
                  <a:pt x="335864" y="1046858"/>
                </a:cubicBezTo>
                <a:cubicBezTo>
                  <a:pt x="359994" y="1041143"/>
                  <a:pt x="403174" y="1020823"/>
                  <a:pt x="423494" y="993518"/>
                </a:cubicBezTo>
                <a:cubicBezTo>
                  <a:pt x="443814" y="966213"/>
                  <a:pt x="447624" y="949068"/>
                  <a:pt x="457784" y="883028"/>
                </a:cubicBezTo>
                <a:cubicBezTo>
                  <a:pt x="467944" y="816988"/>
                  <a:pt x="474294" y="683003"/>
                  <a:pt x="484454" y="597278"/>
                </a:cubicBezTo>
                <a:cubicBezTo>
                  <a:pt x="494614" y="511553"/>
                  <a:pt x="509854" y="429638"/>
                  <a:pt x="518744" y="368678"/>
                </a:cubicBezTo>
                <a:cubicBezTo>
                  <a:pt x="527634" y="307718"/>
                  <a:pt x="525094" y="271523"/>
                  <a:pt x="537794" y="231518"/>
                </a:cubicBezTo>
                <a:cubicBezTo>
                  <a:pt x="550494" y="191513"/>
                  <a:pt x="579069" y="171193"/>
                  <a:pt x="594944" y="128648"/>
                </a:cubicBezTo>
                <a:cubicBezTo>
                  <a:pt x="610819" y="86103"/>
                  <a:pt x="634949" y="-28832"/>
                  <a:pt x="636854" y="6728"/>
                </a:cubicBezTo>
                <a:close/>
              </a:path>
            </a:pathLst>
          </a:custGeom>
          <a:solidFill>
            <a:srgbClr val="0070C0">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21" name="Prostoručno: oblik 20">
            <a:extLst>
              <a:ext uri="{FF2B5EF4-FFF2-40B4-BE49-F238E27FC236}">
                <a16:creationId xmlns:a16="http://schemas.microsoft.com/office/drawing/2014/main" id="{4F47E628-439C-4282-9736-FBDB1290D17C}"/>
              </a:ext>
            </a:extLst>
          </p:cNvPr>
          <p:cNvSpPr/>
          <p:nvPr/>
        </p:nvSpPr>
        <p:spPr>
          <a:xfrm>
            <a:off x="6658169" y="2590751"/>
            <a:ext cx="561783" cy="1024941"/>
          </a:xfrm>
          <a:custGeom>
            <a:avLst/>
            <a:gdLst>
              <a:gd name="connsiteX0" fmla="*/ 561782 w 561782"/>
              <a:gd name="connsiteY0" fmla="*/ 1005891 h 1024941"/>
              <a:gd name="connsiteX1" fmla="*/ 329372 w 561782"/>
              <a:gd name="connsiteY1" fmla="*/ 1024941 h 1024941"/>
              <a:gd name="connsiteX2" fmla="*/ 329372 w 561782"/>
              <a:gd name="connsiteY2" fmla="*/ 1024941 h 1024941"/>
              <a:gd name="connsiteX3" fmla="*/ 222692 w 561782"/>
              <a:gd name="connsiteY3" fmla="*/ 963981 h 1024941"/>
              <a:gd name="connsiteX4" fmla="*/ 100772 w 561782"/>
              <a:gd name="connsiteY4" fmla="*/ 792531 h 1024941"/>
              <a:gd name="connsiteX5" fmla="*/ 47432 w 561782"/>
              <a:gd name="connsiteY5" fmla="*/ 811581 h 1024941"/>
              <a:gd name="connsiteX6" fmla="*/ 20762 w 561782"/>
              <a:gd name="connsiteY6" fmla="*/ 834441 h 1024941"/>
              <a:gd name="connsiteX7" fmla="*/ 9332 w 561782"/>
              <a:gd name="connsiteY7" fmla="*/ 765861 h 1024941"/>
              <a:gd name="connsiteX8" fmla="*/ 1712 w 561782"/>
              <a:gd name="connsiteY8" fmla="*/ 602031 h 1024941"/>
              <a:gd name="connsiteX9" fmla="*/ 43622 w 561782"/>
              <a:gd name="connsiteY9" fmla="*/ 400101 h 1024941"/>
              <a:gd name="connsiteX10" fmla="*/ 43622 w 561782"/>
              <a:gd name="connsiteY10" fmla="*/ 297231 h 1024941"/>
              <a:gd name="connsiteX11" fmla="*/ 85532 w 561782"/>
              <a:gd name="connsiteY11" fmla="*/ 198171 h 1024941"/>
              <a:gd name="connsiteX12" fmla="*/ 131252 w 561782"/>
              <a:gd name="connsiteY12" fmla="*/ 213411 h 1024941"/>
              <a:gd name="connsiteX13" fmla="*/ 161732 w 561782"/>
              <a:gd name="connsiteY13" fmla="*/ 201981 h 1024941"/>
              <a:gd name="connsiteX14" fmla="*/ 173162 w 561782"/>
              <a:gd name="connsiteY14" fmla="*/ 160071 h 1024941"/>
              <a:gd name="connsiteX15" fmla="*/ 276032 w 561782"/>
              <a:gd name="connsiteY15" fmla="*/ 53391 h 1024941"/>
              <a:gd name="connsiteX16" fmla="*/ 283652 w 561782"/>
              <a:gd name="connsiteY16" fmla="*/ 51 h 1024941"/>
              <a:gd name="connsiteX17" fmla="*/ 325562 w 561782"/>
              <a:gd name="connsiteY17" fmla="*/ 45771 h 1024941"/>
              <a:gd name="connsiteX18" fmla="*/ 325562 w 561782"/>
              <a:gd name="connsiteY18" fmla="*/ 148641 h 1024941"/>
              <a:gd name="connsiteX19" fmla="*/ 329372 w 561782"/>
              <a:gd name="connsiteY19" fmla="*/ 293421 h 1024941"/>
              <a:gd name="connsiteX20" fmla="*/ 295082 w 561782"/>
              <a:gd name="connsiteY20" fmla="*/ 678231 h 1024941"/>
              <a:gd name="connsiteX21" fmla="*/ 314132 w 561782"/>
              <a:gd name="connsiteY21" fmla="*/ 891591 h 1024941"/>
              <a:gd name="connsiteX22" fmla="*/ 336992 w 561782"/>
              <a:gd name="connsiteY22" fmla="*/ 929691 h 1024941"/>
              <a:gd name="connsiteX23" fmla="*/ 477962 w 561782"/>
              <a:gd name="connsiteY23" fmla="*/ 952551 h 1024941"/>
              <a:gd name="connsiteX24" fmla="*/ 561782 w 561782"/>
              <a:gd name="connsiteY24" fmla="*/ 1005891 h 1024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61782" h="1024941">
                <a:moveTo>
                  <a:pt x="561782" y="1005891"/>
                </a:moveTo>
                <a:lnTo>
                  <a:pt x="329372" y="1024941"/>
                </a:lnTo>
                <a:lnTo>
                  <a:pt x="329372" y="1024941"/>
                </a:lnTo>
                <a:cubicBezTo>
                  <a:pt x="311592" y="1014781"/>
                  <a:pt x="260792" y="1002716"/>
                  <a:pt x="222692" y="963981"/>
                </a:cubicBezTo>
                <a:cubicBezTo>
                  <a:pt x="184592" y="925246"/>
                  <a:pt x="129982" y="817931"/>
                  <a:pt x="100772" y="792531"/>
                </a:cubicBezTo>
                <a:cubicBezTo>
                  <a:pt x="71562" y="767131"/>
                  <a:pt x="60767" y="804596"/>
                  <a:pt x="47432" y="811581"/>
                </a:cubicBezTo>
                <a:cubicBezTo>
                  <a:pt x="34097" y="818566"/>
                  <a:pt x="27112" y="842061"/>
                  <a:pt x="20762" y="834441"/>
                </a:cubicBezTo>
                <a:cubicBezTo>
                  <a:pt x="14412" y="826821"/>
                  <a:pt x="12507" y="804596"/>
                  <a:pt x="9332" y="765861"/>
                </a:cubicBezTo>
                <a:cubicBezTo>
                  <a:pt x="6157" y="727126"/>
                  <a:pt x="-4003" y="662991"/>
                  <a:pt x="1712" y="602031"/>
                </a:cubicBezTo>
                <a:cubicBezTo>
                  <a:pt x="7427" y="541071"/>
                  <a:pt x="36637" y="450901"/>
                  <a:pt x="43622" y="400101"/>
                </a:cubicBezTo>
                <a:cubicBezTo>
                  <a:pt x="50607" y="349301"/>
                  <a:pt x="36637" y="330886"/>
                  <a:pt x="43622" y="297231"/>
                </a:cubicBezTo>
                <a:cubicBezTo>
                  <a:pt x="50607" y="263576"/>
                  <a:pt x="70927" y="212141"/>
                  <a:pt x="85532" y="198171"/>
                </a:cubicBezTo>
                <a:cubicBezTo>
                  <a:pt x="100137" y="184201"/>
                  <a:pt x="118552" y="212776"/>
                  <a:pt x="131252" y="213411"/>
                </a:cubicBezTo>
                <a:cubicBezTo>
                  <a:pt x="143952" y="214046"/>
                  <a:pt x="154747" y="210871"/>
                  <a:pt x="161732" y="201981"/>
                </a:cubicBezTo>
                <a:cubicBezTo>
                  <a:pt x="168717" y="193091"/>
                  <a:pt x="154112" y="184836"/>
                  <a:pt x="173162" y="160071"/>
                </a:cubicBezTo>
                <a:cubicBezTo>
                  <a:pt x="192212" y="135306"/>
                  <a:pt x="257617" y="80061"/>
                  <a:pt x="276032" y="53391"/>
                </a:cubicBezTo>
                <a:cubicBezTo>
                  <a:pt x="294447" y="26721"/>
                  <a:pt x="275397" y="1321"/>
                  <a:pt x="283652" y="51"/>
                </a:cubicBezTo>
                <a:cubicBezTo>
                  <a:pt x="291907" y="-1219"/>
                  <a:pt x="318577" y="21006"/>
                  <a:pt x="325562" y="45771"/>
                </a:cubicBezTo>
                <a:cubicBezTo>
                  <a:pt x="332547" y="70536"/>
                  <a:pt x="324927" y="107366"/>
                  <a:pt x="325562" y="148641"/>
                </a:cubicBezTo>
                <a:cubicBezTo>
                  <a:pt x="326197" y="189916"/>
                  <a:pt x="334452" y="205156"/>
                  <a:pt x="329372" y="293421"/>
                </a:cubicBezTo>
                <a:cubicBezTo>
                  <a:pt x="324292" y="381686"/>
                  <a:pt x="297622" y="578536"/>
                  <a:pt x="295082" y="678231"/>
                </a:cubicBezTo>
                <a:cubicBezTo>
                  <a:pt x="292542" y="777926"/>
                  <a:pt x="307147" y="849681"/>
                  <a:pt x="314132" y="891591"/>
                </a:cubicBezTo>
                <a:cubicBezTo>
                  <a:pt x="321117" y="933501"/>
                  <a:pt x="309687" y="919531"/>
                  <a:pt x="336992" y="929691"/>
                </a:cubicBezTo>
                <a:cubicBezTo>
                  <a:pt x="364297" y="939851"/>
                  <a:pt x="437957" y="942391"/>
                  <a:pt x="477962" y="952551"/>
                </a:cubicBezTo>
                <a:cubicBezTo>
                  <a:pt x="517967" y="962711"/>
                  <a:pt x="547494" y="976681"/>
                  <a:pt x="561782" y="1005891"/>
                </a:cubicBezTo>
                <a:close/>
              </a:path>
            </a:pathLst>
          </a:custGeom>
          <a:solidFill>
            <a:srgbClr val="0070C0">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22" name="Prostoručno: oblik 21">
            <a:extLst>
              <a:ext uri="{FF2B5EF4-FFF2-40B4-BE49-F238E27FC236}">
                <a16:creationId xmlns:a16="http://schemas.microsoft.com/office/drawing/2014/main" id="{36E0E133-2555-4482-ACBF-D20961E1E7ED}"/>
              </a:ext>
            </a:extLst>
          </p:cNvPr>
          <p:cNvSpPr/>
          <p:nvPr/>
        </p:nvSpPr>
        <p:spPr>
          <a:xfrm>
            <a:off x="6774180" y="2179322"/>
            <a:ext cx="175360" cy="286747"/>
          </a:xfrm>
          <a:custGeom>
            <a:avLst/>
            <a:gdLst>
              <a:gd name="connsiteX0" fmla="*/ 0 w 175360"/>
              <a:gd name="connsiteY0" fmla="*/ 45720 h 286747"/>
              <a:gd name="connsiteX1" fmla="*/ 60960 w 175360"/>
              <a:gd name="connsiteY1" fmla="*/ 0 h 286747"/>
              <a:gd name="connsiteX2" fmla="*/ 60960 w 175360"/>
              <a:gd name="connsiteY2" fmla="*/ 0 h 286747"/>
              <a:gd name="connsiteX3" fmla="*/ 60960 w 175360"/>
              <a:gd name="connsiteY3" fmla="*/ 76200 h 286747"/>
              <a:gd name="connsiteX4" fmla="*/ 95250 w 175360"/>
              <a:gd name="connsiteY4" fmla="*/ 129540 h 286747"/>
              <a:gd name="connsiteX5" fmla="*/ 118110 w 175360"/>
              <a:gd name="connsiteY5" fmla="*/ 213360 h 286747"/>
              <a:gd name="connsiteX6" fmla="*/ 175260 w 175360"/>
              <a:gd name="connsiteY6" fmla="*/ 281940 h 286747"/>
              <a:gd name="connsiteX7" fmla="*/ 102870 w 175360"/>
              <a:gd name="connsiteY7" fmla="*/ 266700 h 286747"/>
              <a:gd name="connsiteX8" fmla="*/ 41910 w 175360"/>
              <a:gd name="connsiteY8" fmla="*/ 152400 h 286747"/>
              <a:gd name="connsiteX9" fmla="*/ 0 w 175360"/>
              <a:gd name="connsiteY9" fmla="*/ 45720 h 286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360" h="286747">
                <a:moveTo>
                  <a:pt x="0" y="45720"/>
                </a:moveTo>
                <a:lnTo>
                  <a:pt x="60960" y="0"/>
                </a:lnTo>
                <a:lnTo>
                  <a:pt x="60960" y="0"/>
                </a:lnTo>
                <a:cubicBezTo>
                  <a:pt x="60960" y="12700"/>
                  <a:pt x="55245" y="54610"/>
                  <a:pt x="60960" y="76200"/>
                </a:cubicBezTo>
                <a:cubicBezTo>
                  <a:pt x="66675" y="97790"/>
                  <a:pt x="85725" y="106680"/>
                  <a:pt x="95250" y="129540"/>
                </a:cubicBezTo>
                <a:cubicBezTo>
                  <a:pt x="104775" y="152400"/>
                  <a:pt x="104775" y="187960"/>
                  <a:pt x="118110" y="213360"/>
                </a:cubicBezTo>
                <a:cubicBezTo>
                  <a:pt x="131445" y="238760"/>
                  <a:pt x="177800" y="273050"/>
                  <a:pt x="175260" y="281940"/>
                </a:cubicBezTo>
                <a:cubicBezTo>
                  <a:pt x="172720" y="290830"/>
                  <a:pt x="125095" y="288290"/>
                  <a:pt x="102870" y="266700"/>
                </a:cubicBezTo>
                <a:cubicBezTo>
                  <a:pt x="80645" y="245110"/>
                  <a:pt x="55245" y="186055"/>
                  <a:pt x="41910" y="152400"/>
                </a:cubicBezTo>
                <a:cubicBezTo>
                  <a:pt x="28575" y="118745"/>
                  <a:pt x="25717" y="91757"/>
                  <a:pt x="0" y="45720"/>
                </a:cubicBezTo>
                <a:close/>
              </a:path>
            </a:pathLst>
          </a:custGeom>
          <a:solidFill>
            <a:srgbClr val="0070C0">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24" name="Prostoručno: oblik 23">
            <a:extLst>
              <a:ext uri="{FF2B5EF4-FFF2-40B4-BE49-F238E27FC236}">
                <a16:creationId xmlns:a16="http://schemas.microsoft.com/office/drawing/2014/main" id="{E129A409-26AF-4E2E-9FD4-B9D767CF2638}"/>
              </a:ext>
            </a:extLst>
          </p:cNvPr>
          <p:cNvSpPr/>
          <p:nvPr/>
        </p:nvSpPr>
        <p:spPr>
          <a:xfrm>
            <a:off x="8686411" y="3564469"/>
            <a:ext cx="1528248" cy="1456893"/>
          </a:xfrm>
          <a:custGeom>
            <a:avLst/>
            <a:gdLst>
              <a:gd name="connsiteX0" fmla="*/ 118922 w 1528248"/>
              <a:gd name="connsiteY0" fmla="*/ 67733 h 1456893"/>
              <a:gd name="connsiteX1" fmla="*/ 432189 w 1528248"/>
              <a:gd name="connsiteY1" fmla="*/ 0 h 1456893"/>
              <a:gd name="connsiteX2" fmla="*/ 432189 w 1528248"/>
              <a:gd name="connsiteY2" fmla="*/ 0 h 1456893"/>
              <a:gd name="connsiteX3" fmla="*/ 779322 w 1528248"/>
              <a:gd name="connsiteY3" fmla="*/ 59266 h 1456893"/>
              <a:gd name="connsiteX4" fmla="*/ 1160322 w 1528248"/>
              <a:gd name="connsiteY4" fmla="*/ 228600 h 1456893"/>
              <a:gd name="connsiteX5" fmla="*/ 1371989 w 1528248"/>
              <a:gd name="connsiteY5" fmla="*/ 381000 h 1456893"/>
              <a:gd name="connsiteX6" fmla="*/ 1270389 w 1528248"/>
              <a:gd name="connsiteY6" fmla="*/ 550333 h 1456893"/>
              <a:gd name="connsiteX7" fmla="*/ 1278856 w 1528248"/>
              <a:gd name="connsiteY7" fmla="*/ 668866 h 1456893"/>
              <a:gd name="connsiteX8" fmla="*/ 1388922 w 1528248"/>
              <a:gd name="connsiteY8" fmla="*/ 753533 h 1456893"/>
              <a:gd name="connsiteX9" fmla="*/ 1490522 w 1528248"/>
              <a:gd name="connsiteY9" fmla="*/ 804333 h 1456893"/>
              <a:gd name="connsiteX10" fmla="*/ 1473589 w 1528248"/>
              <a:gd name="connsiteY10" fmla="*/ 1016000 h 1456893"/>
              <a:gd name="connsiteX11" fmla="*/ 1473589 w 1528248"/>
              <a:gd name="connsiteY11" fmla="*/ 1193800 h 1456893"/>
              <a:gd name="connsiteX12" fmla="*/ 1524389 w 1528248"/>
              <a:gd name="connsiteY12" fmla="*/ 1278466 h 1456893"/>
              <a:gd name="connsiteX13" fmla="*/ 1355056 w 1528248"/>
              <a:gd name="connsiteY13" fmla="*/ 1439333 h 1456893"/>
              <a:gd name="connsiteX14" fmla="*/ 686189 w 1528248"/>
              <a:gd name="connsiteY14" fmla="*/ 1439333 h 1456893"/>
              <a:gd name="connsiteX15" fmla="*/ 118922 w 1528248"/>
              <a:gd name="connsiteY15" fmla="*/ 1439333 h 1456893"/>
              <a:gd name="connsiteX16" fmla="*/ 8856 w 1528248"/>
              <a:gd name="connsiteY16" fmla="*/ 1202266 h 1456893"/>
              <a:gd name="connsiteX17" fmla="*/ 17322 w 1528248"/>
              <a:gd name="connsiteY17" fmla="*/ 575733 h 1456893"/>
              <a:gd name="connsiteX18" fmla="*/ 118922 w 1528248"/>
              <a:gd name="connsiteY18" fmla="*/ 67733 h 1456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28248" h="1456893">
                <a:moveTo>
                  <a:pt x="118922" y="67733"/>
                </a:moveTo>
                <a:lnTo>
                  <a:pt x="432189" y="0"/>
                </a:lnTo>
                <a:lnTo>
                  <a:pt x="432189" y="0"/>
                </a:lnTo>
                <a:cubicBezTo>
                  <a:pt x="490044" y="9878"/>
                  <a:pt x="657967" y="21166"/>
                  <a:pt x="779322" y="59266"/>
                </a:cubicBezTo>
                <a:cubicBezTo>
                  <a:pt x="900677" y="97366"/>
                  <a:pt x="1061544" y="174978"/>
                  <a:pt x="1160322" y="228600"/>
                </a:cubicBezTo>
                <a:cubicBezTo>
                  <a:pt x="1259100" y="282222"/>
                  <a:pt x="1353645" y="327378"/>
                  <a:pt x="1371989" y="381000"/>
                </a:cubicBezTo>
                <a:cubicBezTo>
                  <a:pt x="1390333" y="434622"/>
                  <a:pt x="1285911" y="502355"/>
                  <a:pt x="1270389" y="550333"/>
                </a:cubicBezTo>
                <a:cubicBezTo>
                  <a:pt x="1254867" y="598311"/>
                  <a:pt x="1259101" y="634999"/>
                  <a:pt x="1278856" y="668866"/>
                </a:cubicBezTo>
                <a:cubicBezTo>
                  <a:pt x="1298611" y="702733"/>
                  <a:pt x="1353644" y="730955"/>
                  <a:pt x="1388922" y="753533"/>
                </a:cubicBezTo>
                <a:cubicBezTo>
                  <a:pt x="1424200" y="776111"/>
                  <a:pt x="1476411" y="760589"/>
                  <a:pt x="1490522" y="804333"/>
                </a:cubicBezTo>
                <a:cubicBezTo>
                  <a:pt x="1504633" y="848077"/>
                  <a:pt x="1476411" y="951089"/>
                  <a:pt x="1473589" y="1016000"/>
                </a:cubicBezTo>
                <a:cubicBezTo>
                  <a:pt x="1470767" y="1080911"/>
                  <a:pt x="1465122" y="1150056"/>
                  <a:pt x="1473589" y="1193800"/>
                </a:cubicBezTo>
                <a:cubicBezTo>
                  <a:pt x="1482056" y="1237544"/>
                  <a:pt x="1544144" y="1237544"/>
                  <a:pt x="1524389" y="1278466"/>
                </a:cubicBezTo>
                <a:cubicBezTo>
                  <a:pt x="1504634" y="1319388"/>
                  <a:pt x="1494756" y="1412522"/>
                  <a:pt x="1355056" y="1439333"/>
                </a:cubicBezTo>
                <a:cubicBezTo>
                  <a:pt x="1215356" y="1466144"/>
                  <a:pt x="686189" y="1439333"/>
                  <a:pt x="686189" y="1439333"/>
                </a:cubicBezTo>
                <a:cubicBezTo>
                  <a:pt x="480167" y="1439333"/>
                  <a:pt x="231811" y="1478844"/>
                  <a:pt x="118922" y="1439333"/>
                </a:cubicBezTo>
                <a:cubicBezTo>
                  <a:pt x="6033" y="1399822"/>
                  <a:pt x="25789" y="1346199"/>
                  <a:pt x="8856" y="1202266"/>
                </a:cubicBezTo>
                <a:cubicBezTo>
                  <a:pt x="-8077" y="1058333"/>
                  <a:pt x="1800" y="767644"/>
                  <a:pt x="17322" y="575733"/>
                </a:cubicBezTo>
                <a:cubicBezTo>
                  <a:pt x="32844" y="383822"/>
                  <a:pt x="67416" y="217311"/>
                  <a:pt x="118922" y="67733"/>
                </a:cubicBezTo>
                <a:close/>
              </a:path>
            </a:pathLst>
          </a:custGeom>
          <a:solidFill>
            <a:srgbClr val="0070C0">
              <a:alpha val="30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extLst>
      <p:ext uri="{BB962C8B-B14F-4D97-AF65-F5344CB8AC3E}">
        <p14:creationId xmlns:p14="http://schemas.microsoft.com/office/powerpoint/2010/main" val="3044949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500"/>
                                        <p:tgtEl>
                                          <p:spTgt spid="1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fade">
                                      <p:cBhvr>
                                        <p:cTn id="60" dur="500"/>
                                        <p:tgtEl>
                                          <p:spTgt spid="1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niOkvir 1">
            <a:extLst>
              <a:ext uri="{FF2B5EF4-FFF2-40B4-BE49-F238E27FC236}">
                <a16:creationId xmlns:a16="http://schemas.microsoft.com/office/drawing/2014/main" id="{D9FD4602-D827-4D6C-A4BB-9CD1E052987F}"/>
              </a:ext>
            </a:extLst>
          </p:cNvPr>
          <p:cNvSpPr txBox="1"/>
          <p:nvPr/>
        </p:nvSpPr>
        <p:spPr>
          <a:xfrm>
            <a:off x="487680" y="260033"/>
            <a:ext cx="1569720" cy="461665"/>
          </a:xfrm>
          <a:prstGeom prst="rect">
            <a:avLst/>
          </a:prstGeom>
          <a:noFill/>
        </p:spPr>
        <p:txBody>
          <a:bodyPr wrap="square" rtlCol="0">
            <a:spAutoFit/>
          </a:bodyPr>
          <a:lstStyle/>
          <a:p>
            <a:r>
              <a:rPr lang="hr-HR" sz="2400" dirty="0">
                <a:latin typeface="Times New Roman" panose="02020603050405020304" pitchFamily="18" charset="0"/>
                <a:cs typeface="Times New Roman" panose="02020603050405020304" pitchFamily="18" charset="0"/>
              </a:rPr>
              <a:t>Atributi</a:t>
            </a:r>
          </a:p>
        </p:txBody>
      </p:sp>
      <p:sp>
        <p:nvSpPr>
          <p:cNvPr id="3" name="TekstniOkvir 2">
            <a:extLst>
              <a:ext uri="{FF2B5EF4-FFF2-40B4-BE49-F238E27FC236}">
                <a16:creationId xmlns:a16="http://schemas.microsoft.com/office/drawing/2014/main" id="{FF086764-8AF5-410A-893F-35A56AE930BD}"/>
              </a:ext>
            </a:extLst>
          </p:cNvPr>
          <p:cNvSpPr txBox="1"/>
          <p:nvPr/>
        </p:nvSpPr>
        <p:spPr>
          <a:xfrm>
            <a:off x="487681" y="721696"/>
            <a:ext cx="5790291" cy="400110"/>
          </a:xfrm>
          <a:prstGeom prst="rect">
            <a:avLst/>
          </a:prstGeom>
          <a:noFill/>
        </p:spPr>
        <p:txBody>
          <a:bodyPr wrap="square" rtlCol="0">
            <a:spAutoFit/>
          </a:bodyPr>
          <a:lstStyle/>
          <a:p>
            <a:r>
              <a:rPr lang="hr-HR" sz="2000" dirty="0">
                <a:latin typeface="Times New Roman" panose="02020603050405020304" pitchFamily="18" charset="0"/>
                <a:cs typeface="Times New Roman" panose="02020603050405020304" pitchFamily="18" charset="0"/>
              </a:rPr>
              <a:t>- predmeti koji pobliže označuju naslikani lik</a:t>
            </a:r>
          </a:p>
        </p:txBody>
      </p:sp>
    </p:spTree>
    <p:extLst>
      <p:ext uri="{BB962C8B-B14F-4D97-AF65-F5344CB8AC3E}">
        <p14:creationId xmlns:p14="http://schemas.microsoft.com/office/powerpoint/2010/main" val="81853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avokutnik 1">
            <a:extLst>
              <a:ext uri="{FF2B5EF4-FFF2-40B4-BE49-F238E27FC236}">
                <a16:creationId xmlns:a16="http://schemas.microsoft.com/office/drawing/2014/main" id="{DB628DDD-D5FA-4E60-8D7B-4A8543FF9916}"/>
              </a:ext>
            </a:extLst>
          </p:cNvPr>
          <p:cNvSpPr/>
          <p:nvPr/>
        </p:nvSpPr>
        <p:spPr>
          <a:xfrm>
            <a:off x="509451" y="248195"/>
            <a:ext cx="5564776" cy="4268156"/>
          </a:xfrm>
          <a:prstGeom prst="rect">
            <a:avLst/>
          </a:prstGeom>
        </p:spPr>
        <p:txBody>
          <a:bodyPr wrap="square">
            <a:spAutoFit/>
          </a:bodyPr>
          <a:lstStyle/>
          <a:p>
            <a:pPr>
              <a:lnSpc>
                <a:spcPct val="107000"/>
              </a:lnSpc>
              <a:spcAft>
                <a:spcPts val="800"/>
              </a:spcAft>
            </a:pPr>
            <a:r>
              <a:rPr lang="hr-HR" sz="1400" i="1" dirty="0">
                <a:latin typeface="Times New Roman" panose="02020603050405020304" pitchFamily="18" charset="0"/>
                <a:ea typeface="Calibri" panose="020F0502020204030204" pitchFamily="34" charset="0"/>
                <a:cs typeface="Times New Roman" panose="02020603050405020304" pitchFamily="18" charset="0"/>
              </a:rPr>
              <a:t>Imao sam ovo viđenje: "Sa sjevera udari vihor sa silnim oblakom, punim ognja, što je buktio. Okruživala ga je svjetlost, a iznutra je sjao kao </a:t>
            </a:r>
            <a:r>
              <a:rPr lang="hr-HR" sz="1400" i="1" dirty="0" err="1">
                <a:latin typeface="Times New Roman" panose="02020603050405020304" pitchFamily="18" charset="0"/>
                <a:ea typeface="Calibri" panose="020F0502020204030204" pitchFamily="34" charset="0"/>
                <a:cs typeface="Times New Roman" panose="02020603050405020304" pitchFamily="18" charset="0"/>
              </a:rPr>
              <a:t>svjetlac</a:t>
            </a:r>
            <a:r>
              <a:rPr lang="hr-HR" sz="1400" i="1" dirty="0">
                <a:latin typeface="Times New Roman" panose="02020603050405020304" pitchFamily="18" charset="0"/>
                <a:ea typeface="Calibri" panose="020F0502020204030204" pitchFamily="34" charset="0"/>
                <a:cs typeface="Times New Roman" panose="02020603050405020304" pitchFamily="18" charset="0"/>
              </a:rPr>
              <a:t> u ognju.</a:t>
            </a:r>
          </a:p>
          <a:p>
            <a:pPr>
              <a:lnSpc>
                <a:spcPct val="107000"/>
              </a:lnSpc>
              <a:spcAft>
                <a:spcPts val="800"/>
              </a:spcAft>
            </a:pPr>
            <a:r>
              <a:rPr lang="hr-HR" sz="1400" i="1" dirty="0">
                <a:latin typeface="Times New Roman" panose="02020603050405020304" pitchFamily="18" charset="0"/>
                <a:ea typeface="Calibri" panose="020F0502020204030204" pitchFamily="34" charset="0"/>
                <a:cs typeface="Times New Roman" panose="02020603050405020304" pitchFamily="18" charset="0"/>
              </a:rPr>
              <a:t>Posred njega prikazaše se prilike, što su bile nalik na četiri živa bića. Izgled njihov bio je ovaj: Imala su priliku čovječju.</a:t>
            </a:r>
          </a:p>
          <a:p>
            <a:pPr>
              <a:lnSpc>
                <a:spcPct val="107000"/>
              </a:lnSpc>
              <a:spcAft>
                <a:spcPts val="800"/>
              </a:spcAft>
            </a:pPr>
            <a:r>
              <a:rPr lang="hr-HR" sz="1400" i="1" dirty="0">
                <a:latin typeface="Times New Roman" panose="02020603050405020304" pitchFamily="18" charset="0"/>
                <a:ea typeface="Calibri" panose="020F0502020204030204" pitchFamily="34" charset="0"/>
                <a:cs typeface="Times New Roman" panose="02020603050405020304" pitchFamily="18" charset="0"/>
              </a:rPr>
              <a:t>Svako je imalo četiri lica i svako od njih četiri krila.</a:t>
            </a:r>
          </a:p>
          <a:p>
            <a:pPr>
              <a:lnSpc>
                <a:spcPct val="107000"/>
              </a:lnSpc>
              <a:spcAft>
                <a:spcPts val="800"/>
              </a:spcAft>
            </a:pPr>
            <a:r>
              <a:rPr lang="hr-HR" sz="1400" i="1" dirty="0">
                <a:latin typeface="Times New Roman" panose="02020603050405020304" pitchFamily="18" charset="0"/>
                <a:ea typeface="Calibri" panose="020F0502020204030204" pitchFamily="34" charset="0"/>
                <a:cs typeface="Times New Roman" panose="02020603050405020304" pitchFamily="18" charset="0"/>
              </a:rPr>
              <a:t>Noge njihove bile su prave i stope njihove kao u teleta. Sijevale su kao mjed blistava.</a:t>
            </a:r>
          </a:p>
          <a:p>
            <a:pPr>
              <a:lnSpc>
                <a:spcPct val="107000"/>
              </a:lnSpc>
              <a:spcAft>
                <a:spcPts val="800"/>
              </a:spcAft>
            </a:pPr>
            <a:r>
              <a:rPr lang="hr-HR" sz="1400" i="1" dirty="0">
                <a:latin typeface="Times New Roman" panose="02020603050405020304" pitchFamily="18" charset="0"/>
                <a:ea typeface="Calibri" panose="020F0502020204030204" pitchFamily="34" charset="0"/>
                <a:cs typeface="Times New Roman" panose="02020603050405020304" pitchFamily="18" charset="0"/>
              </a:rPr>
              <a:t>Ruke čovječje pokazale se pod krilima njihovim na sve četiri strane, lica njihova i krila njihova.</a:t>
            </a:r>
          </a:p>
          <a:p>
            <a:pPr>
              <a:lnSpc>
                <a:spcPct val="107000"/>
              </a:lnSpc>
              <a:spcAft>
                <a:spcPts val="800"/>
              </a:spcAft>
            </a:pPr>
            <a:r>
              <a:rPr lang="hr-HR" sz="1400" i="1" dirty="0">
                <a:latin typeface="Times New Roman" panose="02020603050405020304" pitchFamily="18" charset="0"/>
                <a:ea typeface="Calibri" panose="020F0502020204030204" pitchFamily="34" charset="0"/>
                <a:cs typeface="Times New Roman" panose="02020603050405020304" pitchFamily="18" charset="0"/>
              </a:rPr>
              <a:t>Krila su se njihova doticala - </a:t>
            </a:r>
            <a:r>
              <a:rPr lang="hr-HR" sz="1400" i="1" dirty="0" err="1">
                <a:latin typeface="Times New Roman" panose="02020603050405020304" pitchFamily="18" charset="0"/>
                <a:ea typeface="Calibri" panose="020F0502020204030204" pitchFamily="34" charset="0"/>
                <a:cs typeface="Times New Roman" panose="02020603050405020304" pitchFamily="18" charset="0"/>
              </a:rPr>
              <a:t>nijesu</a:t>
            </a:r>
            <a:r>
              <a:rPr lang="hr-HR" sz="1400" i="1" dirty="0">
                <a:latin typeface="Times New Roman" panose="02020603050405020304" pitchFamily="18" charset="0"/>
                <a:ea typeface="Calibri" panose="020F0502020204030204" pitchFamily="34" charset="0"/>
                <a:cs typeface="Times New Roman" panose="02020603050405020304" pitchFamily="18" charset="0"/>
              </a:rPr>
              <a:t> se okretala, kada bi išla; svako je biće išlo naprema se.</a:t>
            </a:r>
          </a:p>
          <a:p>
            <a:pPr>
              <a:lnSpc>
                <a:spcPct val="107000"/>
              </a:lnSpc>
              <a:spcAft>
                <a:spcPts val="800"/>
              </a:spcAft>
            </a:pPr>
            <a:r>
              <a:rPr lang="hr-HR" sz="1400" i="1" dirty="0">
                <a:latin typeface="Times New Roman" panose="02020603050405020304" pitchFamily="18" charset="0"/>
                <a:ea typeface="Calibri" panose="020F0502020204030204" pitchFamily="34" charset="0"/>
                <a:cs typeface="Times New Roman" panose="02020603050405020304" pitchFamily="18" charset="0"/>
              </a:rPr>
              <a:t>Izgled lica njihova bio je ovaj: sprijeda imala su lice čovječje, zdesna lice </a:t>
            </a:r>
            <a:r>
              <a:rPr lang="hr-HR" sz="1400" i="1" dirty="0" err="1">
                <a:latin typeface="Times New Roman" panose="02020603050405020304" pitchFamily="18" charset="0"/>
                <a:ea typeface="Calibri" panose="020F0502020204030204" pitchFamily="34" charset="0"/>
                <a:cs typeface="Times New Roman" panose="02020603050405020304" pitchFamily="18" charset="0"/>
              </a:rPr>
              <a:t>lavovo</a:t>
            </a:r>
            <a:r>
              <a:rPr lang="hr-HR" sz="1400" i="1" dirty="0">
                <a:latin typeface="Times New Roman" panose="02020603050405020304" pitchFamily="18" charset="0"/>
                <a:ea typeface="Calibri" panose="020F0502020204030204" pitchFamily="34" charset="0"/>
                <a:cs typeface="Times New Roman" panose="02020603050405020304" pitchFamily="18" charset="0"/>
              </a:rPr>
              <a:t>, slijeva lice volujsko, unutra lice orlovo, u sva četiri bića.</a:t>
            </a:r>
          </a:p>
          <a:p>
            <a:pPr>
              <a:lnSpc>
                <a:spcPct val="107000"/>
              </a:lnSpc>
              <a:spcAft>
                <a:spcPts val="800"/>
              </a:spcAft>
            </a:pPr>
            <a:r>
              <a:rPr lang="hr-HR" sz="1400" i="1" dirty="0">
                <a:effectLst/>
                <a:latin typeface="Times New Roman" panose="02020603050405020304" pitchFamily="18" charset="0"/>
                <a:ea typeface="Calibri" panose="020F0502020204030204" pitchFamily="34" charset="0"/>
                <a:cs typeface="Times New Roman" panose="02020603050405020304" pitchFamily="18" charset="0"/>
              </a:rPr>
              <a:t>(Ezekiel 1, 4 – 10)</a:t>
            </a:r>
          </a:p>
        </p:txBody>
      </p:sp>
      <p:sp>
        <p:nvSpPr>
          <p:cNvPr id="3" name="Pravokutnik 2">
            <a:extLst>
              <a:ext uri="{FF2B5EF4-FFF2-40B4-BE49-F238E27FC236}">
                <a16:creationId xmlns:a16="http://schemas.microsoft.com/office/drawing/2014/main" id="{FC0E6442-B42F-40DB-A291-0705305E0905}"/>
              </a:ext>
            </a:extLst>
          </p:cNvPr>
          <p:cNvSpPr/>
          <p:nvPr/>
        </p:nvSpPr>
        <p:spPr>
          <a:xfrm>
            <a:off x="6374673" y="4301583"/>
            <a:ext cx="5203371" cy="783869"/>
          </a:xfrm>
          <a:prstGeom prst="rect">
            <a:avLst/>
          </a:prstGeom>
        </p:spPr>
        <p:txBody>
          <a:bodyPr wrap="square">
            <a:spAutoFit/>
          </a:bodyPr>
          <a:lstStyle/>
          <a:p>
            <a:pPr>
              <a:lnSpc>
                <a:spcPct val="107000"/>
              </a:lnSpc>
              <a:spcAft>
                <a:spcPts val="800"/>
              </a:spcAft>
            </a:pPr>
            <a:r>
              <a:rPr lang="hr-HR" sz="1400" i="1" dirty="0">
                <a:latin typeface="Times New Roman" panose="02020603050405020304" pitchFamily="18" charset="0"/>
                <a:ea typeface="Calibri" panose="020F0502020204030204" pitchFamily="34" charset="0"/>
                <a:cs typeface="Times New Roman" panose="02020603050405020304" pitchFamily="18" charset="0"/>
              </a:rPr>
              <a:t>Tebi ću dati ključeve kraljevstva nebeskoga, pa što god svežeš na zemlji, bit će svezano na nebesima; a što god odriješiš na zemlji, bit će odriješeno na nebesima. (Matej 16, 19)</a:t>
            </a:r>
            <a:endParaRPr lang="hr-HR" sz="1200" i="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Pravokutnik 3">
            <a:extLst>
              <a:ext uri="{FF2B5EF4-FFF2-40B4-BE49-F238E27FC236}">
                <a16:creationId xmlns:a16="http://schemas.microsoft.com/office/drawing/2014/main" id="{8CC6BDC8-4195-4722-A8FE-F03F590718D2}"/>
              </a:ext>
            </a:extLst>
          </p:cNvPr>
          <p:cNvSpPr/>
          <p:nvPr/>
        </p:nvSpPr>
        <p:spPr>
          <a:xfrm>
            <a:off x="509452" y="4685791"/>
            <a:ext cx="5564777" cy="1705916"/>
          </a:xfrm>
          <a:prstGeom prst="rect">
            <a:avLst/>
          </a:prstGeom>
        </p:spPr>
        <p:txBody>
          <a:bodyPr wrap="square">
            <a:spAutoFit/>
          </a:bodyPr>
          <a:lstStyle/>
          <a:p>
            <a:pPr>
              <a:lnSpc>
                <a:spcPct val="107000"/>
              </a:lnSpc>
              <a:spcAft>
                <a:spcPts val="800"/>
              </a:spcAft>
            </a:pPr>
            <a:r>
              <a:rPr lang="hr-HR" sz="1400" dirty="0">
                <a:latin typeface="Times New Roman" panose="02020603050405020304" pitchFamily="18" charset="0"/>
                <a:ea typeface="Calibri" panose="020F0502020204030204" pitchFamily="34" charset="0"/>
                <a:cs typeface="Times New Roman" panose="02020603050405020304" pitchFamily="18" charset="0"/>
              </a:rPr>
              <a:t>U kršćanskoj ikonografiji apostol _______ je predstavljen, osim knjigom ili svitkom koje drži u jednoj ruci, redovito i simbolom mača koji drži u drugoj. Štoviše, u nekim </a:t>
            </a:r>
            <a:r>
              <a:rPr lang="hr-HR" sz="1400" dirty="0" err="1">
                <a:latin typeface="Times New Roman" panose="02020603050405020304" pitchFamily="18" charset="0"/>
                <a:ea typeface="Calibri" panose="020F0502020204030204" pitchFamily="34" charset="0"/>
                <a:cs typeface="Times New Roman" panose="02020603050405020304" pitchFamily="18" charset="0"/>
              </a:rPr>
              <a:t>ikonografskim</a:t>
            </a:r>
            <a:r>
              <a:rPr lang="hr-HR" sz="1400" dirty="0">
                <a:latin typeface="Times New Roman" panose="02020603050405020304" pitchFamily="18" charset="0"/>
                <a:ea typeface="Calibri" panose="020F0502020204030204" pitchFamily="34" charset="0"/>
                <a:cs typeface="Times New Roman" panose="02020603050405020304" pitchFamily="18" charset="0"/>
              </a:rPr>
              <a:t> prikazima je prikazan s dva mača, koji su simboli njegova života i svjedočanstva koje je ostavio. Jedan mač tako predstavlja njegovu mučeničku smrt, koja se dogodila u Rimu, kako nam prenosi predaja, na </a:t>
            </a:r>
            <a:r>
              <a:rPr lang="hr-HR" sz="1400" dirty="0" err="1">
                <a:latin typeface="Times New Roman" panose="02020603050405020304" pitchFamily="18" charset="0"/>
                <a:ea typeface="Calibri" panose="020F0502020204030204" pitchFamily="34" charset="0"/>
                <a:cs typeface="Times New Roman" panose="02020603050405020304" pitchFamily="18" charset="0"/>
              </a:rPr>
              <a:t>Ostijskoj</a:t>
            </a:r>
            <a:r>
              <a:rPr lang="hr-HR" sz="1400" dirty="0">
                <a:latin typeface="Times New Roman" panose="02020603050405020304" pitchFamily="18" charset="0"/>
                <a:ea typeface="Calibri" panose="020F0502020204030204" pitchFamily="34" charset="0"/>
                <a:cs typeface="Times New Roman" panose="02020603050405020304" pitchFamily="18" charset="0"/>
              </a:rPr>
              <a:t> cesti na način da mu je mačem odsječena glava, a drugi mač je simbol njegove vjere i snage navještaja Božje riječi. </a:t>
            </a:r>
            <a:endParaRPr lang="hr-HR"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Pravokutnik 4">
            <a:extLst>
              <a:ext uri="{FF2B5EF4-FFF2-40B4-BE49-F238E27FC236}">
                <a16:creationId xmlns:a16="http://schemas.microsoft.com/office/drawing/2014/main" id="{7E7F1DFE-C9D4-42CB-8FC2-C7C335D28E01}"/>
              </a:ext>
            </a:extLst>
          </p:cNvPr>
          <p:cNvSpPr/>
          <p:nvPr/>
        </p:nvSpPr>
        <p:spPr>
          <a:xfrm>
            <a:off x="6374674" y="1450684"/>
            <a:ext cx="3709852" cy="2277547"/>
          </a:xfrm>
          <a:prstGeom prst="rect">
            <a:avLst/>
          </a:prstGeom>
        </p:spPr>
        <p:txBody>
          <a:bodyPr wrap="square">
            <a:spAutoFit/>
          </a:bodyPr>
          <a:lstStyle/>
          <a:p>
            <a:pPr>
              <a:spcBef>
                <a:spcPts val="600"/>
              </a:spcBef>
              <a:spcAft>
                <a:spcPts val="600"/>
              </a:spcAft>
            </a:pP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Hoćete li, ljudi, </a:t>
            </a: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slišati</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 </a:t>
            </a: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ot</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 </a:t>
            </a: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sego</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 </a:t>
            </a: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věka</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
            </a:r>
            <a:br>
              <a:rPr lang="hr-HR" sz="1400" i="1" dirty="0">
                <a:latin typeface="Times New Roman" panose="02020603050405020304" pitchFamily="18" charset="0"/>
                <a:ea typeface="Times New Roman" panose="02020603050405020304" pitchFamily="18" charset="0"/>
                <a:cs typeface="Times New Roman" panose="02020603050405020304" pitchFamily="18" charset="0"/>
              </a:rPr>
            </a:b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da vam poju </a:t>
            </a: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pěsan</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 </a:t>
            </a: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ot</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 </a:t>
            </a: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svetago</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 _______ </a:t>
            </a: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konjika</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a:t>
            </a:r>
          </a:p>
          <a:p>
            <a:pPr>
              <a:spcBef>
                <a:spcPts val="600"/>
              </a:spcBef>
              <a:spcAft>
                <a:spcPts val="600"/>
              </a:spcAft>
            </a:pP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gda</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 se sveti _____ raj s </a:t>
            </a: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drakunom</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 rvaše,</a:t>
            </a:r>
            <a:br>
              <a:rPr lang="hr-HR" sz="1400" i="1" dirty="0">
                <a:latin typeface="Times New Roman" panose="02020603050405020304" pitchFamily="18" charset="0"/>
                <a:ea typeface="Times New Roman" panose="02020603050405020304" pitchFamily="18" charset="0"/>
                <a:cs typeface="Times New Roman" panose="02020603050405020304" pitchFamily="18" charset="0"/>
              </a:rPr>
            </a:b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kraljevu </a:t>
            </a: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hćer</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 </a:t>
            </a: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ot</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 smrti izbavljaše.</a:t>
            </a:r>
          </a:p>
          <a:p>
            <a:pPr>
              <a:spcBef>
                <a:spcPts val="600"/>
              </a:spcBef>
              <a:spcAft>
                <a:spcPts val="600"/>
              </a:spcAft>
            </a:pP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Sveti _____ v </a:t>
            </a: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Kapadociji</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 rojen </a:t>
            </a: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běše</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a:t>
            </a:r>
            <a:br>
              <a:rPr lang="hr-HR" sz="1400" i="1" dirty="0">
                <a:latin typeface="Times New Roman" panose="02020603050405020304" pitchFamily="18" charset="0"/>
                <a:ea typeface="Times New Roman" panose="02020603050405020304" pitchFamily="18" charset="0"/>
                <a:cs typeface="Times New Roman" panose="02020603050405020304" pitchFamily="18" charset="0"/>
              </a:rPr>
            </a:b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plemenito gospodstvo on </a:t>
            </a: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iměše</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a:t>
            </a:r>
          </a:p>
          <a:p>
            <a:pPr>
              <a:spcBef>
                <a:spcPts val="600"/>
              </a:spcBef>
              <a:spcAft>
                <a:spcPts val="600"/>
              </a:spcAft>
            </a:pP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Ot</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 </a:t>
            </a: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dvěju</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 na </a:t>
            </a: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deste</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 </a:t>
            </a: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lětu</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 mudar </a:t>
            </a: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sloviše</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a:t>
            </a:r>
            <a:br>
              <a:rPr lang="hr-HR" sz="1400" i="1" dirty="0">
                <a:latin typeface="Times New Roman" panose="02020603050405020304" pitchFamily="18" charset="0"/>
                <a:ea typeface="Times New Roman" panose="02020603050405020304" pitchFamily="18" charset="0"/>
                <a:cs typeface="Times New Roman" panose="02020603050405020304" pitchFamily="18" charset="0"/>
              </a:rPr>
            </a:br>
            <a:r>
              <a:rPr lang="hr-HR" sz="1400" i="1" dirty="0" err="1">
                <a:latin typeface="Times New Roman" panose="02020603050405020304" pitchFamily="18" charset="0"/>
                <a:ea typeface="Times New Roman" panose="02020603050405020304" pitchFamily="18" charset="0"/>
                <a:cs typeface="Times New Roman" panose="02020603050405020304" pitchFamily="18" charset="0"/>
              </a:rPr>
              <a:t>pasanoga</a:t>
            </a:r>
            <a:r>
              <a:rPr lang="hr-HR" sz="1400" i="1" dirty="0">
                <a:latin typeface="Times New Roman" panose="02020603050405020304" pitchFamily="18" charset="0"/>
                <a:ea typeface="Times New Roman" panose="02020603050405020304" pitchFamily="18" charset="0"/>
                <a:cs typeface="Times New Roman" panose="02020603050405020304" pitchFamily="18" charset="0"/>
              </a:rPr>
              <a:t> viteza ga postaviše.</a:t>
            </a:r>
            <a:endParaRPr lang="hr-HR" sz="1400" i="1"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6" name="Pravokutnik 5">
            <a:extLst>
              <a:ext uri="{FF2B5EF4-FFF2-40B4-BE49-F238E27FC236}">
                <a16:creationId xmlns:a16="http://schemas.microsoft.com/office/drawing/2014/main" id="{7ABB3076-3FA3-484B-9B6E-E0359EDFD987}"/>
              </a:ext>
            </a:extLst>
          </p:cNvPr>
          <p:cNvSpPr/>
          <p:nvPr/>
        </p:nvSpPr>
        <p:spPr>
          <a:xfrm>
            <a:off x="6374673" y="248195"/>
            <a:ext cx="4702627" cy="783869"/>
          </a:xfrm>
          <a:prstGeom prst="rect">
            <a:avLst/>
          </a:prstGeom>
        </p:spPr>
        <p:txBody>
          <a:bodyPr wrap="square">
            <a:spAutoFit/>
          </a:bodyPr>
          <a:lstStyle/>
          <a:p>
            <a:pPr>
              <a:lnSpc>
                <a:spcPct val="107000"/>
              </a:lnSpc>
              <a:spcAft>
                <a:spcPts val="800"/>
              </a:spcAft>
            </a:pPr>
            <a:r>
              <a:rPr lang="hr-HR" sz="1400" dirty="0">
                <a:latin typeface="Times New Roman" panose="02020603050405020304" pitchFamily="18" charset="0"/>
                <a:ea typeface="Calibri" panose="020F0502020204030204" pitchFamily="34" charset="0"/>
                <a:cs typeface="Times New Roman" panose="02020603050405020304" pitchFamily="18" charset="0"/>
              </a:rPr>
              <a:t>Njeno ime potječe od latinske riječi </a:t>
            </a:r>
            <a:r>
              <a:rPr lang="hr-HR" sz="1400" i="1" dirty="0" err="1">
                <a:latin typeface="Times New Roman" panose="02020603050405020304" pitchFamily="18" charset="0"/>
                <a:ea typeface="Calibri" panose="020F0502020204030204" pitchFamily="34" charset="0"/>
                <a:cs typeface="Times New Roman" panose="02020603050405020304" pitchFamily="18" charset="0"/>
              </a:rPr>
              <a:t>lux</a:t>
            </a:r>
            <a:r>
              <a:rPr lang="hr-HR" sz="1400" dirty="0">
                <a:latin typeface="Times New Roman" panose="02020603050405020304" pitchFamily="18" charset="0"/>
                <a:ea typeface="Calibri" panose="020F0502020204030204" pitchFamily="34" charset="0"/>
                <a:cs typeface="Times New Roman" panose="02020603050405020304" pitchFamily="18" charset="0"/>
              </a:rPr>
              <a:t> koja znači svjetlost. Mučena je i ubijena 304. godine, a po predaji su joj mučitelji iskopali oči. Zaštitnica je slijepih (tjelesno i duhovno).</a:t>
            </a:r>
            <a:endParaRPr lang="hr-HR"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Pravokutnik 6">
            <a:extLst>
              <a:ext uri="{FF2B5EF4-FFF2-40B4-BE49-F238E27FC236}">
                <a16:creationId xmlns:a16="http://schemas.microsoft.com/office/drawing/2014/main" id="{32A3BAA7-5C96-4C93-AAF3-25A00FF0798F}"/>
              </a:ext>
            </a:extLst>
          </p:cNvPr>
          <p:cNvSpPr/>
          <p:nvPr/>
        </p:nvSpPr>
        <p:spPr>
          <a:xfrm>
            <a:off x="6374674" y="5531023"/>
            <a:ext cx="5564777" cy="1014380"/>
          </a:xfrm>
          <a:prstGeom prst="rect">
            <a:avLst/>
          </a:prstGeom>
        </p:spPr>
        <p:txBody>
          <a:bodyPr wrap="square">
            <a:spAutoFit/>
          </a:bodyPr>
          <a:lstStyle/>
          <a:p>
            <a:pPr>
              <a:lnSpc>
                <a:spcPct val="107000"/>
              </a:lnSpc>
              <a:spcAft>
                <a:spcPts val="800"/>
              </a:spcAft>
            </a:pPr>
            <a:r>
              <a:rPr lang="hr-HR" sz="1400" dirty="0">
                <a:latin typeface="Times New Roman" panose="02020603050405020304" pitchFamily="18" charset="0"/>
                <a:ea typeface="Calibri" panose="020F0502020204030204" pitchFamily="34" charset="0"/>
                <a:cs typeface="Times New Roman" panose="02020603050405020304" pitchFamily="18" charset="0"/>
              </a:rPr>
              <a:t>Car Dioklecijan je, po predaji, dao da ga privežu uza stablo, skinu golog i strijeljaju strijelama. Misleći kako je umro, ostavili su ga. Udovica Irena htjela je noću potajno ga pokopati te poljubivši mu ranu na prsima osjetila je njegovo disanje.</a:t>
            </a:r>
            <a:endParaRPr lang="hr-HR"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Pravokutnik 7">
            <a:extLst>
              <a:ext uri="{FF2B5EF4-FFF2-40B4-BE49-F238E27FC236}">
                <a16:creationId xmlns:a16="http://schemas.microsoft.com/office/drawing/2014/main" id="{3D683EE4-CAFC-4A9F-BB68-76BDF5C650F0}"/>
              </a:ext>
            </a:extLst>
          </p:cNvPr>
          <p:cNvSpPr/>
          <p:nvPr/>
        </p:nvSpPr>
        <p:spPr>
          <a:xfrm>
            <a:off x="327349" y="4685791"/>
            <a:ext cx="364202" cy="307777"/>
          </a:xfrm>
          <a:prstGeom prst="rect">
            <a:avLst/>
          </a:prstGeom>
        </p:spPr>
        <p:txBody>
          <a:bodyPr wrap="none">
            <a:spAutoFit/>
          </a:bodyPr>
          <a:lstStyle/>
          <a:p>
            <a:r>
              <a:rPr lang="hr-HR" sz="1400" dirty="0">
                <a:latin typeface="Times New Roman" panose="02020603050405020304" pitchFamily="18" charset="0"/>
                <a:cs typeface="Times New Roman" panose="02020603050405020304" pitchFamily="18" charset="0"/>
              </a:rPr>
              <a:t>2. </a:t>
            </a:r>
          </a:p>
        </p:txBody>
      </p:sp>
      <p:sp>
        <p:nvSpPr>
          <p:cNvPr id="10" name="Pravokutnik 9">
            <a:extLst>
              <a:ext uri="{FF2B5EF4-FFF2-40B4-BE49-F238E27FC236}">
                <a16:creationId xmlns:a16="http://schemas.microsoft.com/office/drawing/2014/main" id="{E70F7EAF-85D4-4A5F-B30A-0977F58132B2}"/>
              </a:ext>
            </a:extLst>
          </p:cNvPr>
          <p:cNvSpPr/>
          <p:nvPr/>
        </p:nvSpPr>
        <p:spPr>
          <a:xfrm>
            <a:off x="255503" y="209008"/>
            <a:ext cx="364202" cy="307777"/>
          </a:xfrm>
          <a:prstGeom prst="rect">
            <a:avLst/>
          </a:prstGeom>
        </p:spPr>
        <p:txBody>
          <a:bodyPr wrap="none">
            <a:spAutoFit/>
          </a:bodyPr>
          <a:lstStyle/>
          <a:p>
            <a:r>
              <a:rPr lang="hr-HR" sz="1400" dirty="0">
                <a:latin typeface="Times New Roman" panose="02020603050405020304" pitchFamily="18" charset="0"/>
                <a:cs typeface="Times New Roman" panose="02020603050405020304" pitchFamily="18" charset="0"/>
              </a:rPr>
              <a:t>1. </a:t>
            </a:r>
          </a:p>
        </p:txBody>
      </p:sp>
      <p:sp>
        <p:nvSpPr>
          <p:cNvPr id="11" name="Pravokutnik 10">
            <a:extLst>
              <a:ext uri="{FF2B5EF4-FFF2-40B4-BE49-F238E27FC236}">
                <a16:creationId xmlns:a16="http://schemas.microsoft.com/office/drawing/2014/main" id="{64AD130A-9604-4161-8B84-7B3258DBEB63}"/>
              </a:ext>
            </a:extLst>
          </p:cNvPr>
          <p:cNvSpPr/>
          <p:nvPr/>
        </p:nvSpPr>
        <p:spPr>
          <a:xfrm>
            <a:off x="6100351" y="209007"/>
            <a:ext cx="364202" cy="307777"/>
          </a:xfrm>
          <a:prstGeom prst="rect">
            <a:avLst/>
          </a:prstGeom>
        </p:spPr>
        <p:txBody>
          <a:bodyPr wrap="none">
            <a:spAutoFit/>
          </a:bodyPr>
          <a:lstStyle/>
          <a:p>
            <a:r>
              <a:rPr lang="hr-HR" sz="1400" dirty="0">
                <a:latin typeface="Times New Roman" panose="02020603050405020304" pitchFamily="18" charset="0"/>
                <a:cs typeface="Times New Roman" panose="02020603050405020304" pitchFamily="18" charset="0"/>
              </a:rPr>
              <a:t>3. </a:t>
            </a:r>
          </a:p>
        </p:txBody>
      </p:sp>
      <p:sp>
        <p:nvSpPr>
          <p:cNvPr id="12" name="Pravokutnik 11">
            <a:extLst>
              <a:ext uri="{FF2B5EF4-FFF2-40B4-BE49-F238E27FC236}">
                <a16:creationId xmlns:a16="http://schemas.microsoft.com/office/drawing/2014/main" id="{F6D3E12F-4370-4EA6-9933-23B92A54B4F3}"/>
              </a:ext>
            </a:extLst>
          </p:cNvPr>
          <p:cNvSpPr/>
          <p:nvPr/>
        </p:nvSpPr>
        <p:spPr>
          <a:xfrm>
            <a:off x="6074227" y="1447936"/>
            <a:ext cx="364202" cy="307777"/>
          </a:xfrm>
          <a:prstGeom prst="rect">
            <a:avLst/>
          </a:prstGeom>
        </p:spPr>
        <p:txBody>
          <a:bodyPr wrap="none">
            <a:spAutoFit/>
          </a:bodyPr>
          <a:lstStyle/>
          <a:p>
            <a:r>
              <a:rPr lang="hr-HR" sz="1400" dirty="0">
                <a:latin typeface="Times New Roman" panose="02020603050405020304" pitchFamily="18" charset="0"/>
                <a:cs typeface="Times New Roman" panose="02020603050405020304" pitchFamily="18" charset="0"/>
              </a:rPr>
              <a:t>4. </a:t>
            </a:r>
          </a:p>
        </p:txBody>
      </p:sp>
      <p:sp>
        <p:nvSpPr>
          <p:cNvPr id="13" name="Pravokutnik 12">
            <a:extLst>
              <a:ext uri="{FF2B5EF4-FFF2-40B4-BE49-F238E27FC236}">
                <a16:creationId xmlns:a16="http://schemas.microsoft.com/office/drawing/2014/main" id="{428C391F-4215-4472-BD9A-9EC12854238C}"/>
              </a:ext>
            </a:extLst>
          </p:cNvPr>
          <p:cNvSpPr/>
          <p:nvPr/>
        </p:nvSpPr>
        <p:spPr>
          <a:xfrm>
            <a:off x="6130837" y="4300715"/>
            <a:ext cx="364202" cy="307777"/>
          </a:xfrm>
          <a:prstGeom prst="rect">
            <a:avLst/>
          </a:prstGeom>
        </p:spPr>
        <p:txBody>
          <a:bodyPr wrap="none">
            <a:spAutoFit/>
          </a:bodyPr>
          <a:lstStyle/>
          <a:p>
            <a:r>
              <a:rPr lang="hr-HR" sz="1400" dirty="0">
                <a:latin typeface="Times New Roman" panose="02020603050405020304" pitchFamily="18" charset="0"/>
                <a:cs typeface="Times New Roman" panose="02020603050405020304" pitchFamily="18" charset="0"/>
              </a:rPr>
              <a:t>5. </a:t>
            </a:r>
          </a:p>
        </p:txBody>
      </p:sp>
      <p:sp>
        <p:nvSpPr>
          <p:cNvPr id="14" name="Pravokutnik 13">
            <a:extLst>
              <a:ext uri="{FF2B5EF4-FFF2-40B4-BE49-F238E27FC236}">
                <a16:creationId xmlns:a16="http://schemas.microsoft.com/office/drawing/2014/main" id="{8A66A593-34DD-4F65-AF2C-91BEA69175FD}"/>
              </a:ext>
            </a:extLst>
          </p:cNvPr>
          <p:cNvSpPr/>
          <p:nvPr/>
        </p:nvSpPr>
        <p:spPr>
          <a:xfrm>
            <a:off x="6130837" y="5531022"/>
            <a:ext cx="364202" cy="307777"/>
          </a:xfrm>
          <a:prstGeom prst="rect">
            <a:avLst/>
          </a:prstGeom>
        </p:spPr>
        <p:txBody>
          <a:bodyPr wrap="none">
            <a:spAutoFit/>
          </a:bodyPr>
          <a:lstStyle/>
          <a:p>
            <a:r>
              <a:rPr lang="hr-HR" sz="1400" dirty="0">
                <a:latin typeface="Times New Roman" panose="02020603050405020304" pitchFamily="18" charset="0"/>
                <a:cs typeface="Times New Roman" panose="02020603050405020304" pitchFamily="18" charset="0"/>
              </a:rPr>
              <a:t>6. </a:t>
            </a:r>
          </a:p>
        </p:txBody>
      </p:sp>
    </p:spTree>
    <p:extLst>
      <p:ext uri="{BB962C8B-B14F-4D97-AF65-F5344CB8AC3E}">
        <p14:creationId xmlns:p14="http://schemas.microsoft.com/office/powerpoint/2010/main" val="17768771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ka 2" descr="Slika na kojoj se prikazuje zgrada, grupa, fotografija, naprijed&#10;&#10;Opis je automatski generiran">
            <a:extLst>
              <a:ext uri="{FF2B5EF4-FFF2-40B4-BE49-F238E27FC236}">
                <a16:creationId xmlns:a16="http://schemas.microsoft.com/office/drawing/2014/main" id="{87BF917C-AE1C-438F-9F30-3C7B295D670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4065" y="221876"/>
            <a:ext cx="4636795" cy="2797790"/>
          </a:xfrm>
          <a:prstGeom prst="rect">
            <a:avLst/>
          </a:prstGeom>
        </p:spPr>
      </p:pic>
      <p:pic>
        <p:nvPicPr>
          <p:cNvPr id="5" name="Slika 4" descr="Slika na kojoj se prikazuje krava, stoka, grupa, muškarac&#10;&#10;Opis je automatski generiran">
            <a:extLst>
              <a:ext uri="{FF2B5EF4-FFF2-40B4-BE49-F238E27FC236}">
                <a16:creationId xmlns:a16="http://schemas.microsoft.com/office/drawing/2014/main" id="{1D56B493-A885-4BB3-A878-84DCD9CF01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8657" y="3295952"/>
            <a:ext cx="2438400" cy="3300984"/>
          </a:xfrm>
          <a:prstGeom prst="rect">
            <a:avLst/>
          </a:prstGeom>
        </p:spPr>
      </p:pic>
      <p:pic>
        <p:nvPicPr>
          <p:cNvPr id="7" name="Slika 6" descr="Slika na kojoj se prikazuje osoba, sjedenje, muškarac, ljudi&#10;&#10;Opis je automatski generiran">
            <a:extLst>
              <a:ext uri="{FF2B5EF4-FFF2-40B4-BE49-F238E27FC236}">
                <a16:creationId xmlns:a16="http://schemas.microsoft.com/office/drawing/2014/main" id="{A969FCDD-E868-4479-B29A-B39E3B07FE6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25887" y="3256763"/>
            <a:ext cx="2568701" cy="3300984"/>
          </a:xfrm>
          <a:prstGeom prst="rect">
            <a:avLst/>
          </a:prstGeom>
        </p:spPr>
      </p:pic>
      <p:pic>
        <p:nvPicPr>
          <p:cNvPr id="9" name="Slika 8" descr="Slika na kojoj se prikazuje na otvorenom, zgrada, kip, sjedenje&#10;&#10;Opis je automatski generiran">
            <a:extLst>
              <a:ext uri="{FF2B5EF4-FFF2-40B4-BE49-F238E27FC236}">
                <a16:creationId xmlns:a16="http://schemas.microsoft.com/office/drawing/2014/main" id="{3C1A8DA4-D9C3-49D5-885B-CC5B6EC0683B}"/>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b="7547"/>
          <a:stretch/>
        </p:blipFill>
        <p:spPr>
          <a:xfrm>
            <a:off x="6989224" y="261063"/>
            <a:ext cx="3253141" cy="2797790"/>
          </a:xfrm>
          <a:prstGeom prst="rect">
            <a:avLst/>
          </a:prstGeom>
        </p:spPr>
      </p:pic>
      <p:pic>
        <p:nvPicPr>
          <p:cNvPr id="11" name="Slika 10" descr="Slika na kojoj se prikazuje osoba, na zatvorenom, muškarac, sjedenje&#10;&#10;Opis je automatski generiran">
            <a:extLst>
              <a:ext uri="{FF2B5EF4-FFF2-40B4-BE49-F238E27FC236}">
                <a16:creationId xmlns:a16="http://schemas.microsoft.com/office/drawing/2014/main" id="{1309DE1B-FA73-448C-A023-0F254F2C70D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390646" y="3256765"/>
            <a:ext cx="2510423" cy="3300985"/>
          </a:xfrm>
          <a:prstGeom prst="rect">
            <a:avLst/>
          </a:prstGeom>
        </p:spPr>
      </p:pic>
      <p:pic>
        <p:nvPicPr>
          <p:cNvPr id="13" name="Slika 12" descr="Slika na kojoj se prikazuje na zatvorenom, osoba, sjedenje, stol&#10;&#10;Opis je automatski generiran">
            <a:extLst>
              <a:ext uri="{FF2B5EF4-FFF2-40B4-BE49-F238E27FC236}">
                <a16:creationId xmlns:a16="http://schemas.microsoft.com/office/drawing/2014/main" id="{95324115-772B-4BCA-82BB-D63267DE906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491143" y="3256764"/>
            <a:ext cx="2285297" cy="3300984"/>
          </a:xfrm>
          <a:prstGeom prst="rect">
            <a:avLst/>
          </a:prstGeom>
        </p:spPr>
      </p:pic>
      <p:sp>
        <p:nvSpPr>
          <p:cNvPr id="14" name="TekstniOkvir 13">
            <a:extLst>
              <a:ext uri="{FF2B5EF4-FFF2-40B4-BE49-F238E27FC236}">
                <a16:creationId xmlns:a16="http://schemas.microsoft.com/office/drawing/2014/main" id="{C7730B98-ECC5-4AA2-8F87-9F336C36E16A}"/>
              </a:ext>
            </a:extLst>
          </p:cNvPr>
          <p:cNvSpPr txBox="1"/>
          <p:nvPr/>
        </p:nvSpPr>
        <p:spPr>
          <a:xfrm>
            <a:off x="652823" y="2728711"/>
            <a:ext cx="411243" cy="369332"/>
          </a:xfrm>
          <a:prstGeom prst="rect">
            <a:avLst/>
          </a:prstGeom>
          <a:noFill/>
        </p:spPr>
        <p:txBody>
          <a:bodyPr wrap="square" rtlCol="0">
            <a:spAutoFit/>
          </a:bodyPr>
          <a:lstStyle/>
          <a:p>
            <a:r>
              <a:rPr lang="hr-HR" dirty="0"/>
              <a:t>a)</a:t>
            </a:r>
          </a:p>
        </p:txBody>
      </p:sp>
      <p:sp>
        <p:nvSpPr>
          <p:cNvPr id="15" name="TekstniOkvir 14">
            <a:extLst>
              <a:ext uri="{FF2B5EF4-FFF2-40B4-BE49-F238E27FC236}">
                <a16:creationId xmlns:a16="http://schemas.microsoft.com/office/drawing/2014/main" id="{B2260430-6F73-4723-8447-E08BBDDB17F5}"/>
              </a:ext>
            </a:extLst>
          </p:cNvPr>
          <p:cNvSpPr txBox="1"/>
          <p:nvPr/>
        </p:nvSpPr>
        <p:spPr>
          <a:xfrm>
            <a:off x="6577981" y="2728711"/>
            <a:ext cx="411243" cy="369332"/>
          </a:xfrm>
          <a:prstGeom prst="rect">
            <a:avLst/>
          </a:prstGeom>
          <a:noFill/>
        </p:spPr>
        <p:txBody>
          <a:bodyPr wrap="square" rtlCol="0">
            <a:spAutoFit/>
          </a:bodyPr>
          <a:lstStyle/>
          <a:p>
            <a:r>
              <a:rPr lang="hr-HR" dirty="0"/>
              <a:t>b)</a:t>
            </a:r>
          </a:p>
        </p:txBody>
      </p:sp>
      <p:sp>
        <p:nvSpPr>
          <p:cNvPr id="16" name="TekstniOkvir 15">
            <a:extLst>
              <a:ext uri="{FF2B5EF4-FFF2-40B4-BE49-F238E27FC236}">
                <a16:creationId xmlns:a16="http://schemas.microsoft.com/office/drawing/2014/main" id="{826C8630-E5D7-4EA7-83D4-BA7ADCD6C91B}"/>
              </a:ext>
            </a:extLst>
          </p:cNvPr>
          <p:cNvSpPr txBox="1"/>
          <p:nvPr/>
        </p:nvSpPr>
        <p:spPr>
          <a:xfrm>
            <a:off x="1" y="6214902"/>
            <a:ext cx="411243" cy="369332"/>
          </a:xfrm>
          <a:prstGeom prst="rect">
            <a:avLst/>
          </a:prstGeom>
          <a:noFill/>
        </p:spPr>
        <p:txBody>
          <a:bodyPr wrap="square" rtlCol="0">
            <a:spAutoFit/>
          </a:bodyPr>
          <a:lstStyle/>
          <a:p>
            <a:r>
              <a:rPr lang="hr-HR" dirty="0"/>
              <a:t>c)</a:t>
            </a:r>
          </a:p>
        </p:txBody>
      </p:sp>
      <p:sp>
        <p:nvSpPr>
          <p:cNvPr id="17" name="TekstniOkvir 16">
            <a:extLst>
              <a:ext uri="{FF2B5EF4-FFF2-40B4-BE49-F238E27FC236}">
                <a16:creationId xmlns:a16="http://schemas.microsoft.com/office/drawing/2014/main" id="{A6091EF7-3650-4E6E-9E8C-C1459B936010}"/>
              </a:ext>
            </a:extLst>
          </p:cNvPr>
          <p:cNvSpPr txBox="1"/>
          <p:nvPr/>
        </p:nvSpPr>
        <p:spPr>
          <a:xfrm>
            <a:off x="2971220" y="6188416"/>
            <a:ext cx="411243" cy="369332"/>
          </a:xfrm>
          <a:prstGeom prst="rect">
            <a:avLst/>
          </a:prstGeom>
          <a:noFill/>
        </p:spPr>
        <p:txBody>
          <a:bodyPr wrap="square" rtlCol="0">
            <a:spAutoFit/>
          </a:bodyPr>
          <a:lstStyle/>
          <a:p>
            <a:r>
              <a:rPr lang="hr-HR" dirty="0"/>
              <a:t>d)</a:t>
            </a:r>
          </a:p>
        </p:txBody>
      </p:sp>
      <p:sp>
        <p:nvSpPr>
          <p:cNvPr id="18" name="TekstniOkvir 17">
            <a:extLst>
              <a:ext uri="{FF2B5EF4-FFF2-40B4-BE49-F238E27FC236}">
                <a16:creationId xmlns:a16="http://schemas.microsoft.com/office/drawing/2014/main" id="{7EE42A5C-AA86-4802-B95C-D29B10EF7F8E}"/>
              </a:ext>
            </a:extLst>
          </p:cNvPr>
          <p:cNvSpPr txBox="1"/>
          <p:nvPr/>
        </p:nvSpPr>
        <p:spPr>
          <a:xfrm>
            <a:off x="6079900" y="6188416"/>
            <a:ext cx="411243" cy="369332"/>
          </a:xfrm>
          <a:prstGeom prst="rect">
            <a:avLst/>
          </a:prstGeom>
          <a:noFill/>
        </p:spPr>
        <p:txBody>
          <a:bodyPr wrap="square" rtlCol="0">
            <a:spAutoFit/>
          </a:bodyPr>
          <a:lstStyle/>
          <a:p>
            <a:r>
              <a:rPr lang="hr-HR" dirty="0"/>
              <a:t>e)</a:t>
            </a:r>
          </a:p>
        </p:txBody>
      </p:sp>
      <p:sp>
        <p:nvSpPr>
          <p:cNvPr id="19" name="TekstniOkvir 18">
            <a:extLst>
              <a:ext uri="{FF2B5EF4-FFF2-40B4-BE49-F238E27FC236}">
                <a16:creationId xmlns:a16="http://schemas.microsoft.com/office/drawing/2014/main" id="{5092EE13-10D2-4004-8FD5-F5133990A5C7}"/>
              </a:ext>
            </a:extLst>
          </p:cNvPr>
          <p:cNvSpPr txBox="1"/>
          <p:nvPr/>
        </p:nvSpPr>
        <p:spPr>
          <a:xfrm>
            <a:off x="8982061" y="6188416"/>
            <a:ext cx="411243" cy="369332"/>
          </a:xfrm>
          <a:prstGeom prst="rect">
            <a:avLst/>
          </a:prstGeom>
          <a:noFill/>
        </p:spPr>
        <p:txBody>
          <a:bodyPr wrap="square" rtlCol="0">
            <a:spAutoFit/>
          </a:bodyPr>
          <a:lstStyle/>
          <a:p>
            <a:r>
              <a:rPr lang="hr-HR" dirty="0"/>
              <a:t>f)</a:t>
            </a:r>
          </a:p>
        </p:txBody>
      </p:sp>
    </p:spTree>
    <p:extLst>
      <p:ext uri="{BB962C8B-B14F-4D97-AF65-F5344CB8AC3E}">
        <p14:creationId xmlns:p14="http://schemas.microsoft.com/office/powerpoint/2010/main" val="909292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P spid="1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avokutnik 1">
            <a:extLst>
              <a:ext uri="{FF2B5EF4-FFF2-40B4-BE49-F238E27FC236}">
                <a16:creationId xmlns:a16="http://schemas.microsoft.com/office/drawing/2014/main" id="{57C277D2-E883-4648-B000-9521A4E319EB}"/>
              </a:ext>
            </a:extLst>
          </p:cNvPr>
          <p:cNvSpPr/>
          <p:nvPr/>
        </p:nvSpPr>
        <p:spPr>
          <a:xfrm>
            <a:off x="509451" y="248196"/>
            <a:ext cx="6763813" cy="4499052"/>
          </a:xfrm>
          <a:prstGeom prst="rect">
            <a:avLst/>
          </a:prstGeom>
        </p:spPr>
        <p:txBody>
          <a:bodyPr wrap="square">
            <a:spAutoFit/>
          </a:bodyPr>
          <a:lstStyle/>
          <a:p>
            <a:pPr>
              <a:lnSpc>
                <a:spcPct val="107000"/>
              </a:lnSpc>
              <a:spcAft>
                <a:spcPts val="800"/>
              </a:spcAft>
            </a:pPr>
            <a:r>
              <a:rPr lang="hr-HR" sz="1600" i="1" dirty="0">
                <a:latin typeface="Times New Roman" panose="02020603050405020304" pitchFamily="18" charset="0"/>
                <a:ea typeface="Calibri" panose="020F0502020204030204" pitchFamily="34" charset="0"/>
                <a:cs typeface="Times New Roman" panose="02020603050405020304" pitchFamily="18" charset="0"/>
              </a:rPr>
              <a:t>Imao sam ovo viđenje: "Sa sjevera udari vihor sa silnim oblakom, punim ognja, što je buktio. Okruživala ga je svjetlost, a iznutra je sjao kao </a:t>
            </a:r>
            <a:r>
              <a:rPr lang="hr-HR" sz="1600" i="1" dirty="0" err="1">
                <a:latin typeface="Times New Roman" panose="02020603050405020304" pitchFamily="18" charset="0"/>
                <a:ea typeface="Calibri" panose="020F0502020204030204" pitchFamily="34" charset="0"/>
                <a:cs typeface="Times New Roman" panose="02020603050405020304" pitchFamily="18" charset="0"/>
              </a:rPr>
              <a:t>svjetlac</a:t>
            </a:r>
            <a:r>
              <a:rPr lang="hr-HR" sz="1600" i="1" dirty="0">
                <a:latin typeface="Times New Roman" panose="02020603050405020304" pitchFamily="18" charset="0"/>
                <a:ea typeface="Calibri" panose="020F0502020204030204" pitchFamily="34" charset="0"/>
                <a:cs typeface="Times New Roman" panose="02020603050405020304" pitchFamily="18" charset="0"/>
              </a:rPr>
              <a:t> u ognju.</a:t>
            </a:r>
          </a:p>
          <a:p>
            <a:pPr>
              <a:lnSpc>
                <a:spcPct val="107000"/>
              </a:lnSpc>
              <a:spcAft>
                <a:spcPts val="800"/>
              </a:spcAft>
            </a:pPr>
            <a:r>
              <a:rPr lang="hr-HR" sz="1600" i="1" dirty="0">
                <a:latin typeface="Times New Roman" panose="02020603050405020304" pitchFamily="18" charset="0"/>
                <a:ea typeface="Calibri" panose="020F0502020204030204" pitchFamily="34" charset="0"/>
                <a:cs typeface="Times New Roman" panose="02020603050405020304" pitchFamily="18" charset="0"/>
              </a:rPr>
              <a:t>Posred njega prikazaše se prilike, što su bile nalik na četiri živa bića. Izgled njihov bio je ovaj: Imala su priliku čovječju.</a:t>
            </a:r>
          </a:p>
          <a:p>
            <a:pPr>
              <a:lnSpc>
                <a:spcPct val="107000"/>
              </a:lnSpc>
              <a:spcAft>
                <a:spcPts val="800"/>
              </a:spcAft>
            </a:pPr>
            <a:r>
              <a:rPr lang="hr-HR" sz="1600" i="1" dirty="0">
                <a:latin typeface="Times New Roman" panose="02020603050405020304" pitchFamily="18" charset="0"/>
                <a:ea typeface="Calibri" panose="020F0502020204030204" pitchFamily="34" charset="0"/>
                <a:cs typeface="Times New Roman" panose="02020603050405020304" pitchFamily="18" charset="0"/>
              </a:rPr>
              <a:t>Svako je imalo četiri lica i svako od njih četiri krila.</a:t>
            </a:r>
          </a:p>
          <a:p>
            <a:pPr>
              <a:lnSpc>
                <a:spcPct val="107000"/>
              </a:lnSpc>
              <a:spcAft>
                <a:spcPts val="800"/>
              </a:spcAft>
            </a:pPr>
            <a:r>
              <a:rPr lang="hr-HR" sz="1600" i="1" dirty="0">
                <a:latin typeface="Times New Roman" panose="02020603050405020304" pitchFamily="18" charset="0"/>
                <a:ea typeface="Calibri" panose="020F0502020204030204" pitchFamily="34" charset="0"/>
                <a:cs typeface="Times New Roman" panose="02020603050405020304" pitchFamily="18" charset="0"/>
              </a:rPr>
              <a:t>Noge njihove bile su prave i stope njihove kao u teleta. Sijevale su kao mjed blistava.</a:t>
            </a:r>
          </a:p>
          <a:p>
            <a:pPr>
              <a:lnSpc>
                <a:spcPct val="107000"/>
              </a:lnSpc>
              <a:spcAft>
                <a:spcPts val="800"/>
              </a:spcAft>
            </a:pPr>
            <a:r>
              <a:rPr lang="hr-HR" sz="1600" i="1" dirty="0">
                <a:latin typeface="Times New Roman" panose="02020603050405020304" pitchFamily="18" charset="0"/>
                <a:ea typeface="Calibri" panose="020F0502020204030204" pitchFamily="34" charset="0"/>
                <a:cs typeface="Times New Roman" panose="02020603050405020304" pitchFamily="18" charset="0"/>
              </a:rPr>
              <a:t>Ruke čovječje pokazale se pod krilima njihovim na sve četiri strane, lica njihova i krila njihova.</a:t>
            </a:r>
          </a:p>
          <a:p>
            <a:pPr>
              <a:lnSpc>
                <a:spcPct val="107000"/>
              </a:lnSpc>
              <a:spcAft>
                <a:spcPts val="800"/>
              </a:spcAft>
            </a:pPr>
            <a:r>
              <a:rPr lang="hr-HR" sz="1600" i="1" dirty="0">
                <a:latin typeface="Times New Roman" panose="02020603050405020304" pitchFamily="18" charset="0"/>
                <a:ea typeface="Calibri" panose="020F0502020204030204" pitchFamily="34" charset="0"/>
                <a:cs typeface="Times New Roman" panose="02020603050405020304" pitchFamily="18" charset="0"/>
              </a:rPr>
              <a:t>Krila su se njihova doticala - </a:t>
            </a:r>
            <a:r>
              <a:rPr lang="hr-HR" sz="1600" i="1" dirty="0" err="1">
                <a:latin typeface="Times New Roman" panose="02020603050405020304" pitchFamily="18" charset="0"/>
                <a:ea typeface="Calibri" panose="020F0502020204030204" pitchFamily="34" charset="0"/>
                <a:cs typeface="Times New Roman" panose="02020603050405020304" pitchFamily="18" charset="0"/>
              </a:rPr>
              <a:t>nijesu</a:t>
            </a:r>
            <a:r>
              <a:rPr lang="hr-HR" sz="1600" i="1" dirty="0">
                <a:latin typeface="Times New Roman" panose="02020603050405020304" pitchFamily="18" charset="0"/>
                <a:ea typeface="Calibri" panose="020F0502020204030204" pitchFamily="34" charset="0"/>
                <a:cs typeface="Times New Roman" panose="02020603050405020304" pitchFamily="18" charset="0"/>
              </a:rPr>
              <a:t> se okretala, kada bi išla; svako je biće išlo naprema se.</a:t>
            </a:r>
          </a:p>
          <a:p>
            <a:pPr>
              <a:lnSpc>
                <a:spcPct val="107000"/>
              </a:lnSpc>
              <a:spcAft>
                <a:spcPts val="800"/>
              </a:spcAft>
            </a:pPr>
            <a:r>
              <a:rPr lang="hr-HR" sz="1600" i="1" dirty="0">
                <a:latin typeface="Times New Roman" panose="02020603050405020304" pitchFamily="18" charset="0"/>
                <a:ea typeface="Calibri" panose="020F0502020204030204" pitchFamily="34" charset="0"/>
                <a:cs typeface="Times New Roman" panose="02020603050405020304" pitchFamily="18" charset="0"/>
              </a:rPr>
              <a:t>Izgled lica njihova bio je ovaj: sprijeda imala su lice čovječje, zdesna lice </a:t>
            </a:r>
            <a:r>
              <a:rPr lang="hr-HR" sz="1600" i="1" dirty="0" err="1">
                <a:latin typeface="Times New Roman" panose="02020603050405020304" pitchFamily="18" charset="0"/>
                <a:ea typeface="Calibri" panose="020F0502020204030204" pitchFamily="34" charset="0"/>
                <a:cs typeface="Times New Roman" panose="02020603050405020304" pitchFamily="18" charset="0"/>
              </a:rPr>
              <a:t>lavovo</a:t>
            </a:r>
            <a:r>
              <a:rPr lang="hr-HR" sz="1600" i="1" dirty="0">
                <a:latin typeface="Times New Roman" panose="02020603050405020304" pitchFamily="18" charset="0"/>
                <a:ea typeface="Calibri" panose="020F0502020204030204" pitchFamily="34" charset="0"/>
                <a:cs typeface="Times New Roman" panose="02020603050405020304" pitchFamily="18" charset="0"/>
              </a:rPr>
              <a:t>, slijeva lice volujsko, unutra lice orlovo, u sva četiri bića.</a:t>
            </a:r>
          </a:p>
          <a:p>
            <a:pPr>
              <a:lnSpc>
                <a:spcPct val="107000"/>
              </a:lnSpc>
              <a:spcAft>
                <a:spcPts val="800"/>
              </a:spcAft>
            </a:pPr>
            <a:r>
              <a:rPr lang="hr-HR" sz="1600" i="1" dirty="0">
                <a:effectLst/>
                <a:latin typeface="Times New Roman" panose="02020603050405020304" pitchFamily="18" charset="0"/>
                <a:ea typeface="Calibri" panose="020F0502020204030204" pitchFamily="34" charset="0"/>
                <a:cs typeface="Times New Roman" panose="02020603050405020304" pitchFamily="18" charset="0"/>
              </a:rPr>
              <a:t>(Ezekiel 1, 4 – 10)</a:t>
            </a:r>
          </a:p>
        </p:txBody>
      </p:sp>
      <p:sp>
        <p:nvSpPr>
          <p:cNvPr id="3" name="Pravokutnik 2">
            <a:extLst>
              <a:ext uri="{FF2B5EF4-FFF2-40B4-BE49-F238E27FC236}">
                <a16:creationId xmlns:a16="http://schemas.microsoft.com/office/drawing/2014/main" id="{2CEEE9A8-8DC4-4445-AA51-3F89D8957924}"/>
              </a:ext>
            </a:extLst>
          </p:cNvPr>
          <p:cNvSpPr/>
          <p:nvPr/>
        </p:nvSpPr>
        <p:spPr>
          <a:xfrm>
            <a:off x="145249" y="248194"/>
            <a:ext cx="505025" cy="338554"/>
          </a:xfrm>
          <a:prstGeom prst="rect">
            <a:avLst/>
          </a:prstGeom>
        </p:spPr>
        <p:txBody>
          <a:bodyPr wrap="square">
            <a:spAutoFit/>
          </a:bodyPr>
          <a:lstStyle/>
          <a:p>
            <a:r>
              <a:rPr lang="hr-HR" sz="1600" dirty="0">
                <a:latin typeface="Times New Roman" panose="02020603050405020304" pitchFamily="18" charset="0"/>
                <a:cs typeface="Times New Roman" panose="02020603050405020304" pitchFamily="18" charset="0"/>
              </a:rPr>
              <a:t>1. </a:t>
            </a:r>
          </a:p>
        </p:txBody>
      </p:sp>
      <p:pic>
        <p:nvPicPr>
          <p:cNvPr id="4" name="Slika 3" descr="Slika na kojoj se prikazuje krava, stoka, grupa, muškarac&#10;&#10;Opis je automatski generiran">
            <a:extLst>
              <a:ext uri="{FF2B5EF4-FFF2-40B4-BE49-F238E27FC236}">
                <a16:creationId xmlns:a16="http://schemas.microsoft.com/office/drawing/2014/main" id="{8822CBC9-D160-4F7E-B704-74CC53FAA4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69653" y="209005"/>
            <a:ext cx="3912897" cy="5297084"/>
          </a:xfrm>
          <a:prstGeom prst="rect">
            <a:avLst/>
          </a:prstGeom>
        </p:spPr>
      </p:pic>
      <p:sp>
        <p:nvSpPr>
          <p:cNvPr id="5" name="TekstniOkvir 4">
            <a:extLst>
              <a:ext uri="{FF2B5EF4-FFF2-40B4-BE49-F238E27FC236}">
                <a16:creationId xmlns:a16="http://schemas.microsoft.com/office/drawing/2014/main" id="{A09C340C-6AB9-418E-A1E0-F0CE5FB535EF}"/>
              </a:ext>
            </a:extLst>
          </p:cNvPr>
          <p:cNvSpPr txBox="1"/>
          <p:nvPr/>
        </p:nvSpPr>
        <p:spPr>
          <a:xfrm>
            <a:off x="7346905" y="5175947"/>
            <a:ext cx="411243" cy="369332"/>
          </a:xfrm>
          <a:prstGeom prst="rect">
            <a:avLst/>
          </a:prstGeom>
          <a:noFill/>
        </p:spPr>
        <p:txBody>
          <a:bodyPr wrap="square" rtlCol="0">
            <a:spAutoFit/>
          </a:bodyPr>
          <a:lstStyle/>
          <a:p>
            <a:r>
              <a:rPr lang="hr-HR" dirty="0"/>
              <a:t>c)</a:t>
            </a:r>
          </a:p>
        </p:txBody>
      </p:sp>
      <p:sp>
        <p:nvSpPr>
          <p:cNvPr id="6" name="TekstniOkvir 5">
            <a:extLst>
              <a:ext uri="{FF2B5EF4-FFF2-40B4-BE49-F238E27FC236}">
                <a16:creationId xmlns:a16="http://schemas.microsoft.com/office/drawing/2014/main" id="{38648827-ED84-41AE-B087-87A4D1BDACCD}"/>
              </a:ext>
            </a:extLst>
          </p:cNvPr>
          <p:cNvSpPr txBox="1"/>
          <p:nvPr/>
        </p:nvSpPr>
        <p:spPr>
          <a:xfrm>
            <a:off x="509453" y="4714283"/>
            <a:ext cx="2390503" cy="461665"/>
          </a:xfrm>
          <a:prstGeom prst="rect">
            <a:avLst/>
          </a:prstGeom>
          <a:noFill/>
        </p:spPr>
        <p:txBody>
          <a:bodyPr wrap="square" rtlCol="0">
            <a:spAutoFit/>
          </a:bodyPr>
          <a:lstStyle/>
          <a:p>
            <a:r>
              <a:rPr lang="hr-HR" sz="2400" dirty="0" err="1">
                <a:latin typeface="Times New Roman" panose="02020603050405020304" pitchFamily="18" charset="0"/>
                <a:cs typeface="Times New Roman" panose="02020603050405020304" pitchFamily="18" charset="0"/>
              </a:rPr>
              <a:t>Tetramorf</a:t>
            </a:r>
            <a:r>
              <a:rPr lang="hr-HR" sz="2400" dirty="0">
                <a:latin typeface="Times New Roman" panose="02020603050405020304" pitchFamily="18" charset="0"/>
                <a:cs typeface="Times New Roman" panose="02020603050405020304" pitchFamily="18" charset="0"/>
              </a:rPr>
              <a:t> </a:t>
            </a:r>
          </a:p>
        </p:txBody>
      </p:sp>
      <p:sp>
        <p:nvSpPr>
          <p:cNvPr id="7" name="TekstniOkvir 6">
            <a:extLst>
              <a:ext uri="{FF2B5EF4-FFF2-40B4-BE49-F238E27FC236}">
                <a16:creationId xmlns:a16="http://schemas.microsoft.com/office/drawing/2014/main" id="{370E5EA1-FEFA-442E-B6E7-096A45DBEC0C}"/>
              </a:ext>
            </a:extLst>
          </p:cNvPr>
          <p:cNvSpPr txBox="1"/>
          <p:nvPr/>
        </p:nvSpPr>
        <p:spPr>
          <a:xfrm>
            <a:off x="1005841" y="5173808"/>
            <a:ext cx="2390503" cy="400110"/>
          </a:xfrm>
          <a:prstGeom prst="rect">
            <a:avLst/>
          </a:prstGeom>
          <a:noFill/>
        </p:spPr>
        <p:txBody>
          <a:bodyPr wrap="square" rtlCol="0">
            <a:spAutoFit/>
          </a:bodyPr>
          <a:lstStyle/>
          <a:p>
            <a:r>
              <a:rPr lang="hr-HR" sz="2000" dirty="0">
                <a:latin typeface="Times New Roman" panose="02020603050405020304" pitchFamily="18" charset="0"/>
                <a:cs typeface="Times New Roman" panose="02020603050405020304" pitchFamily="18" charset="0"/>
              </a:rPr>
              <a:t>prikaz 4 evanđelista</a:t>
            </a:r>
          </a:p>
        </p:txBody>
      </p:sp>
      <p:sp>
        <p:nvSpPr>
          <p:cNvPr id="8" name="TekstniOkvir 7">
            <a:extLst>
              <a:ext uri="{FF2B5EF4-FFF2-40B4-BE49-F238E27FC236}">
                <a16:creationId xmlns:a16="http://schemas.microsoft.com/office/drawing/2014/main" id="{E2033A80-9AA2-43FD-91A9-01CAC50F8F1D}"/>
              </a:ext>
            </a:extLst>
          </p:cNvPr>
          <p:cNvSpPr txBox="1"/>
          <p:nvPr/>
        </p:nvSpPr>
        <p:spPr>
          <a:xfrm>
            <a:off x="1005839" y="5659541"/>
            <a:ext cx="3709852" cy="707886"/>
          </a:xfrm>
          <a:prstGeom prst="rect">
            <a:avLst/>
          </a:prstGeom>
          <a:noFill/>
        </p:spPr>
        <p:txBody>
          <a:bodyPr wrap="square" rtlCol="0">
            <a:spAutoFit/>
          </a:bodyPr>
          <a:lstStyle/>
          <a:p>
            <a:r>
              <a:rPr lang="hr-HR" sz="2000" dirty="0">
                <a:latin typeface="Times New Roman" panose="02020603050405020304" pitchFamily="18" charset="0"/>
                <a:cs typeface="Times New Roman" panose="02020603050405020304" pitchFamily="18" charset="0"/>
              </a:rPr>
              <a:t>sv. Marko – lav, sv. Ivan – orao, sv. Luka – vol, sv. Matej - anđeo</a:t>
            </a:r>
          </a:p>
        </p:txBody>
      </p:sp>
      <p:sp>
        <p:nvSpPr>
          <p:cNvPr id="9" name="Pravokutnik 8">
            <a:extLst>
              <a:ext uri="{FF2B5EF4-FFF2-40B4-BE49-F238E27FC236}">
                <a16:creationId xmlns:a16="http://schemas.microsoft.com/office/drawing/2014/main" id="{93F59A9D-9D89-494B-9355-643724B854FE}"/>
              </a:ext>
            </a:extLst>
          </p:cNvPr>
          <p:cNvSpPr/>
          <p:nvPr/>
        </p:nvSpPr>
        <p:spPr>
          <a:xfrm>
            <a:off x="7758149" y="5690318"/>
            <a:ext cx="3912897" cy="646331"/>
          </a:xfrm>
          <a:prstGeom prst="rect">
            <a:avLst/>
          </a:prstGeom>
        </p:spPr>
        <p:txBody>
          <a:bodyPr wrap="square">
            <a:spAutoFit/>
          </a:bodyPr>
          <a:lstStyle/>
          <a:p>
            <a:pPr algn="ctr"/>
            <a:r>
              <a:rPr lang="hr-HR" dirty="0">
                <a:latin typeface="Times New Roman" panose="02020603050405020304" pitchFamily="18" charset="0"/>
                <a:cs typeface="Times New Roman" panose="02020603050405020304" pitchFamily="18" charset="0"/>
              </a:rPr>
              <a:t>Rafael, </a:t>
            </a:r>
            <a:r>
              <a:rPr lang="hr-HR" i="1" dirty="0">
                <a:latin typeface="Times New Roman" panose="02020603050405020304" pitchFamily="18" charset="0"/>
                <a:cs typeface="Times New Roman" panose="02020603050405020304" pitchFamily="18" charset="0"/>
              </a:rPr>
              <a:t>Vizija Ezekiela</a:t>
            </a:r>
            <a:r>
              <a:rPr lang="hr-HR" dirty="0">
                <a:latin typeface="Times New Roman" panose="02020603050405020304" pitchFamily="18" charset="0"/>
                <a:cs typeface="Times New Roman" panose="02020603050405020304" pitchFamily="18" charset="0"/>
              </a:rPr>
              <a:t>, 1518., ulje na dasci, 40 x 30 cm, Palazzo </a:t>
            </a:r>
            <a:r>
              <a:rPr lang="hr-HR" dirty="0" err="1">
                <a:latin typeface="Times New Roman" panose="02020603050405020304" pitchFamily="18" charset="0"/>
                <a:cs typeface="Times New Roman" panose="02020603050405020304" pitchFamily="18" charset="0"/>
              </a:rPr>
              <a:t>Pitti</a:t>
            </a:r>
            <a:r>
              <a:rPr lang="hr-HR" dirty="0">
                <a:latin typeface="Times New Roman" panose="02020603050405020304" pitchFamily="18" charset="0"/>
                <a:cs typeface="Times New Roman" panose="02020603050405020304" pitchFamily="18" charset="0"/>
              </a:rPr>
              <a:t>, Firenca</a:t>
            </a:r>
          </a:p>
        </p:txBody>
      </p:sp>
    </p:spTree>
    <p:extLst>
      <p:ext uri="{BB962C8B-B14F-4D97-AF65-F5344CB8AC3E}">
        <p14:creationId xmlns:p14="http://schemas.microsoft.com/office/powerpoint/2010/main" val="4243727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avokutnik 1">
            <a:extLst>
              <a:ext uri="{FF2B5EF4-FFF2-40B4-BE49-F238E27FC236}">
                <a16:creationId xmlns:a16="http://schemas.microsoft.com/office/drawing/2014/main" id="{C620C640-67FD-4019-B961-8DE8CEAA3AA6}"/>
              </a:ext>
            </a:extLst>
          </p:cNvPr>
          <p:cNvSpPr/>
          <p:nvPr/>
        </p:nvSpPr>
        <p:spPr>
          <a:xfrm>
            <a:off x="691553" y="327859"/>
            <a:ext cx="5564777" cy="3055965"/>
          </a:xfrm>
          <a:prstGeom prst="rect">
            <a:avLst/>
          </a:prstGeom>
        </p:spPr>
        <p:txBody>
          <a:bodyPr wrap="square">
            <a:spAutoFit/>
          </a:bodyPr>
          <a:lstStyle/>
          <a:p>
            <a:pPr>
              <a:lnSpc>
                <a:spcPct val="107000"/>
              </a:lnSpc>
              <a:spcAft>
                <a:spcPts val="800"/>
              </a:spcAft>
            </a:pPr>
            <a:r>
              <a:rPr lang="hr-HR" dirty="0">
                <a:latin typeface="Times New Roman" panose="02020603050405020304" pitchFamily="18" charset="0"/>
                <a:ea typeface="Calibri" panose="020F0502020204030204" pitchFamily="34" charset="0"/>
                <a:cs typeface="Times New Roman" panose="02020603050405020304" pitchFamily="18" charset="0"/>
              </a:rPr>
              <a:t>U kršćanskoj ikonografiji apostol _______ je predstavljen, osim knjigom ili svitkom koje drži u jednoj ruci, redovito i simbolom mača koji drži u drugoj. Štoviše, u nekim </a:t>
            </a:r>
            <a:r>
              <a:rPr lang="hr-HR" dirty="0" err="1">
                <a:latin typeface="Times New Roman" panose="02020603050405020304" pitchFamily="18" charset="0"/>
                <a:ea typeface="Calibri" panose="020F0502020204030204" pitchFamily="34" charset="0"/>
                <a:cs typeface="Times New Roman" panose="02020603050405020304" pitchFamily="18" charset="0"/>
              </a:rPr>
              <a:t>ikonografskim</a:t>
            </a:r>
            <a:r>
              <a:rPr lang="hr-HR" dirty="0">
                <a:latin typeface="Times New Roman" panose="02020603050405020304" pitchFamily="18" charset="0"/>
                <a:ea typeface="Calibri" panose="020F0502020204030204" pitchFamily="34" charset="0"/>
                <a:cs typeface="Times New Roman" panose="02020603050405020304" pitchFamily="18" charset="0"/>
              </a:rPr>
              <a:t> prikazima je prikazan s dva mača, koji su simboli njegova života i svjedočanstva koje je ostavio. Jedan mač tako predstavlja njegovu mučeničku smrt, koja se dogodila u Rimu, kako nam prenosi predaja, na </a:t>
            </a:r>
            <a:r>
              <a:rPr lang="hr-HR" dirty="0" err="1">
                <a:latin typeface="Times New Roman" panose="02020603050405020304" pitchFamily="18" charset="0"/>
                <a:ea typeface="Calibri" panose="020F0502020204030204" pitchFamily="34" charset="0"/>
                <a:cs typeface="Times New Roman" panose="02020603050405020304" pitchFamily="18" charset="0"/>
              </a:rPr>
              <a:t>Ostijskoj</a:t>
            </a:r>
            <a:r>
              <a:rPr lang="hr-HR" dirty="0">
                <a:latin typeface="Times New Roman" panose="02020603050405020304" pitchFamily="18" charset="0"/>
                <a:ea typeface="Calibri" panose="020F0502020204030204" pitchFamily="34" charset="0"/>
                <a:cs typeface="Times New Roman" panose="02020603050405020304" pitchFamily="18" charset="0"/>
              </a:rPr>
              <a:t> cesti na način da mu je mačem odsječena glava, a drugi mač je simbol njegove vjere i snage navještaja Božje riječi. </a:t>
            </a:r>
            <a:endParaRPr lang="hr-HR"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Pravokutnik 2">
            <a:extLst>
              <a:ext uri="{FF2B5EF4-FFF2-40B4-BE49-F238E27FC236}">
                <a16:creationId xmlns:a16="http://schemas.microsoft.com/office/drawing/2014/main" id="{C1836A12-EE62-4B7F-9CBD-BC9A0675BC50}"/>
              </a:ext>
            </a:extLst>
          </p:cNvPr>
          <p:cNvSpPr/>
          <p:nvPr/>
        </p:nvSpPr>
        <p:spPr>
          <a:xfrm>
            <a:off x="327350" y="327859"/>
            <a:ext cx="415498" cy="369332"/>
          </a:xfrm>
          <a:prstGeom prst="rect">
            <a:avLst/>
          </a:prstGeom>
        </p:spPr>
        <p:txBody>
          <a:bodyPr wrap="none">
            <a:spAutoFit/>
          </a:bodyPr>
          <a:lstStyle/>
          <a:p>
            <a:r>
              <a:rPr lang="hr-HR" dirty="0">
                <a:latin typeface="Times New Roman" panose="02020603050405020304" pitchFamily="18" charset="0"/>
                <a:cs typeface="Times New Roman" panose="02020603050405020304" pitchFamily="18" charset="0"/>
              </a:rPr>
              <a:t>2. </a:t>
            </a:r>
          </a:p>
        </p:txBody>
      </p:sp>
      <p:sp>
        <p:nvSpPr>
          <p:cNvPr id="6" name="Pravokutnik 5">
            <a:extLst>
              <a:ext uri="{FF2B5EF4-FFF2-40B4-BE49-F238E27FC236}">
                <a16:creationId xmlns:a16="http://schemas.microsoft.com/office/drawing/2014/main" id="{1B5B2774-9B23-4733-A2AF-9F4749E87FAB}"/>
              </a:ext>
            </a:extLst>
          </p:cNvPr>
          <p:cNvSpPr/>
          <p:nvPr/>
        </p:nvSpPr>
        <p:spPr>
          <a:xfrm>
            <a:off x="691551" y="5495289"/>
            <a:ext cx="1150636" cy="400110"/>
          </a:xfrm>
          <a:prstGeom prst="rect">
            <a:avLst/>
          </a:prstGeom>
        </p:spPr>
        <p:txBody>
          <a:bodyPr wrap="none">
            <a:spAutoFit/>
          </a:bodyPr>
          <a:lstStyle/>
          <a:p>
            <a:r>
              <a:rPr lang="hr-HR" sz="2000" dirty="0">
                <a:latin typeface="Times New Roman" panose="02020603050405020304" pitchFamily="18" charset="0"/>
                <a:cs typeface="Times New Roman" panose="02020603050405020304" pitchFamily="18" charset="0"/>
              </a:rPr>
              <a:t>sv. Pavao</a:t>
            </a:r>
          </a:p>
        </p:txBody>
      </p:sp>
      <p:pic>
        <p:nvPicPr>
          <p:cNvPr id="7" name="Slika 6" descr="Slika na kojoj se prikazuje osoba, na zatvorenom, muškarac, sjedenje&#10;&#10;Opis je automatski generiran">
            <a:extLst>
              <a:ext uri="{FF2B5EF4-FFF2-40B4-BE49-F238E27FC236}">
                <a16:creationId xmlns:a16="http://schemas.microsoft.com/office/drawing/2014/main" id="{663ACEAB-EB23-4DA5-B2FA-526D977B2E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32765" y="363506"/>
            <a:ext cx="4207045" cy="5531894"/>
          </a:xfrm>
          <a:prstGeom prst="rect">
            <a:avLst/>
          </a:prstGeom>
        </p:spPr>
      </p:pic>
      <p:sp>
        <p:nvSpPr>
          <p:cNvPr id="8" name="TekstniOkvir 7">
            <a:extLst>
              <a:ext uri="{FF2B5EF4-FFF2-40B4-BE49-F238E27FC236}">
                <a16:creationId xmlns:a16="http://schemas.microsoft.com/office/drawing/2014/main" id="{24E863C2-4C88-4569-8AE0-466B2CF3FA9D}"/>
              </a:ext>
            </a:extLst>
          </p:cNvPr>
          <p:cNvSpPr txBox="1"/>
          <p:nvPr/>
        </p:nvSpPr>
        <p:spPr>
          <a:xfrm>
            <a:off x="7021524" y="5451234"/>
            <a:ext cx="411243" cy="369332"/>
          </a:xfrm>
          <a:prstGeom prst="rect">
            <a:avLst/>
          </a:prstGeom>
          <a:noFill/>
        </p:spPr>
        <p:txBody>
          <a:bodyPr wrap="square" rtlCol="0">
            <a:spAutoFit/>
          </a:bodyPr>
          <a:lstStyle/>
          <a:p>
            <a:r>
              <a:rPr lang="hr-HR" dirty="0"/>
              <a:t>f)</a:t>
            </a:r>
          </a:p>
        </p:txBody>
      </p:sp>
      <p:sp>
        <p:nvSpPr>
          <p:cNvPr id="9" name="Pravokutnik 8">
            <a:extLst>
              <a:ext uri="{FF2B5EF4-FFF2-40B4-BE49-F238E27FC236}">
                <a16:creationId xmlns:a16="http://schemas.microsoft.com/office/drawing/2014/main" id="{B9ADE370-DBFC-41D8-9479-B81AF412ECE8}"/>
              </a:ext>
            </a:extLst>
          </p:cNvPr>
          <p:cNvSpPr/>
          <p:nvPr/>
        </p:nvSpPr>
        <p:spPr>
          <a:xfrm>
            <a:off x="7432766" y="5895400"/>
            <a:ext cx="4207045" cy="923330"/>
          </a:xfrm>
          <a:prstGeom prst="rect">
            <a:avLst/>
          </a:prstGeom>
        </p:spPr>
        <p:txBody>
          <a:bodyPr wrap="square">
            <a:spAutoFit/>
          </a:bodyPr>
          <a:lstStyle/>
          <a:p>
            <a:pPr algn="ctr"/>
            <a:r>
              <a:rPr lang="hr-HR" dirty="0">
                <a:latin typeface="Times New Roman" panose="02020603050405020304" pitchFamily="18" charset="0"/>
                <a:cs typeface="Times New Roman" panose="02020603050405020304" pitchFamily="18" charset="0"/>
              </a:rPr>
              <a:t>A. van </a:t>
            </a:r>
            <a:r>
              <a:rPr lang="hr-HR" dirty="0" err="1">
                <a:latin typeface="Times New Roman" panose="02020603050405020304" pitchFamily="18" charset="0"/>
                <a:cs typeface="Times New Roman" panose="02020603050405020304" pitchFamily="18" charset="0"/>
              </a:rPr>
              <a:t>Dyck</a:t>
            </a:r>
            <a:r>
              <a:rPr lang="hr-HR" dirty="0">
                <a:latin typeface="Times New Roman" panose="02020603050405020304" pitchFamily="18" charset="0"/>
                <a:cs typeface="Times New Roman" panose="02020603050405020304" pitchFamily="18" charset="0"/>
              </a:rPr>
              <a:t>, </a:t>
            </a:r>
            <a:r>
              <a:rPr lang="hr-HR" i="1" dirty="0">
                <a:latin typeface="Times New Roman" panose="02020603050405020304" pitchFamily="18" charset="0"/>
                <a:cs typeface="Times New Roman" panose="02020603050405020304" pitchFamily="18" charset="0"/>
              </a:rPr>
              <a:t>Apostol Pavao</a:t>
            </a:r>
            <a:r>
              <a:rPr lang="hr-HR" dirty="0">
                <a:latin typeface="Times New Roman" panose="02020603050405020304" pitchFamily="18" charset="0"/>
                <a:cs typeface="Times New Roman" panose="02020603050405020304" pitchFamily="18" charset="0"/>
              </a:rPr>
              <a:t>, 1618. – 20., ulje na dasci, </a:t>
            </a:r>
            <a:r>
              <a:rPr lang="hr-HR" dirty="0" err="1">
                <a:latin typeface="Times New Roman" panose="02020603050405020304" pitchFamily="18" charset="0"/>
                <a:cs typeface="Times New Roman" panose="02020603050405020304" pitchFamily="18" charset="0"/>
              </a:rPr>
              <a:t>Landesmuseum</a:t>
            </a:r>
            <a:r>
              <a:rPr lang="hr-HR" dirty="0">
                <a:latin typeface="Times New Roman" panose="02020603050405020304" pitchFamily="18" charset="0"/>
                <a:cs typeface="Times New Roman" panose="02020603050405020304" pitchFamily="18" charset="0"/>
              </a:rPr>
              <a:t> Hannover, Hannover</a:t>
            </a:r>
          </a:p>
        </p:txBody>
      </p:sp>
    </p:spTree>
    <p:extLst>
      <p:ext uri="{BB962C8B-B14F-4D97-AF65-F5344CB8AC3E}">
        <p14:creationId xmlns:p14="http://schemas.microsoft.com/office/powerpoint/2010/main" val="4156125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avokutnik 1">
            <a:extLst>
              <a:ext uri="{FF2B5EF4-FFF2-40B4-BE49-F238E27FC236}">
                <a16:creationId xmlns:a16="http://schemas.microsoft.com/office/drawing/2014/main" id="{20599FB1-570A-4AFE-8D4F-8EE5A6FA9165}"/>
              </a:ext>
            </a:extLst>
          </p:cNvPr>
          <p:cNvSpPr/>
          <p:nvPr/>
        </p:nvSpPr>
        <p:spPr>
          <a:xfrm>
            <a:off x="782992" y="329438"/>
            <a:ext cx="4702627" cy="1277786"/>
          </a:xfrm>
          <a:prstGeom prst="rect">
            <a:avLst/>
          </a:prstGeom>
        </p:spPr>
        <p:txBody>
          <a:bodyPr wrap="square">
            <a:spAutoFit/>
          </a:bodyPr>
          <a:lstStyle/>
          <a:p>
            <a:pPr>
              <a:lnSpc>
                <a:spcPct val="107000"/>
              </a:lnSpc>
              <a:spcAft>
                <a:spcPts val="800"/>
              </a:spcAft>
            </a:pPr>
            <a:r>
              <a:rPr lang="hr-HR" dirty="0">
                <a:latin typeface="Times New Roman" panose="02020603050405020304" pitchFamily="18" charset="0"/>
                <a:ea typeface="Calibri" panose="020F0502020204030204" pitchFamily="34" charset="0"/>
                <a:cs typeface="Times New Roman" panose="02020603050405020304" pitchFamily="18" charset="0"/>
              </a:rPr>
              <a:t>Njeno ime potječe od latinske riječi </a:t>
            </a:r>
            <a:r>
              <a:rPr lang="hr-HR" i="1" dirty="0" err="1">
                <a:latin typeface="Times New Roman" panose="02020603050405020304" pitchFamily="18" charset="0"/>
                <a:ea typeface="Calibri" panose="020F0502020204030204" pitchFamily="34" charset="0"/>
                <a:cs typeface="Times New Roman" panose="02020603050405020304" pitchFamily="18" charset="0"/>
              </a:rPr>
              <a:t>lux</a:t>
            </a:r>
            <a:r>
              <a:rPr lang="hr-HR" dirty="0">
                <a:latin typeface="Times New Roman" panose="02020603050405020304" pitchFamily="18" charset="0"/>
                <a:ea typeface="Calibri" panose="020F0502020204030204" pitchFamily="34" charset="0"/>
                <a:cs typeface="Times New Roman" panose="02020603050405020304" pitchFamily="18" charset="0"/>
              </a:rPr>
              <a:t> koja znači svjetlost. Mučena je i ubijena 304. godine, a po predaji su joj mučitelji iskopali oči. Zaštitnica je slijepih (tjelesno i duhovno).</a:t>
            </a:r>
            <a:endParaRPr lang="hr-HR"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Pravokutnik 2">
            <a:extLst>
              <a:ext uri="{FF2B5EF4-FFF2-40B4-BE49-F238E27FC236}">
                <a16:creationId xmlns:a16="http://schemas.microsoft.com/office/drawing/2014/main" id="{05C0A7AC-2594-4CF4-89BC-A269961969A1}"/>
              </a:ext>
            </a:extLst>
          </p:cNvPr>
          <p:cNvSpPr/>
          <p:nvPr/>
        </p:nvSpPr>
        <p:spPr>
          <a:xfrm>
            <a:off x="418790" y="329436"/>
            <a:ext cx="415498" cy="369332"/>
          </a:xfrm>
          <a:prstGeom prst="rect">
            <a:avLst/>
          </a:prstGeom>
        </p:spPr>
        <p:txBody>
          <a:bodyPr wrap="none">
            <a:spAutoFit/>
          </a:bodyPr>
          <a:lstStyle/>
          <a:p>
            <a:r>
              <a:rPr lang="hr-HR" dirty="0">
                <a:latin typeface="Times New Roman" panose="02020603050405020304" pitchFamily="18" charset="0"/>
                <a:cs typeface="Times New Roman" panose="02020603050405020304" pitchFamily="18" charset="0"/>
              </a:rPr>
              <a:t>3. </a:t>
            </a:r>
          </a:p>
        </p:txBody>
      </p:sp>
      <p:pic>
        <p:nvPicPr>
          <p:cNvPr id="4" name="Slika 3" descr="Slika na kojoj se prikazuje na zatvorenom, osoba, sjedenje, stol&#10;&#10;Opis je automatski generiran">
            <a:extLst>
              <a:ext uri="{FF2B5EF4-FFF2-40B4-BE49-F238E27FC236}">
                <a16:creationId xmlns:a16="http://schemas.microsoft.com/office/drawing/2014/main" id="{8BEDB80E-500D-444F-B35E-2186AAA652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66353" y="290248"/>
            <a:ext cx="3737075" cy="5397996"/>
          </a:xfrm>
          <a:prstGeom prst="rect">
            <a:avLst/>
          </a:prstGeom>
        </p:spPr>
      </p:pic>
      <p:sp>
        <p:nvSpPr>
          <p:cNvPr id="5" name="Pravokutnik 4">
            <a:extLst>
              <a:ext uri="{FF2B5EF4-FFF2-40B4-BE49-F238E27FC236}">
                <a16:creationId xmlns:a16="http://schemas.microsoft.com/office/drawing/2014/main" id="{8AFCCEE5-B834-4078-A8A8-2B0EAB92E8EC}"/>
              </a:ext>
            </a:extLst>
          </p:cNvPr>
          <p:cNvSpPr/>
          <p:nvPr/>
        </p:nvSpPr>
        <p:spPr>
          <a:xfrm>
            <a:off x="782993" y="5288134"/>
            <a:ext cx="1177887" cy="400110"/>
          </a:xfrm>
          <a:prstGeom prst="rect">
            <a:avLst/>
          </a:prstGeom>
        </p:spPr>
        <p:txBody>
          <a:bodyPr wrap="none">
            <a:spAutoFit/>
          </a:bodyPr>
          <a:lstStyle/>
          <a:p>
            <a:r>
              <a:rPr lang="hr-HR" sz="2000" dirty="0">
                <a:latin typeface="Times New Roman" panose="02020603050405020304" pitchFamily="18" charset="0"/>
                <a:cs typeface="Times New Roman" panose="02020603050405020304" pitchFamily="18" charset="0"/>
              </a:rPr>
              <a:t>sv. Lucija</a:t>
            </a:r>
          </a:p>
        </p:txBody>
      </p:sp>
      <p:sp>
        <p:nvSpPr>
          <p:cNvPr id="6" name="TekstniOkvir 5">
            <a:extLst>
              <a:ext uri="{FF2B5EF4-FFF2-40B4-BE49-F238E27FC236}">
                <a16:creationId xmlns:a16="http://schemas.microsoft.com/office/drawing/2014/main" id="{F839F86B-194F-4A66-88ED-8560059E1984}"/>
              </a:ext>
            </a:extLst>
          </p:cNvPr>
          <p:cNvSpPr txBox="1"/>
          <p:nvPr/>
        </p:nvSpPr>
        <p:spPr>
          <a:xfrm>
            <a:off x="6955111" y="5358101"/>
            <a:ext cx="411243" cy="369332"/>
          </a:xfrm>
          <a:prstGeom prst="rect">
            <a:avLst/>
          </a:prstGeom>
          <a:noFill/>
        </p:spPr>
        <p:txBody>
          <a:bodyPr wrap="square" rtlCol="0">
            <a:spAutoFit/>
          </a:bodyPr>
          <a:lstStyle/>
          <a:p>
            <a:r>
              <a:rPr lang="hr-HR" dirty="0"/>
              <a:t>e)</a:t>
            </a:r>
          </a:p>
        </p:txBody>
      </p:sp>
      <p:sp>
        <p:nvSpPr>
          <p:cNvPr id="7" name="Pravokutnik 6">
            <a:extLst>
              <a:ext uri="{FF2B5EF4-FFF2-40B4-BE49-F238E27FC236}">
                <a16:creationId xmlns:a16="http://schemas.microsoft.com/office/drawing/2014/main" id="{826B5BAE-01FA-4E49-9ADC-AB16DE251DBD}"/>
              </a:ext>
            </a:extLst>
          </p:cNvPr>
          <p:cNvSpPr/>
          <p:nvPr/>
        </p:nvSpPr>
        <p:spPr>
          <a:xfrm>
            <a:off x="7366353" y="5803350"/>
            <a:ext cx="3737075" cy="923330"/>
          </a:xfrm>
          <a:prstGeom prst="rect">
            <a:avLst/>
          </a:prstGeom>
        </p:spPr>
        <p:txBody>
          <a:bodyPr wrap="square">
            <a:spAutoFit/>
          </a:bodyPr>
          <a:lstStyle/>
          <a:p>
            <a:pPr algn="ctr"/>
            <a:r>
              <a:rPr lang="hr-HR" dirty="0">
                <a:latin typeface="Times New Roman" panose="02020603050405020304" pitchFamily="18" charset="0"/>
                <a:cs typeface="Times New Roman" panose="02020603050405020304" pitchFamily="18" charset="0"/>
              </a:rPr>
              <a:t>Domenico </a:t>
            </a:r>
            <a:r>
              <a:rPr lang="hr-HR" dirty="0" err="1">
                <a:latin typeface="Times New Roman" panose="02020603050405020304" pitchFamily="18" charset="0"/>
                <a:cs typeface="Times New Roman" panose="02020603050405020304" pitchFamily="18" charset="0"/>
              </a:rPr>
              <a:t>Becaffumi</a:t>
            </a:r>
            <a:r>
              <a:rPr lang="hr-HR" dirty="0">
                <a:latin typeface="Times New Roman" panose="02020603050405020304" pitchFamily="18" charset="0"/>
                <a:cs typeface="Times New Roman" panose="02020603050405020304" pitchFamily="18" charset="0"/>
              </a:rPr>
              <a:t>, </a:t>
            </a:r>
            <a:r>
              <a:rPr lang="hr-HR" i="1" dirty="0">
                <a:latin typeface="Times New Roman" panose="02020603050405020304" pitchFamily="18" charset="0"/>
                <a:cs typeface="Times New Roman" panose="02020603050405020304" pitchFamily="18" charset="0"/>
              </a:rPr>
              <a:t>Sveta Lucija</a:t>
            </a:r>
            <a:r>
              <a:rPr lang="hr-HR" dirty="0">
                <a:latin typeface="Times New Roman" panose="02020603050405020304" pitchFamily="18" charset="0"/>
                <a:cs typeface="Times New Roman" panose="02020603050405020304" pitchFamily="18" charset="0"/>
              </a:rPr>
              <a:t>, 1521., ulje na platnu, </a:t>
            </a:r>
            <a:r>
              <a:rPr lang="hr-HR" dirty="0" err="1">
                <a:latin typeface="Times New Roman" panose="02020603050405020304" pitchFamily="18" charset="0"/>
                <a:cs typeface="Times New Roman" panose="02020603050405020304" pitchFamily="18" charset="0"/>
              </a:rPr>
              <a:t>Pinacoteca</a:t>
            </a:r>
            <a:r>
              <a:rPr lang="hr-HR" dirty="0">
                <a:latin typeface="Times New Roman" panose="02020603050405020304" pitchFamily="18" charset="0"/>
                <a:cs typeface="Times New Roman" panose="02020603050405020304" pitchFamily="18" charset="0"/>
              </a:rPr>
              <a:t> </a:t>
            </a:r>
            <a:r>
              <a:rPr lang="hr-HR" dirty="0" err="1">
                <a:latin typeface="Times New Roman" panose="02020603050405020304" pitchFamily="18" charset="0"/>
                <a:cs typeface="Times New Roman" panose="02020603050405020304" pitchFamily="18" charset="0"/>
              </a:rPr>
              <a:t>Nazionale</a:t>
            </a:r>
            <a:r>
              <a:rPr lang="hr-HR" dirty="0">
                <a:latin typeface="Times New Roman" panose="02020603050405020304" pitchFamily="18" charset="0"/>
                <a:cs typeface="Times New Roman" panose="02020603050405020304" pitchFamily="18" charset="0"/>
              </a:rPr>
              <a:t>, Siena</a:t>
            </a:r>
          </a:p>
        </p:txBody>
      </p:sp>
    </p:spTree>
    <p:extLst>
      <p:ext uri="{BB962C8B-B14F-4D97-AF65-F5344CB8AC3E}">
        <p14:creationId xmlns:p14="http://schemas.microsoft.com/office/powerpoint/2010/main" val="3382937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avokutnik 1">
            <a:extLst>
              <a:ext uri="{FF2B5EF4-FFF2-40B4-BE49-F238E27FC236}">
                <a16:creationId xmlns:a16="http://schemas.microsoft.com/office/drawing/2014/main" id="{B46058D4-1323-4828-84A0-BECE7489B540}"/>
              </a:ext>
            </a:extLst>
          </p:cNvPr>
          <p:cNvSpPr/>
          <p:nvPr/>
        </p:nvSpPr>
        <p:spPr>
          <a:xfrm>
            <a:off x="592183" y="528716"/>
            <a:ext cx="6096000" cy="2769989"/>
          </a:xfrm>
          <a:prstGeom prst="rect">
            <a:avLst/>
          </a:prstGeom>
        </p:spPr>
        <p:txBody>
          <a:bodyPr>
            <a:spAutoFit/>
          </a:bodyPr>
          <a:lstStyle/>
          <a:p>
            <a:pPr>
              <a:spcBef>
                <a:spcPts val="600"/>
              </a:spcBef>
              <a:spcAft>
                <a:spcPts val="600"/>
              </a:spcAft>
            </a:pPr>
            <a:r>
              <a:rPr lang="hr-HR" i="1" dirty="0">
                <a:latin typeface="Times New Roman" panose="02020603050405020304" pitchFamily="18" charset="0"/>
                <a:ea typeface="Times New Roman" panose="02020603050405020304" pitchFamily="18" charset="0"/>
                <a:cs typeface="Times New Roman" panose="02020603050405020304" pitchFamily="18" charset="0"/>
              </a:rPr>
              <a:t>Hoćete li, ljudi, </a:t>
            </a:r>
            <a:r>
              <a:rPr lang="hr-HR" i="1" dirty="0" err="1">
                <a:latin typeface="Times New Roman" panose="02020603050405020304" pitchFamily="18" charset="0"/>
                <a:ea typeface="Times New Roman" panose="02020603050405020304" pitchFamily="18" charset="0"/>
                <a:cs typeface="Times New Roman" panose="02020603050405020304" pitchFamily="18" charset="0"/>
              </a:rPr>
              <a:t>slišati</a:t>
            </a:r>
            <a:r>
              <a:rPr lang="hr-HR" i="1" dirty="0">
                <a:latin typeface="Times New Roman" panose="02020603050405020304" pitchFamily="18" charset="0"/>
                <a:ea typeface="Times New Roman" panose="02020603050405020304" pitchFamily="18" charset="0"/>
                <a:cs typeface="Times New Roman" panose="02020603050405020304" pitchFamily="18" charset="0"/>
              </a:rPr>
              <a:t> </a:t>
            </a:r>
            <a:r>
              <a:rPr lang="hr-HR" i="1" dirty="0" err="1">
                <a:latin typeface="Times New Roman" panose="02020603050405020304" pitchFamily="18" charset="0"/>
                <a:ea typeface="Times New Roman" panose="02020603050405020304" pitchFamily="18" charset="0"/>
                <a:cs typeface="Times New Roman" panose="02020603050405020304" pitchFamily="18" charset="0"/>
              </a:rPr>
              <a:t>ot</a:t>
            </a:r>
            <a:r>
              <a:rPr lang="hr-HR" i="1" dirty="0">
                <a:latin typeface="Times New Roman" panose="02020603050405020304" pitchFamily="18" charset="0"/>
                <a:ea typeface="Times New Roman" panose="02020603050405020304" pitchFamily="18" charset="0"/>
                <a:cs typeface="Times New Roman" panose="02020603050405020304" pitchFamily="18" charset="0"/>
              </a:rPr>
              <a:t> </a:t>
            </a:r>
            <a:r>
              <a:rPr lang="hr-HR" i="1" dirty="0" err="1">
                <a:latin typeface="Times New Roman" panose="02020603050405020304" pitchFamily="18" charset="0"/>
                <a:ea typeface="Times New Roman" panose="02020603050405020304" pitchFamily="18" charset="0"/>
                <a:cs typeface="Times New Roman" panose="02020603050405020304" pitchFamily="18" charset="0"/>
              </a:rPr>
              <a:t>sego</a:t>
            </a:r>
            <a:r>
              <a:rPr lang="hr-HR" i="1" dirty="0">
                <a:latin typeface="Times New Roman" panose="02020603050405020304" pitchFamily="18" charset="0"/>
                <a:ea typeface="Times New Roman" panose="02020603050405020304" pitchFamily="18" charset="0"/>
                <a:cs typeface="Times New Roman" panose="02020603050405020304" pitchFamily="18" charset="0"/>
              </a:rPr>
              <a:t> </a:t>
            </a:r>
            <a:r>
              <a:rPr lang="hr-HR" i="1" dirty="0" err="1">
                <a:latin typeface="Times New Roman" panose="02020603050405020304" pitchFamily="18" charset="0"/>
                <a:ea typeface="Times New Roman" panose="02020603050405020304" pitchFamily="18" charset="0"/>
                <a:cs typeface="Times New Roman" panose="02020603050405020304" pitchFamily="18" charset="0"/>
              </a:rPr>
              <a:t>věka</a:t>
            </a:r>
            <a:r>
              <a:rPr lang="hr-HR" i="1" dirty="0">
                <a:latin typeface="Times New Roman" panose="02020603050405020304" pitchFamily="18" charset="0"/>
                <a:ea typeface="Times New Roman" panose="02020603050405020304" pitchFamily="18" charset="0"/>
                <a:cs typeface="Times New Roman" panose="02020603050405020304" pitchFamily="18" charset="0"/>
              </a:rPr>
              <a:t/>
            </a:r>
            <a:br>
              <a:rPr lang="hr-HR" i="1" dirty="0">
                <a:latin typeface="Times New Roman" panose="02020603050405020304" pitchFamily="18" charset="0"/>
                <a:ea typeface="Times New Roman" panose="02020603050405020304" pitchFamily="18" charset="0"/>
                <a:cs typeface="Times New Roman" panose="02020603050405020304" pitchFamily="18" charset="0"/>
              </a:rPr>
            </a:br>
            <a:r>
              <a:rPr lang="hr-HR" i="1" dirty="0">
                <a:latin typeface="Times New Roman" panose="02020603050405020304" pitchFamily="18" charset="0"/>
                <a:ea typeface="Times New Roman" panose="02020603050405020304" pitchFamily="18" charset="0"/>
                <a:cs typeface="Times New Roman" panose="02020603050405020304" pitchFamily="18" charset="0"/>
              </a:rPr>
              <a:t>da vam poju </a:t>
            </a:r>
            <a:r>
              <a:rPr lang="hr-HR" i="1" dirty="0" err="1">
                <a:latin typeface="Times New Roman" panose="02020603050405020304" pitchFamily="18" charset="0"/>
                <a:ea typeface="Times New Roman" panose="02020603050405020304" pitchFamily="18" charset="0"/>
                <a:cs typeface="Times New Roman" panose="02020603050405020304" pitchFamily="18" charset="0"/>
              </a:rPr>
              <a:t>pěsan</a:t>
            </a:r>
            <a:r>
              <a:rPr lang="hr-HR" i="1" dirty="0">
                <a:latin typeface="Times New Roman" panose="02020603050405020304" pitchFamily="18" charset="0"/>
                <a:ea typeface="Times New Roman" panose="02020603050405020304" pitchFamily="18" charset="0"/>
                <a:cs typeface="Times New Roman" panose="02020603050405020304" pitchFamily="18" charset="0"/>
              </a:rPr>
              <a:t> </a:t>
            </a:r>
            <a:r>
              <a:rPr lang="hr-HR" i="1" dirty="0" err="1">
                <a:latin typeface="Times New Roman" panose="02020603050405020304" pitchFamily="18" charset="0"/>
                <a:ea typeface="Times New Roman" panose="02020603050405020304" pitchFamily="18" charset="0"/>
                <a:cs typeface="Times New Roman" panose="02020603050405020304" pitchFamily="18" charset="0"/>
              </a:rPr>
              <a:t>ot</a:t>
            </a:r>
            <a:r>
              <a:rPr lang="hr-HR" i="1" dirty="0">
                <a:latin typeface="Times New Roman" panose="02020603050405020304" pitchFamily="18" charset="0"/>
                <a:ea typeface="Times New Roman" panose="02020603050405020304" pitchFamily="18" charset="0"/>
                <a:cs typeface="Times New Roman" panose="02020603050405020304" pitchFamily="18" charset="0"/>
              </a:rPr>
              <a:t> </a:t>
            </a:r>
            <a:r>
              <a:rPr lang="hr-HR" i="1" dirty="0" err="1">
                <a:latin typeface="Times New Roman" panose="02020603050405020304" pitchFamily="18" charset="0"/>
                <a:ea typeface="Times New Roman" panose="02020603050405020304" pitchFamily="18" charset="0"/>
                <a:cs typeface="Times New Roman" panose="02020603050405020304" pitchFamily="18" charset="0"/>
              </a:rPr>
              <a:t>svetago</a:t>
            </a:r>
            <a:r>
              <a:rPr lang="hr-HR" i="1" dirty="0">
                <a:latin typeface="Times New Roman" panose="02020603050405020304" pitchFamily="18" charset="0"/>
                <a:ea typeface="Times New Roman" panose="02020603050405020304" pitchFamily="18" charset="0"/>
                <a:cs typeface="Times New Roman" panose="02020603050405020304" pitchFamily="18" charset="0"/>
              </a:rPr>
              <a:t> </a:t>
            </a:r>
            <a:r>
              <a:rPr lang="hr-HR" i="1" dirty="0" err="1">
                <a:latin typeface="Times New Roman" panose="02020603050405020304" pitchFamily="18" charset="0"/>
                <a:ea typeface="Times New Roman" panose="02020603050405020304" pitchFamily="18" charset="0"/>
                <a:cs typeface="Times New Roman" panose="02020603050405020304" pitchFamily="18" charset="0"/>
              </a:rPr>
              <a:t>Jeorjije</a:t>
            </a:r>
            <a:r>
              <a:rPr lang="hr-HR" i="1" dirty="0">
                <a:latin typeface="Times New Roman" panose="02020603050405020304" pitchFamily="18" charset="0"/>
                <a:ea typeface="Times New Roman" panose="02020603050405020304" pitchFamily="18" charset="0"/>
                <a:cs typeface="Times New Roman" panose="02020603050405020304" pitchFamily="18" charset="0"/>
              </a:rPr>
              <a:t> </a:t>
            </a:r>
            <a:r>
              <a:rPr lang="hr-HR" i="1" dirty="0" err="1">
                <a:latin typeface="Times New Roman" panose="02020603050405020304" pitchFamily="18" charset="0"/>
                <a:ea typeface="Times New Roman" panose="02020603050405020304" pitchFamily="18" charset="0"/>
                <a:cs typeface="Times New Roman" panose="02020603050405020304" pitchFamily="18" charset="0"/>
              </a:rPr>
              <a:t>konjika</a:t>
            </a:r>
            <a:r>
              <a:rPr lang="hr-HR" i="1" dirty="0">
                <a:latin typeface="Times New Roman" panose="02020603050405020304" pitchFamily="18" charset="0"/>
                <a:ea typeface="Times New Roman" panose="02020603050405020304" pitchFamily="18" charset="0"/>
                <a:cs typeface="Times New Roman" panose="02020603050405020304" pitchFamily="18" charset="0"/>
              </a:rPr>
              <a:t>,</a:t>
            </a:r>
          </a:p>
          <a:p>
            <a:pPr>
              <a:spcBef>
                <a:spcPts val="600"/>
              </a:spcBef>
              <a:spcAft>
                <a:spcPts val="600"/>
              </a:spcAft>
            </a:pPr>
            <a:r>
              <a:rPr lang="hr-HR" i="1" dirty="0" err="1">
                <a:latin typeface="Times New Roman" panose="02020603050405020304" pitchFamily="18" charset="0"/>
                <a:ea typeface="Times New Roman" panose="02020603050405020304" pitchFamily="18" charset="0"/>
                <a:cs typeface="Times New Roman" panose="02020603050405020304" pitchFamily="18" charset="0"/>
              </a:rPr>
              <a:t>gda</a:t>
            </a:r>
            <a:r>
              <a:rPr lang="hr-HR" i="1" dirty="0">
                <a:latin typeface="Times New Roman" panose="02020603050405020304" pitchFamily="18" charset="0"/>
                <a:ea typeface="Times New Roman" panose="02020603050405020304" pitchFamily="18" charset="0"/>
                <a:cs typeface="Times New Roman" panose="02020603050405020304" pitchFamily="18" charset="0"/>
              </a:rPr>
              <a:t> se sveti Juraj s </a:t>
            </a:r>
            <a:r>
              <a:rPr lang="hr-HR" i="1" dirty="0" err="1">
                <a:latin typeface="Times New Roman" panose="02020603050405020304" pitchFamily="18" charset="0"/>
                <a:ea typeface="Times New Roman" panose="02020603050405020304" pitchFamily="18" charset="0"/>
                <a:cs typeface="Times New Roman" panose="02020603050405020304" pitchFamily="18" charset="0"/>
              </a:rPr>
              <a:t>drakunom</a:t>
            </a:r>
            <a:r>
              <a:rPr lang="hr-HR" i="1" dirty="0">
                <a:latin typeface="Times New Roman" panose="02020603050405020304" pitchFamily="18" charset="0"/>
                <a:ea typeface="Times New Roman" panose="02020603050405020304" pitchFamily="18" charset="0"/>
                <a:cs typeface="Times New Roman" panose="02020603050405020304" pitchFamily="18" charset="0"/>
              </a:rPr>
              <a:t> rvaše,</a:t>
            </a:r>
            <a:br>
              <a:rPr lang="hr-HR" i="1" dirty="0">
                <a:latin typeface="Times New Roman" panose="02020603050405020304" pitchFamily="18" charset="0"/>
                <a:ea typeface="Times New Roman" panose="02020603050405020304" pitchFamily="18" charset="0"/>
                <a:cs typeface="Times New Roman" panose="02020603050405020304" pitchFamily="18" charset="0"/>
              </a:rPr>
            </a:br>
            <a:r>
              <a:rPr lang="hr-HR" i="1" dirty="0">
                <a:latin typeface="Times New Roman" panose="02020603050405020304" pitchFamily="18" charset="0"/>
                <a:ea typeface="Times New Roman" panose="02020603050405020304" pitchFamily="18" charset="0"/>
                <a:cs typeface="Times New Roman" panose="02020603050405020304" pitchFamily="18" charset="0"/>
              </a:rPr>
              <a:t>kraljevu </a:t>
            </a:r>
            <a:r>
              <a:rPr lang="hr-HR" i="1" dirty="0" err="1">
                <a:latin typeface="Times New Roman" panose="02020603050405020304" pitchFamily="18" charset="0"/>
                <a:ea typeface="Times New Roman" panose="02020603050405020304" pitchFamily="18" charset="0"/>
                <a:cs typeface="Times New Roman" panose="02020603050405020304" pitchFamily="18" charset="0"/>
              </a:rPr>
              <a:t>hćer</a:t>
            </a:r>
            <a:r>
              <a:rPr lang="hr-HR" i="1" dirty="0">
                <a:latin typeface="Times New Roman" panose="02020603050405020304" pitchFamily="18" charset="0"/>
                <a:ea typeface="Times New Roman" panose="02020603050405020304" pitchFamily="18" charset="0"/>
                <a:cs typeface="Times New Roman" panose="02020603050405020304" pitchFamily="18" charset="0"/>
              </a:rPr>
              <a:t> </a:t>
            </a:r>
            <a:r>
              <a:rPr lang="hr-HR" i="1" dirty="0" err="1">
                <a:latin typeface="Times New Roman" panose="02020603050405020304" pitchFamily="18" charset="0"/>
                <a:ea typeface="Times New Roman" panose="02020603050405020304" pitchFamily="18" charset="0"/>
                <a:cs typeface="Times New Roman" panose="02020603050405020304" pitchFamily="18" charset="0"/>
              </a:rPr>
              <a:t>ot</a:t>
            </a:r>
            <a:r>
              <a:rPr lang="hr-HR" i="1" dirty="0">
                <a:latin typeface="Times New Roman" panose="02020603050405020304" pitchFamily="18" charset="0"/>
                <a:ea typeface="Times New Roman" panose="02020603050405020304" pitchFamily="18" charset="0"/>
                <a:cs typeface="Times New Roman" panose="02020603050405020304" pitchFamily="18" charset="0"/>
              </a:rPr>
              <a:t> smrti izbavljaše.</a:t>
            </a:r>
          </a:p>
          <a:p>
            <a:pPr>
              <a:spcBef>
                <a:spcPts val="600"/>
              </a:spcBef>
              <a:spcAft>
                <a:spcPts val="600"/>
              </a:spcAft>
            </a:pPr>
            <a:r>
              <a:rPr lang="hr-HR" i="1" dirty="0">
                <a:latin typeface="Times New Roman" panose="02020603050405020304" pitchFamily="18" charset="0"/>
                <a:ea typeface="Times New Roman" panose="02020603050405020304" pitchFamily="18" charset="0"/>
                <a:cs typeface="Times New Roman" panose="02020603050405020304" pitchFamily="18" charset="0"/>
              </a:rPr>
              <a:t>Sveti Juraj v </a:t>
            </a:r>
            <a:r>
              <a:rPr lang="hr-HR" i="1" dirty="0" err="1">
                <a:latin typeface="Times New Roman" panose="02020603050405020304" pitchFamily="18" charset="0"/>
                <a:ea typeface="Times New Roman" panose="02020603050405020304" pitchFamily="18" charset="0"/>
                <a:cs typeface="Times New Roman" panose="02020603050405020304" pitchFamily="18" charset="0"/>
              </a:rPr>
              <a:t>Kapadociji</a:t>
            </a:r>
            <a:r>
              <a:rPr lang="hr-HR" i="1" dirty="0">
                <a:latin typeface="Times New Roman" panose="02020603050405020304" pitchFamily="18" charset="0"/>
                <a:ea typeface="Times New Roman" panose="02020603050405020304" pitchFamily="18" charset="0"/>
                <a:cs typeface="Times New Roman" panose="02020603050405020304" pitchFamily="18" charset="0"/>
              </a:rPr>
              <a:t> rojen </a:t>
            </a:r>
            <a:r>
              <a:rPr lang="hr-HR" i="1" dirty="0" err="1">
                <a:latin typeface="Times New Roman" panose="02020603050405020304" pitchFamily="18" charset="0"/>
                <a:ea typeface="Times New Roman" panose="02020603050405020304" pitchFamily="18" charset="0"/>
                <a:cs typeface="Times New Roman" panose="02020603050405020304" pitchFamily="18" charset="0"/>
              </a:rPr>
              <a:t>běše</a:t>
            </a:r>
            <a:r>
              <a:rPr lang="hr-HR" i="1" dirty="0">
                <a:latin typeface="Times New Roman" panose="02020603050405020304" pitchFamily="18" charset="0"/>
                <a:ea typeface="Times New Roman" panose="02020603050405020304" pitchFamily="18" charset="0"/>
                <a:cs typeface="Times New Roman" panose="02020603050405020304" pitchFamily="18" charset="0"/>
              </a:rPr>
              <a:t>,</a:t>
            </a:r>
            <a:br>
              <a:rPr lang="hr-HR" i="1" dirty="0">
                <a:latin typeface="Times New Roman" panose="02020603050405020304" pitchFamily="18" charset="0"/>
                <a:ea typeface="Times New Roman" panose="02020603050405020304" pitchFamily="18" charset="0"/>
                <a:cs typeface="Times New Roman" panose="02020603050405020304" pitchFamily="18" charset="0"/>
              </a:rPr>
            </a:br>
            <a:r>
              <a:rPr lang="hr-HR" i="1" dirty="0">
                <a:latin typeface="Times New Roman" panose="02020603050405020304" pitchFamily="18" charset="0"/>
                <a:ea typeface="Times New Roman" panose="02020603050405020304" pitchFamily="18" charset="0"/>
                <a:cs typeface="Times New Roman" panose="02020603050405020304" pitchFamily="18" charset="0"/>
              </a:rPr>
              <a:t>plemenito gospodstvo on </a:t>
            </a:r>
            <a:r>
              <a:rPr lang="hr-HR" i="1" dirty="0" err="1">
                <a:latin typeface="Times New Roman" panose="02020603050405020304" pitchFamily="18" charset="0"/>
                <a:ea typeface="Times New Roman" panose="02020603050405020304" pitchFamily="18" charset="0"/>
                <a:cs typeface="Times New Roman" panose="02020603050405020304" pitchFamily="18" charset="0"/>
              </a:rPr>
              <a:t>iměše</a:t>
            </a:r>
            <a:r>
              <a:rPr lang="hr-HR" i="1" dirty="0">
                <a:latin typeface="Times New Roman" panose="02020603050405020304" pitchFamily="18" charset="0"/>
                <a:ea typeface="Times New Roman" panose="02020603050405020304" pitchFamily="18" charset="0"/>
                <a:cs typeface="Times New Roman" panose="02020603050405020304" pitchFamily="18" charset="0"/>
              </a:rPr>
              <a:t>.</a:t>
            </a:r>
          </a:p>
          <a:p>
            <a:pPr>
              <a:spcBef>
                <a:spcPts val="600"/>
              </a:spcBef>
              <a:spcAft>
                <a:spcPts val="600"/>
              </a:spcAft>
            </a:pPr>
            <a:r>
              <a:rPr lang="hr-HR" i="1" dirty="0" err="1">
                <a:latin typeface="Times New Roman" panose="02020603050405020304" pitchFamily="18" charset="0"/>
                <a:ea typeface="Times New Roman" panose="02020603050405020304" pitchFamily="18" charset="0"/>
                <a:cs typeface="Times New Roman" panose="02020603050405020304" pitchFamily="18" charset="0"/>
              </a:rPr>
              <a:t>Ot</a:t>
            </a:r>
            <a:r>
              <a:rPr lang="hr-HR" i="1" dirty="0">
                <a:latin typeface="Times New Roman" panose="02020603050405020304" pitchFamily="18" charset="0"/>
                <a:ea typeface="Times New Roman" panose="02020603050405020304" pitchFamily="18" charset="0"/>
                <a:cs typeface="Times New Roman" panose="02020603050405020304" pitchFamily="18" charset="0"/>
              </a:rPr>
              <a:t> </a:t>
            </a:r>
            <a:r>
              <a:rPr lang="hr-HR" i="1" dirty="0" err="1">
                <a:latin typeface="Times New Roman" panose="02020603050405020304" pitchFamily="18" charset="0"/>
                <a:ea typeface="Times New Roman" panose="02020603050405020304" pitchFamily="18" charset="0"/>
                <a:cs typeface="Times New Roman" panose="02020603050405020304" pitchFamily="18" charset="0"/>
              </a:rPr>
              <a:t>dvěju</a:t>
            </a:r>
            <a:r>
              <a:rPr lang="hr-HR" i="1" dirty="0">
                <a:latin typeface="Times New Roman" panose="02020603050405020304" pitchFamily="18" charset="0"/>
                <a:ea typeface="Times New Roman" panose="02020603050405020304" pitchFamily="18" charset="0"/>
                <a:cs typeface="Times New Roman" panose="02020603050405020304" pitchFamily="18" charset="0"/>
              </a:rPr>
              <a:t> na </a:t>
            </a:r>
            <a:r>
              <a:rPr lang="hr-HR" i="1" dirty="0" err="1">
                <a:latin typeface="Times New Roman" panose="02020603050405020304" pitchFamily="18" charset="0"/>
                <a:ea typeface="Times New Roman" panose="02020603050405020304" pitchFamily="18" charset="0"/>
                <a:cs typeface="Times New Roman" panose="02020603050405020304" pitchFamily="18" charset="0"/>
              </a:rPr>
              <a:t>deste</a:t>
            </a:r>
            <a:r>
              <a:rPr lang="hr-HR" i="1" dirty="0">
                <a:latin typeface="Times New Roman" panose="02020603050405020304" pitchFamily="18" charset="0"/>
                <a:ea typeface="Times New Roman" panose="02020603050405020304" pitchFamily="18" charset="0"/>
                <a:cs typeface="Times New Roman" panose="02020603050405020304" pitchFamily="18" charset="0"/>
              </a:rPr>
              <a:t> </a:t>
            </a:r>
            <a:r>
              <a:rPr lang="hr-HR" i="1" dirty="0" err="1">
                <a:latin typeface="Times New Roman" panose="02020603050405020304" pitchFamily="18" charset="0"/>
                <a:ea typeface="Times New Roman" panose="02020603050405020304" pitchFamily="18" charset="0"/>
                <a:cs typeface="Times New Roman" panose="02020603050405020304" pitchFamily="18" charset="0"/>
              </a:rPr>
              <a:t>lětu</a:t>
            </a:r>
            <a:r>
              <a:rPr lang="hr-HR" i="1" dirty="0">
                <a:latin typeface="Times New Roman" panose="02020603050405020304" pitchFamily="18" charset="0"/>
                <a:ea typeface="Times New Roman" panose="02020603050405020304" pitchFamily="18" charset="0"/>
                <a:cs typeface="Times New Roman" panose="02020603050405020304" pitchFamily="18" charset="0"/>
              </a:rPr>
              <a:t> mudar </a:t>
            </a:r>
            <a:r>
              <a:rPr lang="hr-HR" i="1" dirty="0" err="1">
                <a:latin typeface="Times New Roman" panose="02020603050405020304" pitchFamily="18" charset="0"/>
                <a:ea typeface="Times New Roman" panose="02020603050405020304" pitchFamily="18" charset="0"/>
                <a:cs typeface="Times New Roman" panose="02020603050405020304" pitchFamily="18" charset="0"/>
              </a:rPr>
              <a:t>sloviše</a:t>
            </a:r>
            <a:r>
              <a:rPr lang="hr-HR" i="1" dirty="0">
                <a:latin typeface="Times New Roman" panose="02020603050405020304" pitchFamily="18" charset="0"/>
                <a:ea typeface="Times New Roman" panose="02020603050405020304" pitchFamily="18" charset="0"/>
                <a:cs typeface="Times New Roman" panose="02020603050405020304" pitchFamily="18" charset="0"/>
              </a:rPr>
              <a:t>,</a:t>
            </a:r>
            <a:br>
              <a:rPr lang="hr-HR" i="1" dirty="0">
                <a:latin typeface="Times New Roman" panose="02020603050405020304" pitchFamily="18" charset="0"/>
                <a:ea typeface="Times New Roman" panose="02020603050405020304" pitchFamily="18" charset="0"/>
                <a:cs typeface="Times New Roman" panose="02020603050405020304" pitchFamily="18" charset="0"/>
              </a:rPr>
            </a:br>
            <a:r>
              <a:rPr lang="hr-HR" i="1" dirty="0" err="1">
                <a:latin typeface="Times New Roman" panose="02020603050405020304" pitchFamily="18" charset="0"/>
                <a:ea typeface="Times New Roman" panose="02020603050405020304" pitchFamily="18" charset="0"/>
                <a:cs typeface="Times New Roman" panose="02020603050405020304" pitchFamily="18" charset="0"/>
              </a:rPr>
              <a:t>pasanoga</a:t>
            </a:r>
            <a:r>
              <a:rPr lang="hr-HR" i="1" dirty="0">
                <a:latin typeface="Times New Roman" panose="02020603050405020304" pitchFamily="18" charset="0"/>
                <a:ea typeface="Times New Roman" panose="02020603050405020304" pitchFamily="18" charset="0"/>
                <a:cs typeface="Times New Roman" panose="02020603050405020304" pitchFamily="18" charset="0"/>
              </a:rPr>
              <a:t> viteza ga postaviše.</a:t>
            </a:r>
          </a:p>
        </p:txBody>
      </p:sp>
      <p:sp>
        <p:nvSpPr>
          <p:cNvPr id="3" name="Pravokutnik 2">
            <a:extLst>
              <a:ext uri="{FF2B5EF4-FFF2-40B4-BE49-F238E27FC236}">
                <a16:creationId xmlns:a16="http://schemas.microsoft.com/office/drawing/2014/main" id="{E38DFF41-1E14-45FF-8F37-E3A8AFD26273}"/>
              </a:ext>
            </a:extLst>
          </p:cNvPr>
          <p:cNvSpPr/>
          <p:nvPr/>
        </p:nvSpPr>
        <p:spPr>
          <a:xfrm>
            <a:off x="280232" y="528715"/>
            <a:ext cx="415498" cy="369332"/>
          </a:xfrm>
          <a:prstGeom prst="rect">
            <a:avLst/>
          </a:prstGeom>
        </p:spPr>
        <p:txBody>
          <a:bodyPr wrap="none">
            <a:spAutoFit/>
          </a:bodyPr>
          <a:lstStyle/>
          <a:p>
            <a:r>
              <a:rPr lang="hr-HR" dirty="0">
                <a:latin typeface="Times New Roman" panose="02020603050405020304" pitchFamily="18" charset="0"/>
                <a:cs typeface="Times New Roman" panose="02020603050405020304" pitchFamily="18" charset="0"/>
              </a:rPr>
              <a:t>4. </a:t>
            </a:r>
          </a:p>
        </p:txBody>
      </p:sp>
      <p:pic>
        <p:nvPicPr>
          <p:cNvPr id="4" name="Slika 3" descr="Slika na kojoj se prikazuje na otvorenom, zgrada, kip, sjedenje&#10;&#10;Opis je automatski generiran">
            <a:extLst>
              <a:ext uri="{FF2B5EF4-FFF2-40B4-BE49-F238E27FC236}">
                <a16:creationId xmlns:a16="http://schemas.microsoft.com/office/drawing/2014/main" id="{B98AE8DC-EE50-44BA-8901-FA6A713B103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7547"/>
          <a:stretch/>
        </p:blipFill>
        <p:spPr>
          <a:xfrm>
            <a:off x="5785597" y="450338"/>
            <a:ext cx="5567112" cy="4787868"/>
          </a:xfrm>
          <a:prstGeom prst="rect">
            <a:avLst/>
          </a:prstGeom>
        </p:spPr>
      </p:pic>
      <p:sp>
        <p:nvSpPr>
          <p:cNvPr id="5" name="Pravokutnik 4">
            <a:extLst>
              <a:ext uri="{FF2B5EF4-FFF2-40B4-BE49-F238E27FC236}">
                <a16:creationId xmlns:a16="http://schemas.microsoft.com/office/drawing/2014/main" id="{7DE9A629-9E9A-4AA7-866C-FC143074F4C7}"/>
              </a:ext>
            </a:extLst>
          </p:cNvPr>
          <p:cNvSpPr/>
          <p:nvPr/>
        </p:nvSpPr>
        <p:spPr>
          <a:xfrm>
            <a:off x="691551" y="4858465"/>
            <a:ext cx="1020792" cy="400110"/>
          </a:xfrm>
          <a:prstGeom prst="rect">
            <a:avLst/>
          </a:prstGeom>
        </p:spPr>
        <p:txBody>
          <a:bodyPr wrap="none">
            <a:spAutoFit/>
          </a:bodyPr>
          <a:lstStyle/>
          <a:p>
            <a:r>
              <a:rPr lang="hr-HR" sz="2000" dirty="0">
                <a:latin typeface="Times New Roman" panose="02020603050405020304" pitchFamily="18" charset="0"/>
                <a:cs typeface="Times New Roman" panose="02020603050405020304" pitchFamily="18" charset="0"/>
              </a:rPr>
              <a:t>sv. Juraj</a:t>
            </a:r>
          </a:p>
        </p:txBody>
      </p:sp>
      <p:sp>
        <p:nvSpPr>
          <p:cNvPr id="6" name="TekstniOkvir 5">
            <a:extLst>
              <a:ext uri="{FF2B5EF4-FFF2-40B4-BE49-F238E27FC236}">
                <a16:creationId xmlns:a16="http://schemas.microsoft.com/office/drawing/2014/main" id="{576C66E7-41F0-48E3-A45C-35525CF06D97}"/>
              </a:ext>
            </a:extLst>
          </p:cNvPr>
          <p:cNvSpPr txBox="1"/>
          <p:nvPr/>
        </p:nvSpPr>
        <p:spPr>
          <a:xfrm>
            <a:off x="5295977" y="4947252"/>
            <a:ext cx="411243" cy="369332"/>
          </a:xfrm>
          <a:prstGeom prst="rect">
            <a:avLst/>
          </a:prstGeom>
          <a:noFill/>
        </p:spPr>
        <p:txBody>
          <a:bodyPr wrap="square" rtlCol="0">
            <a:spAutoFit/>
          </a:bodyPr>
          <a:lstStyle/>
          <a:p>
            <a:r>
              <a:rPr lang="hr-HR" dirty="0"/>
              <a:t>b)</a:t>
            </a:r>
          </a:p>
        </p:txBody>
      </p:sp>
      <p:sp>
        <p:nvSpPr>
          <p:cNvPr id="7" name="Pravokutnik 6">
            <a:extLst>
              <a:ext uri="{FF2B5EF4-FFF2-40B4-BE49-F238E27FC236}">
                <a16:creationId xmlns:a16="http://schemas.microsoft.com/office/drawing/2014/main" id="{B8D21F4B-3143-47CC-B0D7-D13972E513E0}"/>
              </a:ext>
            </a:extLst>
          </p:cNvPr>
          <p:cNvSpPr/>
          <p:nvPr/>
        </p:nvSpPr>
        <p:spPr>
          <a:xfrm>
            <a:off x="5785597" y="5316584"/>
            <a:ext cx="5567112" cy="646331"/>
          </a:xfrm>
          <a:prstGeom prst="rect">
            <a:avLst/>
          </a:prstGeom>
        </p:spPr>
        <p:txBody>
          <a:bodyPr wrap="square">
            <a:spAutoFit/>
          </a:bodyPr>
          <a:lstStyle/>
          <a:p>
            <a:pPr algn="ctr"/>
            <a:r>
              <a:rPr lang="hr-HR" dirty="0">
                <a:latin typeface="Times New Roman" panose="02020603050405020304" pitchFamily="18" charset="0"/>
                <a:cs typeface="Times New Roman" panose="02020603050405020304" pitchFamily="18" charset="0"/>
              </a:rPr>
              <a:t>A. D. </a:t>
            </a:r>
            <a:r>
              <a:rPr lang="hr-HR" dirty="0" err="1">
                <a:latin typeface="Times New Roman" panose="02020603050405020304" pitchFamily="18" charset="0"/>
                <a:cs typeface="Times New Roman" panose="02020603050405020304" pitchFamily="18" charset="0"/>
              </a:rPr>
              <a:t>Fernkorn</a:t>
            </a:r>
            <a:r>
              <a:rPr lang="hr-HR" dirty="0">
                <a:latin typeface="Times New Roman" panose="02020603050405020304" pitchFamily="18" charset="0"/>
                <a:cs typeface="Times New Roman" panose="02020603050405020304" pitchFamily="18" charset="0"/>
              </a:rPr>
              <a:t>, </a:t>
            </a:r>
            <a:r>
              <a:rPr lang="hr-HR" i="1" dirty="0">
                <a:latin typeface="Times New Roman" panose="02020603050405020304" pitchFamily="18" charset="0"/>
                <a:cs typeface="Times New Roman" panose="02020603050405020304" pitchFamily="18" charset="0"/>
              </a:rPr>
              <a:t>Sveti Juraj ubija zmaja</a:t>
            </a:r>
            <a:r>
              <a:rPr lang="hr-HR" dirty="0">
                <a:latin typeface="Times New Roman" panose="02020603050405020304" pitchFamily="18" charset="0"/>
                <a:cs typeface="Times New Roman" panose="02020603050405020304" pitchFamily="18" charset="0"/>
              </a:rPr>
              <a:t>, 1853., materijal, visina, Trg Republike Hrvatske, Zagreb</a:t>
            </a:r>
          </a:p>
        </p:txBody>
      </p:sp>
    </p:spTree>
    <p:extLst>
      <p:ext uri="{BB962C8B-B14F-4D97-AF65-F5344CB8AC3E}">
        <p14:creationId xmlns:p14="http://schemas.microsoft.com/office/powerpoint/2010/main" val="3740049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avokutnik 1">
            <a:extLst>
              <a:ext uri="{FF2B5EF4-FFF2-40B4-BE49-F238E27FC236}">
                <a16:creationId xmlns:a16="http://schemas.microsoft.com/office/drawing/2014/main" id="{3F036189-06A0-4D30-A971-21E8DDC5713B}"/>
              </a:ext>
            </a:extLst>
          </p:cNvPr>
          <p:cNvSpPr/>
          <p:nvPr/>
        </p:nvSpPr>
        <p:spPr>
          <a:xfrm>
            <a:off x="600891" y="461104"/>
            <a:ext cx="5203371" cy="1277786"/>
          </a:xfrm>
          <a:prstGeom prst="rect">
            <a:avLst/>
          </a:prstGeom>
        </p:spPr>
        <p:txBody>
          <a:bodyPr wrap="square">
            <a:spAutoFit/>
          </a:bodyPr>
          <a:lstStyle/>
          <a:p>
            <a:pPr>
              <a:lnSpc>
                <a:spcPct val="107000"/>
              </a:lnSpc>
              <a:spcAft>
                <a:spcPts val="800"/>
              </a:spcAft>
            </a:pPr>
            <a:r>
              <a:rPr lang="hr-HR" i="1" dirty="0">
                <a:latin typeface="Times New Roman" panose="02020603050405020304" pitchFamily="18" charset="0"/>
                <a:ea typeface="Calibri" panose="020F0502020204030204" pitchFamily="34" charset="0"/>
                <a:cs typeface="Times New Roman" panose="02020603050405020304" pitchFamily="18" charset="0"/>
              </a:rPr>
              <a:t>Tebi ću dati ključeve kraljevstva nebeskoga, pa što god svežeš na zemlji, bit će svezano na nebesima; a što god odriješiš na zemlji, bit će odriješeno na nebesima. (Matej 16, 19)</a:t>
            </a:r>
            <a:endParaRPr lang="hr-HR" sz="1600" i="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Pravokutnik 2">
            <a:extLst>
              <a:ext uri="{FF2B5EF4-FFF2-40B4-BE49-F238E27FC236}">
                <a16:creationId xmlns:a16="http://schemas.microsoft.com/office/drawing/2014/main" id="{0F417E4D-30A5-4F33-B4A1-77C71EB258DB}"/>
              </a:ext>
            </a:extLst>
          </p:cNvPr>
          <p:cNvSpPr/>
          <p:nvPr/>
        </p:nvSpPr>
        <p:spPr>
          <a:xfrm>
            <a:off x="357054" y="460233"/>
            <a:ext cx="415498" cy="369332"/>
          </a:xfrm>
          <a:prstGeom prst="rect">
            <a:avLst/>
          </a:prstGeom>
        </p:spPr>
        <p:txBody>
          <a:bodyPr wrap="none">
            <a:spAutoFit/>
          </a:bodyPr>
          <a:lstStyle/>
          <a:p>
            <a:r>
              <a:rPr lang="hr-HR" dirty="0">
                <a:latin typeface="Times New Roman" panose="02020603050405020304" pitchFamily="18" charset="0"/>
                <a:cs typeface="Times New Roman" panose="02020603050405020304" pitchFamily="18" charset="0"/>
              </a:rPr>
              <a:t>5. </a:t>
            </a:r>
          </a:p>
        </p:txBody>
      </p:sp>
      <p:sp>
        <p:nvSpPr>
          <p:cNvPr id="6" name="Pravokutnik 5">
            <a:extLst>
              <a:ext uri="{FF2B5EF4-FFF2-40B4-BE49-F238E27FC236}">
                <a16:creationId xmlns:a16="http://schemas.microsoft.com/office/drawing/2014/main" id="{4625B5A6-08DC-4C2E-AF52-47000A0FA997}"/>
              </a:ext>
            </a:extLst>
          </p:cNvPr>
          <p:cNvSpPr/>
          <p:nvPr/>
        </p:nvSpPr>
        <p:spPr>
          <a:xfrm>
            <a:off x="10175185" y="5655484"/>
            <a:ext cx="1049646" cy="400110"/>
          </a:xfrm>
          <a:prstGeom prst="rect">
            <a:avLst/>
          </a:prstGeom>
        </p:spPr>
        <p:txBody>
          <a:bodyPr wrap="none">
            <a:spAutoFit/>
          </a:bodyPr>
          <a:lstStyle/>
          <a:p>
            <a:r>
              <a:rPr lang="hr-HR" sz="2000" dirty="0">
                <a:latin typeface="Times New Roman" panose="02020603050405020304" pitchFamily="18" charset="0"/>
                <a:cs typeface="Times New Roman" panose="02020603050405020304" pitchFamily="18" charset="0"/>
              </a:rPr>
              <a:t>sv. Petar</a:t>
            </a:r>
          </a:p>
        </p:txBody>
      </p:sp>
      <p:pic>
        <p:nvPicPr>
          <p:cNvPr id="7" name="Slika 6" descr="Slika na kojoj se prikazuje zgrada, grupa, fotografija, naprijed&#10;&#10;Opis je automatski generiran">
            <a:extLst>
              <a:ext uri="{FF2B5EF4-FFF2-40B4-BE49-F238E27FC236}">
                <a16:creationId xmlns:a16="http://schemas.microsoft.com/office/drawing/2014/main" id="{8ACF3CF2-7DEB-4F0E-81D7-9A21AB7576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38633" y="1873353"/>
            <a:ext cx="6931257" cy="4182243"/>
          </a:xfrm>
          <a:prstGeom prst="rect">
            <a:avLst/>
          </a:prstGeom>
        </p:spPr>
      </p:pic>
      <p:sp>
        <p:nvSpPr>
          <p:cNvPr id="8" name="TekstniOkvir 7">
            <a:extLst>
              <a:ext uri="{FF2B5EF4-FFF2-40B4-BE49-F238E27FC236}">
                <a16:creationId xmlns:a16="http://schemas.microsoft.com/office/drawing/2014/main" id="{A5C20220-32AA-48CE-9F1D-EC9A1B9F7616}"/>
              </a:ext>
            </a:extLst>
          </p:cNvPr>
          <p:cNvSpPr txBox="1"/>
          <p:nvPr/>
        </p:nvSpPr>
        <p:spPr>
          <a:xfrm>
            <a:off x="1876981" y="5686263"/>
            <a:ext cx="411243" cy="369332"/>
          </a:xfrm>
          <a:prstGeom prst="rect">
            <a:avLst/>
          </a:prstGeom>
          <a:noFill/>
        </p:spPr>
        <p:txBody>
          <a:bodyPr wrap="square" rtlCol="0">
            <a:spAutoFit/>
          </a:bodyPr>
          <a:lstStyle/>
          <a:p>
            <a:r>
              <a:rPr lang="hr-HR" dirty="0"/>
              <a:t>a)</a:t>
            </a:r>
          </a:p>
        </p:txBody>
      </p:sp>
      <p:sp>
        <p:nvSpPr>
          <p:cNvPr id="9" name="Pravokutnik 8">
            <a:extLst>
              <a:ext uri="{FF2B5EF4-FFF2-40B4-BE49-F238E27FC236}">
                <a16:creationId xmlns:a16="http://schemas.microsoft.com/office/drawing/2014/main" id="{CC7F770F-86F9-4DAB-82B6-A38E10341FD7}"/>
              </a:ext>
            </a:extLst>
          </p:cNvPr>
          <p:cNvSpPr/>
          <p:nvPr/>
        </p:nvSpPr>
        <p:spPr>
          <a:xfrm>
            <a:off x="2288225" y="6160098"/>
            <a:ext cx="6981665" cy="646331"/>
          </a:xfrm>
          <a:prstGeom prst="rect">
            <a:avLst/>
          </a:prstGeom>
        </p:spPr>
        <p:txBody>
          <a:bodyPr wrap="square">
            <a:spAutoFit/>
          </a:bodyPr>
          <a:lstStyle/>
          <a:p>
            <a:pPr algn="ctr"/>
            <a:r>
              <a:rPr lang="hr-HR" dirty="0">
                <a:latin typeface="Times New Roman" panose="02020603050405020304" pitchFamily="18" charset="0"/>
                <a:cs typeface="Times New Roman" panose="02020603050405020304" pitchFamily="18" charset="0"/>
              </a:rPr>
              <a:t>Pietro </a:t>
            </a:r>
            <a:r>
              <a:rPr lang="hr-HR" dirty="0" err="1">
                <a:latin typeface="Times New Roman" panose="02020603050405020304" pitchFamily="18" charset="0"/>
                <a:cs typeface="Times New Roman" panose="02020603050405020304" pitchFamily="18" charset="0"/>
              </a:rPr>
              <a:t>Perugino</a:t>
            </a:r>
            <a:r>
              <a:rPr lang="hr-HR" dirty="0">
                <a:latin typeface="Times New Roman" panose="02020603050405020304" pitchFamily="18" charset="0"/>
                <a:cs typeface="Times New Roman" panose="02020603050405020304" pitchFamily="18" charset="0"/>
              </a:rPr>
              <a:t>, </a:t>
            </a:r>
            <a:r>
              <a:rPr lang="hr-HR" i="1" dirty="0">
                <a:latin typeface="Times New Roman" panose="02020603050405020304" pitchFamily="18" charset="0"/>
                <a:cs typeface="Times New Roman" panose="02020603050405020304" pitchFamily="18" charset="0"/>
              </a:rPr>
              <a:t>Predaja ključeva</a:t>
            </a:r>
            <a:r>
              <a:rPr lang="hr-HR" dirty="0">
                <a:latin typeface="Times New Roman" panose="02020603050405020304" pitchFamily="18" charset="0"/>
                <a:cs typeface="Times New Roman" panose="02020603050405020304" pitchFamily="18" charset="0"/>
              </a:rPr>
              <a:t>, 1481. - 82., freska, Sikstinska kapela, Vatikan</a:t>
            </a:r>
          </a:p>
        </p:txBody>
      </p:sp>
    </p:spTree>
    <p:extLst>
      <p:ext uri="{BB962C8B-B14F-4D97-AF65-F5344CB8AC3E}">
        <p14:creationId xmlns:p14="http://schemas.microsoft.com/office/powerpoint/2010/main" val="524737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avokutnik 1">
            <a:extLst>
              <a:ext uri="{FF2B5EF4-FFF2-40B4-BE49-F238E27FC236}">
                <a16:creationId xmlns:a16="http://schemas.microsoft.com/office/drawing/2014/main" id="{AB9D8630-468B-40C5-B684-8A361D2AE4C9}"/>
              </a:ext>
            </a:extLst>
          </p:cNvPr>
          <p:cNvSpPr/>
          <p:nvPr/>
        </p:nvSpPr>
        <p:spPr>
          <a:xfrm>
            <a:off x="531225" y="527948"/>
            <a:ext cx="5564777" cy="1574149"/>
          </a:xfrm>
          <a:prstGeom prst="rect">
            <a:avLst/>
          </a:prstGeom>
        </p:spPr>
        <p:txBody>
          <a:bodyPr wrap="square">
            <a:spAutoFit/>
          </a:bodyPr>
          <a:lstStyle/>
          <a:p>
            <a:pPr>
              <a:lnSpc>
                <a:spcPct val="107000"/>
              </a:lnSpc>
              <a:spcAft>
                <a:spcPts val="800"/>
              </a:spcAft>
            </a:pPr>
            <a:r>
              <a:rPr lang="hr-HR" dirty="0">
                <a:latin typeface="Times New Roman" panose="02020603050405020304" pitchFamily="18" charset="0"/>
                <a:ea typeface="Calibri" panose="020F0502020204030204" pitchFamily="34" charset="0"/>
                <a:cs typeface="Times New Roman" panose="02020603050405020304" pitchFamily="18" charset="0"/>
              </a:rPr>
              <a:t>Car Dioklecijan je, po predaji, dao da ga privežu uza stablo, skinu golog i strijeljaju strijelama. Misleći kako je umro, ostavili su ga. Udovica Irena htjela je noću potajno ga pokopati te poljubivši mu ranu na prsima osjetila je njegovo disanje.</a:t>
            </a:r>
            <a:endParaRPr lang="hr-HR"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Pravokutnik 2">
            <a:extLst>
              <a:ext uri="{FF2B5EF4-FFF2-40B4-BE49-F238E27FC236}">
                <a16:creationId xmlns:a16="http://schemas.microsoft.com/office/drawing/2014/main" id="{1DA43503-3F4D-424D-920F-CFEA9084E324}"/>
              </a:ext>
            </a:extLst>
          </p:cNvPr>
          <p:cNvSpPr/>
          <p:nvPr/>
        </p:nvSpPr>
        <p:spPr>
          <a:xfrm>
            <a:off x="287387" y="527946"/>
            <a:ext cx="415498" cy="369332"/>
          </a:xfrm>
          <a:prstGeom prst="rect">
            <a:avLst/>
          </a:prstGeom>
        </p:spPr>
        <p:txBody>
          <a:bodyPr wrap="none">
            <a:spAutoFit/>
          </a:bodyPr>
          <a:lstStyle/>
          <a:p>
            <a:r>
              <a:rPr lang="hr-HR" dirty="0">
                <a:latin typeface="Times New Roman" panose="02020603050405020304" pitchFamily="18" charset="0"/>
                <a:cs typeface="Times New Roman" panose="02020603050405020304" pitchFamily="18" charset="0"/>
              </a:rPr>
              <a:t>6. </a:t>
            </a:r>
          </a:p>
        </p:txBody>
      </p:sp>
      <p:pic>
        <p:nvPicPr>
          <p:cNvPr id="4" name="Slika 3" descr="Slika na kojoj se prikazuje osoba, sjedenje, muškarac, ljudi&#10;&#10;Opis je automatski generiran">
            <a:extLst>
              <a:ext uri="{FF2B5EF4-FFF2-40B4-BE49-F238E27FC236}">
                <a16:creationId xmlns:a16="http://schemas.microsoft.com/office/drawing/2014/main" id="{470AE19A-D25A-48AF-8004-08E2BF0D7E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81545" y="488760"/>
            <a:ext cx="4404763" cy="5660469"/>
          </a:xfrm>
          <a:prstGeom prst="rect">
            <a:avLst/>
          </a:prstGeom>
        </p:spPr>
      </p:pic>
      <p:sp>
        <p:nvSpPr>
          <p:cNvPr id="5" name="TekstniOkvir 4">
            <a:extLst>
              <a:ext uri="{FF2B5EF4-FFF2-40B4-BE49-F238E27FC236}">
                <a16:creationId xmlns:a16="http://schemas.microsoft.com/office/drawing/2014/main" id="{87BDAA4B-C8E6-49F1-8184-0C90ADD58D63}"/>
              </a:ext>
            </a:extLst>
          </p:cNvPr>
          <p:cNvSpPr txBox="1"/>
          <p:nvPr/>
        </p:nvSpPr>
        <p:spPr>
          <a:xfrm>
            <a:off x="6470303" y="5819084"/>
            <a:ext cx="411243" cy="369332"/>
          </a:xfrm>
          <a:prstGeom prst="rect">
            <a:avLst/>
          </a:prstGeom>
          <a:noFill/>
        </p:spPr>
        <p:txBody>
          <a:bodyPr wrap="square" rtlCol="0">
            <a:spAutoFit/>
          </a:bodyPr>
          <a:lstStyle/>
          <a:p>
            <a:r>
              <a:rPr lang="hr-HR" dirty="0"/>
              <a:t>d)</a:t>
            </a:r>
          </a:p>
        </p:txBody>
      </p:sp>
      <p:sp>
        <p:nvSpPr>
          <p:cNvPr id="6" name="Pravokutnik 5">
            <a:extLst>
              <a:ext uri="{FF2B5EF4-FFF2-40B4-BE49-F238E27FC236}">
                <a16:creationId xmlns:a16="http://schemas.microsoft.com/office/drawing/2014/main" id="{65BC2A99-B23D-4E3F-AD49-20ADFF884C8A}"/>
              </a:ext>
            </a:extLst>
          </p:cNvPr>
          <p:cNvSpPr/>
          <p:nvPr/>
        </p:nvSpPr>
        <p:spPr>
          <a:xfrm>
            <a:off x="972612" y="5603639"/>
            <a:ext cx="1575431" cy="400110"/>
          </a:xfrm>
          <a:prstGeom prst="rect">
            <a:avLst/>
          </a:prstGeom>
        </p:spPr>
        <p:txBody>
          <a:bodyPr wrap="none">
            <a:spAutoFit/>
          </a:bodyPr>
          <a:lstStyle/>
          <a:p>
            <a:r>
              <a:rPr lang="hr-HR" sz="2000" dirty="0">
                <a:latin typeface="Times New Roman" panose="02020603050405020304" pitchFamily="18" charset="0"/>
                <a:cs typeface="Times New Roman" panose="02020603050405020304" pitchFamily="18" charset="0"/>
              </a:rPr>
              <a:t>sv. Sebastijan</a:t>
            </a:r>
          </a:p>
        </p:txBody>
      </p:sp>
      <p:sp>
        <p:nvSpPr>
          <p:cNvPr id="7" name="Pravokutnik 6">
            <a:extLst>
              <a:ext uri="{FF2B5EF4-FFF2-40B4-BE49-F238E27FC236}">
                <a16:creationId xmlns:a16="http://schemas.microsoft.com/office/drawing/2014/main" id="{16305CBF-E905-4492-920A-04A966973408}"/>
              </a:ext>
            </a:extLst>
          </p:cNvPr>
          <p:cNvSpPr/>
          <p:nvPr/>
        </p:nvSpPr>
        <p:spPr>
          <a:xfrm>
            <a:off x="5921829" y="6149228"/>
            <a:ext cx="6096000" cy="646331"/>
          </a:xfrm>
          <a:prstGeom prst="rect">
            <a:avLst/>
          </a:prstGeom>
        </p:spPr>
        <p:txBody>
          <a:bodyPr>
            <a:spAutoFit/>
          </a:bodyPr>
          <a:lstStyle/>
          <a:p>
            <a:pPr algn="ctr"/>
            <a:r>
              <a:rPr lang="hr-HR" dirty="0">
                <a:latin typeface="Times New Roman" panose="02020603050405020304" pitchFamily="18" charset="0"/>
                <a:cs typeface="Times New Roman" panose="02020603050405020304" pitchFamily="18" charset="0"/>
              </a:rPr>
              <a:t>Georges de la Tour, </a:t>
            </a:r>
            <a:r>
              <a:rPr lang="hr-HR" i="1" dirty="0">
                <a:latin typeface="Times New Roman" panose="02020603050405020304" pitchFamily="18" charset="0"/>
                <a:cs typeface="Times New Roman" panose="02020603050405020304" pitchFamily="18" charset="0"/>
              </a:rPr>
              <a:t>Sv. Irena oplakuje sv. Sebastijana</a:t>
            </a:r>
            <a:r>
              <a:rPr lang="hr-HR" dirty="0">
                <a:latin typeface="Times New Roman" panose="02020603050405020304" pitchFamily="18" charset="0"/>
                <a:cs typeface="Times New Roman" panose="02020603050405020304" pitchFamily="18" charset="0"/>
              </a:rPr>
              <a:t>, 1649., ulje na platnu, 167 x 130 cm, Louvre, Pariz</a:t>
            </a:r>
          </a:p>
        </p:txBody>
      </p:sp>
    </p:spTree>
    <p:extLst>
      <p:ext uri="{BB962C8B-B14F-4D97-AF65-F5344CB8AC3E}">
        <p14:creationId xmlns:p14="http://schemas.microsoft.com/office/powerpoint/2010/main" val="756002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ka 2" descr="Slika na kojoj se prikazuje karta&#10;&#10;Opis je automatski generiran">
            <a:extLst>
              <a:ext uri="{FF2B5EF4-FFF2-40B4-BE49-F238E27FC236}">
                <a16:creationId xmlns:a16="http://schemas.microsoft.com/office/drawing/2014/main" id="{9F4B5ED2-6F6A-4CF3-ADB4-F6B9CF00FB0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3971" y="214383"/>
            <a:ext cx="4415419" cy="6128271"/>
          </a:xfrm>
          <a:prstGeom prst="rect">
            <a:avLst/>
          </a:prstGeom>
        </p:spPr>
      </p:pic>
      <p:pic>
        <p:nvPicPr>
          <p:cNvPr id="5" name="Slika 4" descr="Slika na kojoj se prikazuje na zatvorenom, strop, zgrada, stol&#10;&#10;Opis je automatski generiran">
            <a:extLst>
              <a:ext uri="{FF2B5EF4-FFF2-40B4-BE49-F238E27FC236}">
                <a16:creationId xmlns:a16="http://schemas.microsoft.com/office/drawing/2014/main" id="{17B03722-3657-4DDC-B8B9-CB8DEA798A8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04270" y="214383"/>
            <a:ext cx="4075001" cy="6135394"/>
          </a:xfrm>
          <a:prstGeom prst="rect">
            <a:avLst/>
          </a:prstGeom>
        </p:spPr>
      </p:pic>
      <p:sp>
        <p:nvSpPr>
          <p:cNvPr id="8" name="Pravokutnik 7">
            <a:extLst>
              <a:ext uri="{FF2B5EF4-FFF2-40B4-BE49-F238E27FC236}">
                <a16:creationId xmlns:a16="http://schemas.microsoft.com/office/drawing/2014/main" id="{456F9666-AEA2-4D29-9B8D-81AA34476B36}"/>
              </a:ext>
            </a:extLst>
          </p:cNvPr>
          <p:cNvSpPr/>
          <p:nvPr/>
        </p:nvSpPr>
        <p:spPr>
          <a:xfrm>
            <a:off x="861753" y="6403643"/>
            <a:ext cx="5019853" cy="369332"/>
          </a:xfrm>
          <a:prstGeom prst="rect">
            <a:avLst/>
          </a:prstGeom>
        </p:spPr>
        <p:txBody>
          <a:bodyPr wrap="square">
            <a:spAutoFit/>
          </a:bodyPr>
          <a:lstStyle/>
          <a:p>
            <a:pPr algn="ctr"/>
            <a:r>
              <a:rPr lang="en-US" dirty="0">
                <a:latin typeface="Times New Roman" panose="02020603050405020304" pitchFamily="18" charset="0"/>
                <a:cs typeface="Times New Roman" panose="02020603050405020304" pitchFamily="18" charset="0"/>
              </a:rPr>
              <a:t>Thangka </a:t>
            </a:r>
            <a:r>
              <a:rPr lang="hr-HR" dirty="0">
                <a:latin typeface="Times New Roman" panose="02020603050405020304" pitchFamily="18" charset="0"/>
                <a:cs typeface="Times New Roman" panose="02020603050405020304" pitchFamily="18" charset="0"/>
              </a:rPr>
              <a:t>s prikazom</a:t>
            </a:r>
            <a:r>
              <a:rPr lang="en-US" dirty="0">
                <a:latin typeface="Times New Roman" panose="02020603050405020304" pitchFamily="18" charset="0"/>
                <a:cs typeface="Times New Roman" panose="02020603050405020304" pitchFamily="18" charset="0"/>
              </a:rPr>
              <a:t> </a:t>
            </a:r>
            <a:r>
              <a:rPr lang="hr-HR" dirty="0" err="1">
                <a:latin typeface="Times New Roman" panose="02020603050405020304" pitchFamily="18" charset="0"/>
                <a:cs typeface="Times New Roman" panose="02020603050405020304" pitchFamily="18" charset="0"/>
              </a:rPr>
              <a:t>Vađrajane</a:t>
            </a:r>
            <a:r>
              <a:rPr lang="hr-HR" dirty="0">
                <a:latin typeface="Times New Roman" panose="02020603050405020304" pitchFamily="18" charset="0"/>
                <a:cs typeface="Times New Roman" panose="02020603050405020304" pitchFamily="18" charset="0"/>
              </a:rPr>
              <a:t>, 1740.</a:t>
            </a:r>
          </a:p>
        </p:txBody>
      </p:sp>
      <p:sp>
        <p:nvSpPr>
          <p:cNvPr id="9" name="Pravokutnik 8">
            <a:extLst>
              <a:ext uri="{FF2B5EF4-FFF2-40B4-BE49-F238E27FC236}">
                <a16:creationId xmlns:a16="http://schemas.microsoft.com/office/drawing/2014/main" id="{A2C879F9-A3D5-4528-BD49-21ADE0C3873D}"/>
              </a:ext>
            </a:extLst>
          </p:cNvPr>
          <p:cNvSpPr/>
          <p:nvPr/>
        </p:nvSpPr>
        <p:spPr>
          <a:xfrm>
            <a:off x="7417174" y="6389836"/>
            <a:ext cx="3249191" cy="369332"/>
          </a:xfrm>
          <a:prstGeom prst="rect">
            <a:avLst/>
          </a:prstGeom>
        </p:spPr>
        <p:txBody>
          <a:bodyPr wrap="square">
            <a:spAutoFit/>
          </a:bodyPr>
          <a:lstStyle/>
          <a:p>
            <a:pPr algn="ctr"/>
            <a:r>
              <a:rPr lang="hr-HR" dirty="0">
                <a:latin typeface="Times New Roman" panose="02020603050405020304" pitchFamily="18" charset="0"/>
                <a:cs typeface="Times New Roman" panose="02020603050405020304" pitchFamily="18" charset="0"/>
              </a:rPr>
              <a:t>prikaz </a:t>
            </a:r>
            <a:r>
              <a:rPr lang="hr-HR" dirty="0" err="1">
                <a:latin typeface="Times New Roman" panose="02020603050405020304" pitchFamily="18" charset="0"/>
                <a:cs typeface="Times New Roman" panose="02020603050405020304" pitchFamily="18" charset="0"/>
              </a:rPr>
              <a:t>Šive</a:t>
            </a:r>
            <a:r>
              <a:rPr lang="hr-HR" dirty="0">
                <a:latin typeface="Times New Roman" panose="02020603050405020304" pitchFamily="18" charset="0"/>
                <a:cs typeface="Times New Roman" panose="02020603050405020304" pitchFamily="18" charset="0"/>
              </a:rPr>
              <a:t>, </a:t>
            </a:r>
            <a:r>
              <a:rPr lang="hr-HR" dirty="0" err="1">
                <a:latin typeface="Times New Roman" panose="02020603050405020304" pitchFamily="18" charset="0"/>
                <a:cs typeface="Times New Roman" panose="02020603050405020304" pitchFamily="18" charset="0"/>
              </a:rPr>
              <a:t>Višne</a:t>
            </a:r>
            <a:r>
              <a:rPr lang="hr-HR" dirty="0">
                <a:latin typeface="Times New Roman" panose="02020603050405020304" pitchFamily="18" charset="0"/>
                <a:cs typeface="Times New Roman" panose="02020603050405020304" pitchFamily="18" charset="0"/>
              </a:rPr>
              <a:t> i </a:t>
            </a:r>
            <a:r>
              <a:rPr lang="hr-HR" dirty="0" err="1">
                <a:latin typeface="Times New Roman" panose="02020603050405020304" pitchFamily="18" charset="0"/>
                <a:cs typeface="Times New Roman" panose="02020603050405020304" pitchFamily="18" charset="0"/>
              </a:rPr>
              <a:t>Surie</a:t>
            </a:r>
            <a:r>
              <a:rPr lang="hr-HR" dirty="0">
                <a:latin typeface="Times New Roman" panose="02020603050405020304" pitchFamily="18" charset="0"/>
                <a:cs typeface="Times New Roman" panose="02020603050405020304" pitchFamily="18" charset="0"/>
              </a:rPr>
              <a:t>, 9. st.</a:t>
            </a:r>
          </a:p>
        </p:txBody>
      </p:sp>
    </p:spTree>
    <p:extLst>
      <p:ext uri="{BB962C8B-B14F-4D97-AF65-F5344CB8AC3E}">
        <p14:creationId xmlns:p14="http://schemas.microsoft.com/office/powerpoint/2010/main" val="3147978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ka 6" descr="Slika na kojoj se prikazuje mnogo, različito, montirano, obješeno&#10;&#10;Opis je automatski generiran">
            <a:extLst>
              <a:ext uri="{FF2B5EF4-FFF2-40B4-BE49-F238E27FC236}">
                <a16:creationId xmlns:a16="http://schemas.microsoft.com/office/drawing/2014/main" id="{90B5D042-CA7A-4EF6-AD14-F0DEC889ED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061" y="167294"/>
            <a:ext cx="5687878" cy="5680878"/>
          </a:xfrm>
          <a:prstGeom prst="rect">
            <a:avLst/>
          </a:prstGeom>
        </p:spPr>
      </p:pic>
      <p:sp>
        <p:nvSpPr>
          <p:cNvPr id="3" name="TekstniOkvir 9">
            <a:extLst>
              <a:ext uri="{FF2B5EF4-FFF2-40B4-BE49-F238E27FC236}">
                <a16:creationId xmlns:a16="http://schemas.microsoft.com/office/drawing/2014/main" id="{0BAC9DF5-15DD-4ACF-BE5B-ED268211C455}"/>
              </a:ext>
            </a:extLst>
          </p:cNvPr>
          <p:cNvSpPr txBox="1"/>
          <p:nvPr/>
        </p:nvSpPr>
        <p:spPr>
          <a:xfrm>
            <a:off x="4712883" y="5960761"/>
            <a:ext cx="2949117" cy="646331"/>
          </a:xfrm>
          <a:prstGeom prst="rect">
            <a:avLst/>
          </a:prstGeom>
          <a:noFill/>
        </p:spPr>
        <p:txBody>
          <a:bodyPr wrap="square" rtlCol="0">
            <a:spAutoFit/>
          </a:bodyPr>
          <a:lstStyle/>
          <a:p>
            <a:pPr algn="ctr"/>
            <a:r>
              <a:rPr lang="hr-HR" dirty="0">
                <a:latin typeface="Times New Roman" panose="02020603050405020304" pitchFamily="18" charset="0"/>
                <a:cs typeface="Times New Roman" panose="02020603050405020304" pitchFamily="18" charset="0"/>
              </a:rPr>
              <a:t>kaligrafski prikaz 12 imama i proroka Muhameda</a:t>
            </a:r>
          </a:p>
        </p:txBody>
      </p:sp>
    </p:spTree>
    <p:extLst>
      <p:ext uri="{BB962C8B-B14F-4D97-AF65-F5344CB8AC3E}">
        <p14:creationId xmlns:p14="http://schemas.microsoft.com/office/powerpoint/2010/main" val="2182631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11264</TotalTime>
  <Words>4150</Words>
  <Application>Microsoft Office PowerPoint</Application>
  <PresentationFormat>Widescreen</PresentationFormat>
  <Paragraphs>421</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Times New Roman</vt:lpstr>
      <vt:lpstr>Wingdings</vt:lpstr>
      <vt:lpstr>Office Theme</vt:lpstr>
      <vt:lpstr>Odabir i prikaz tema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Maja Bachler</cp:lastModifiedBy>
  <cp:revision>268</cp:revision>
  <dcterms:created xsi:type="dcterms:W3CDTF">2020-10-29T07:38:24Z</dcterms:created>
  <dcterms:modified xsi:type="dcterms:W3CDTF">2020-12-27T17:10:49Z</dcterms:modified>
</cp:coreProperties>
</file>