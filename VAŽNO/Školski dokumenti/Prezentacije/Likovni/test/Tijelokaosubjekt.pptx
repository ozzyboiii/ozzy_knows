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6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4A04D-EA42-4B98-2113-AFAB26CDF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45C1E-9D9B-B92B-69FD-997418439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35303-8E7C-2A6C-EA47-141765CC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A1BB8-67CE-50E2-C24E-246ED6D59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4E9EB-1E66-D9C9-523E-AC0542773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61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EEE0-A50F-8F38-2E44-8345655A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22D29-CFAD-835E-0A34-B04B65114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9E761-936D-15E7-8B45-14BFCF536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7921D-C8ED-6D3E-FC7C-DDEAC64CE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0B8F1-0AE6-554E-3A2B-42DFF1A5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37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09C1-00F5-3EB6-63A5-D02751158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1B810-CF81-B19B-556F-99D2E39FE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F3947-408B-8F53-C11F-89CDD4F13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DBF2A-BAED-34E0-08D2-D1452FCAA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7205C-7E00-6E67-5F72-AF901861B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1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5083-0A8E-A7A2-B459-5E994E176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1832C-62CB-447F-6B46-A08E821BC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1E110-8DD4-06F8-5407-F5E67C7CA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08170-021D-5B4F-E89E-BE1DF6EC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BDB17-8EF7-EB0E-D183-161F854C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FFCCE-B2C4-DB67-C432-DE713614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1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DF56-3ACB-25F0-6413-1770996B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A4B1F-AC41-606A-74FC-183348BA2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E954B-693F-C80D-FBA7-798CEE2D7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C4FB1-3E74-C79F-5E72-F8BF1CE30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7E41F-0E3D-DC85-80D2-BC065DCF0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C3E2B8-8816-BE6B-DAC0-63AF92F1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351BF-D5BA-C790-6BDC-E779C0659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1832C-B70D-5DFB-4D30-2404CF7D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8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A72D-58DA-18BF-3BB7-42061DF0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E43F8-7B23-A945-73A9-53554EC8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CBF72B-2255-AE2B-F66F-3B1D2C47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6B56C-BEFD-1D16-CABF-E2BEA662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4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9728EB-3009-782F-DD9F-EAD25DAD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EDFB0-46FC-2C3D-2E9E-633DF546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141C-F545-5E34-8E48-738CB599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45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876D-2FE6-5472-E666-7ED96EC8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3BFAD-28FD-9F76-7B35-A599BFCC3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725A0-67D0-B7CB-4FF9-6F25CEEED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A6464-4B75-8556-F685-8D127F6D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F6DF5-8475-D12E-5C49-BC1E93BB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D2D03-1F0D-2510-CAD2-459A93F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1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6819C-5EA2-A6EE-84D3-02D78590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8B548B-285E-C2AF-B1A1-FBED57A43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E8FC1-5F57-B9A8-8B53-56D750A4C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7751C-0F87-3D98-38BE-A9D60827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516A7-28F1-06F7-A969-D6AB5386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DF0E9-F962-E77B-D026-3D1D6407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0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ACB4-EDCD-D8FD-DAFB-C519C3264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11692-11A3-005D-3CC9-14C50FD1B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679DF-0D30-8218-129C-961FE500C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8DA5E-2451-BE79-065F-D19CFFA2E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7BD85-2519-1781-2A37-0817151F7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4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C8339-0EE8-E939-3AC0-A47E373F8A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5F770-F71F-9DA2-AC2A-1CC3E959C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2A475-3406-4A84-A3A7-2146B864B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1D4C5-BAF6-BC31-D5DE-C674FA033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409AC-2B23-1D48-1A78-A2D05F0A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4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4644C-6BB2-844B-5B32-B294C00AF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475EA-ECF2-89E0-F834-3C506559C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D261-2EDE-1B53-EAD8-E380205E0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EB890-EC7C-43AE-B9A4-F79515B42C4C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46B47-C2B8-4283-3F2C-D933149D0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34D19-63C5-95D4-B8C9-E76EB81A9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BF3C3-A77A-4462-AB83-446E5C701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57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youtube.com/watch?v=6cgBvpjwOGo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f8o1teJdXo?si=63SvMkIlWqgeo6aT" TargetMode="External"/><Relationship Id="rId2" Type="http://schemas.openxmlformats.org/officeDocument/2006/relationships/hyperlink" Target="https://youtu.be/OyEJuz4amJ8?si=EYoJk9SDgCuzi2J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9F0uPGdV73Y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youtu.be/3SCQiKDxmh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youtube.com/watch?v=gj9nHa7FtQQ&amp;t=2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20FC0-6784-B7E0-DA33-477B46A957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Tijelo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subjekt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1B50B-C7D7-6CA4-6065-3B0032DFD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Adrijana Brčić</a:t>
            </a:r>
          </a:p>
          <a:p>
            <a:r>
              <a:rPr lang="en-US" dirty="0"/>
              <a:t>Prof. Maja Bachler, </a:t>
            </a:r>
            <a:r>
              <a:rPr lang="en-US" dirty="0" err="1"/>
              <a:t>Prirodoslovna</a:t>
            </a:r>
            <a:r>
              <a:rPr lang="en-US" dirty="0"/>
              <a:t> </a:t>
            </a:r>
            <a:r>
              <a:rPr lang="en-US" dirty="0" err="1"/>
              <a:t>škola</a:t>
            </a:r>
            <a:r>
              <a:rPr lang="en-US" dirty="0"/>
              <a:t> Vladimira </a:t>
            </a:r>
            <a:r>
              <a:rPr lang="en-US" dirty="0" err="1"/>
              <a:t>Preloga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02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08F10-4893-0F66-5AD4-5E1E9869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Što</a:t>
            </a:r>
            <a:r>
              <a:rPr lang="en-US" i="1" dirty="0"/>
              <a:t> </a:t>
            </a:r>
            <a:r>
              <a:rPr lang="en-US" i="1" dirty="0" err="1"/>
              <a:t>znači</a:t>
            </a:r>
            <a:r>
              <a:rPr lang="en-US" i="1" dirty="0"/>
              <a:t> da je </a:t>
            </a:r>
            <a:r>
              <a:rPr lang="en-US" i="1" dirty="0" err="1"/>
              <a:t>tijelo</a:t>
            </a:r>
            <a:r>
              <a:rPr lang="en-US" i="1" dirty="0"/>
              <a:t> </a:t>
            </a:r>
            <a:r>
              <a:rPr lang="en-US" i="1" dirty="0" err="1"/>
              <a:t>subjekt</a:t>
            </a:r>
            <a:r>
              <a:rPr lang="en-US" i="1" dirty="0"/>
              <a:t> </a:t>
            </a:r>
            <a:r>
              <a:rPr lang="en-US" i="1" dirty="0" err="1"/>
              <a:t>umjetničke</a:t>
            </a:r>
            <a:r>
              <a:rPr lang="en-US" i="1" dirty="0"/>
              <a:t> </a:t>
            </a:r>
            <a:r>
              <a:rPr lang="en-US" i="1" dirty="0" err="1"/>
              <a:t>radnje</a:t>
            </a:r>
            <a:r>
              <a:rPr lang="en-US" i="1" dirty="0"/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25AFF-5A63-D6A4-BD2E-D556084C85A4}"/>
              </a:ext>
            </a:extLst>
          </p:cNvPr>
          <p:cNvSpPr/>
          <p:nvPr/>
        </p:nvSpPr>
        <p:spPr>
          <a:xfrm>
            <a:off x="838200" y="4794477"/>
            <a:ext cx="44958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Performans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CC0B7-0C26-5CBB-F27D-ADB77D7C4F0A}"/>
              </a:ext>
            </a:extLst>
          </p:cNvPr>
          <p:cNvSpPr/>
          <p:nvPr/>
        </p:nvSpPr>
        <p:spPr>
          <a:xfrm>
            <a:off x="3848100" y="2766218"/>
            <a:ext cx="44958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Body 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414FA0-B30D-0DBC-CAAD-156D3B2FB83C}"/>
              </a:ext>
            </a:extLst>
          </p:cNvPr>
          <p:cNvSpPr/>
          <p:nvPr/>
        </p:nvSpPr>
        <p:spPr>
          <a:xfrm>
            <a:off x="6858000" y="4794478"/>
            <a:ext cx="44958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Happening</a:t>
            </a:r>
          </a:p>
        </p:txBody>
      </p:sp>
    </p:spTree>
    <p:extLst>
      <p:ext uri="{BB962C8B-B14F-4D97-AF65-F5344CB8AC3E}">
        <p14:creationId xmlns:p14="http://schemas.microsoft.com/office/powerpoint/2010/main" val="228884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C6FA3-CC1D-5A4B-7384-92894622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Happening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CBD2B-C77C-AE30-7146-B4A44F8C5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Prostorno-vremenski</a:t>
            </a:r>
            <a:r>
              <a:rPr lang="en-US" dirty="0"/>
              <a:t> </a:t>
            </a:r>
            <a:r>
              <a:rPr lang="en-US" b="1" dirty="0" err="1"/>
              <a:t>događaj</a:t>
            </a:r>
            <a:r>
              <a:rPr lang="en-US" dirty="0"/>
              <a:t> u </a:t>
            </a:r>
            <a:r>
              <a:rPr lang="en-US" dirty="0" err="1"/>
              <a:t>kojem</a:t>
            </a:r>
            <a:r>
              <a:rPr lang="en-US" dirty="0"/>
              <a:t>, </a:t>
            </a:r>
            <a:r>
              <a:rPr lang="en-US" dirty="0" err="1"/>
              <a:t>umjetnik</a:t>
            </a:r>
            <a:r>
              <a:rPr lang="en-US" dirty="0"/>
              <a:t> u </a:t>
            </a:r>
            <a:r>
              <a:rPr lang="en-US" dirty="0" err="1"/>
              <a:t>suradnji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publikom</a:t>
            </a:r>
            <a:r>
              <a:rPr lang="en-US" dirty="0"/>
              <a:t>, </a:t>
            </a:r>
            <a:r>
              <a:rPr lang="en-US" dirty="0" err="1"/>
              <a:t>provodi</a:t>
            </a:r>
            <a:r>
              <a:rPr lang="en-US" dirty="0"/>
              <a:t> </a:t>
            </a:r>
            <a:r>
              <a:rPr lang="en-US" dirty="0" err="1"/>
              <a:t>prethodno</a:t>
            </a:r>
            <a:r>
              <a:rPr lang="en-US" dirty="0"/>
              <a:t> </a:t>
            </a:r>
            <a:r>
              <a:rPr lang="en-US" dirty="0" err="1"/>
              <a:t>zamišljen</a:t>
            </a:r>
            <a:r>
              <a:rPr lang="en-US" dirty="0"/>
              <a:t> </a:t>
            </a:r>
            <a:r>
              <a:rPr lang="en-US" dirty="0" err="1"/>
              <a:t>scenarij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ostvaruje</a:t>
            </a:r>
            <a:r>
              <a:rPr lang="en-US" dirty="0"/>
              <a:t> </a:t>
            </a:r>
            <a:r>
              <a:rPr lang="en-US" dirty="0" err="1"/>
              <a:t>spontane</a:t>
            </a:r>
            <a:r>
              <a:rPr lang="en-US" dirty="0"/>
              <a:t> </a:t>
            </a:r>
            <a:r>
              <a:rPr lang="en-US" dirty="0" err="1"/>
              <a:t>rezultate</a:t>
            </a:r>
            <a:endParaRPr lang="en-US" dirty="0"/>
          </a:p>
          <a:p>
            <a:r>
              <a:rPr lang="en-US" dirty="0" err="1"/>
              <a:t>Spontanost</a:t>
            </a:r>
            <a:r>
              <a:rPr lang="en-US" dirty="0"/>
              <a:t>/</a:t>
            </a:r>
            <a:r>
              <a:rPr lang="en-US" dirty="0" err="1"/>
              <a:t>mehaničko</a:t>
            </a:r>
            <a:r>
              <a:rPr lang="en-US" dirty="0"/>
              <a:t> </a:t>
            </a:r>
            <a:r>
              <a:rPr lang="en-US" dirty="0" err="1"/>
              <a:t>ponavljanje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09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2CBE5-0E6F-8A48-0FE5-4AEE1CB7C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Alan Kaprow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55BB3-8FD7-A2E1-E3A5-3EF0633B7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18 </a:t>
            </a:r>
            <a:r>
              <a:rPr lang="en-US" dirty="0" err="1"/>
              <a:t>happeninga</a:t>
            </a:r>
            <a:r>
              <a:rPr lang="en-US" dirty="0"/>
              <a:t> u 6 </a:t>
            </a:r>
            <a:r>
              <a:rPr lang="en-US" dirty="0" err="1"/>
              <a:t>dijela</a:t>
            </a:r>
            <a:r>
              <a:rPr lang="en-US" dirty="0"/>
              <a:t>, 1959., Reuben </a:t>
            </a:r>
            <a:r>
              <a:rPr lang="en-US" dirty="0" err="1"/>
              <a:t>Galerija</a:t>
            </a:r>
            <a:r>
              <a:rPr lang="en-US" dirty="0"/>
              <a:t>, New York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30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painting a wall&#10;&#10;AI-generated content may be incorrect.">
            <a:extLst>
              <a:ext uri="{FF2B5EF4-FFF2-40B4-BE49-F238E27FC236}">
                <a16:creationId xmlns:a16="http://schemas.microsoft.com/office/drawing/2014/main" id="{6FFD29DD-765A-C3DA-D745-5C6E71012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2999"/>
            <a:ext cx="4026107" cy="4026107"/>
          </a:xfrm>
          <a:prstGeom prst="rect">
            <a:avLst/>
          </a:prstGeom>
        </p:spPr>
      </p:pic>
      <p:pic>
        <p:nvPicPr>
          <p:cNvPr id="7" name="Picture 6" descr="A person climbing a ladder&#10;&#10;AI-generated content may be incorrect.">
            <a:extLst>
              <a:ext uri="{FF2B5EF4-FFF2-40B4-BE49-F238E27FC236}">
                <a16:creationId xmlns:a16="http://schemas.microsoft.com/office/drawing/2014/main" id="{1AED7D67-EDA6-D443-55F6-351EC45CB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107" y="1142999"/>
            <a:ext cx="4026107" cy="4026107"/>
          </a:xfrm>
          <a:prstGeom prst="rect">
            <a:avLst/>
          </a:prstGeom>
        </p:spPr>
      </p:pic>
      <p:pic>
        <p:nvPicPr>
          <p:cNvPr id="9" name="Picture 8" descr="A person kneeling on the floor&#10;&#10;AI-generated content may be incorrect.">
            <a:extLst>
              <a:ext uri="{FF2B5EF4-FFF2-40B4-BE49-F238E27FC236}">
                <a16:creationId xmlns:a16="http://schemas.microsoft.com/office/drawing/2014/main" id="{CA3A64EE-A47C-8700-F75A-80674AF43F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9432" y="1502505"/>
            <a:ext cx="4132568" cy="33070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0E6ED91-B859-605A-301B-911AC5BE6610}"/>
              </a:ext>
            </a:extLst>
          </p:cNvPr>
          <p:cNvSpPr/>
          <p:nvPr/>
        </p:nvSpPr>
        <p:spPr>
          <a:xfrm>
            <a:off x="0" y="5169106"/>
            <a:ext cx="8052214" cy="6982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Alan Kaprow, 18 </a:t>
            </a:r>
            <a:r>
              <a:rPr lang="en-US" dirty="0" err="1"/>
              <a:t>happeninga</a:t>
            </a:r>
            <a:r>
              <a:rPr lang="en-US" dirty="0"/>
              <a:t> u 6 </a:t>
            </a:r>
            <a:r>
              <a:rPr lang="en-US" dirty="0" err="1"/>
              <a:t>dijela</a:t>
            </a:r>
            <a:r>
              <a:rPr lang="en-US" dirty="0"/>
              <a:t>, 1959., Reuben </a:t>
            </a:r>
            <a:r>
              <a:rPr lang="en-US" dirty="0" err="1"/>
              <a:t>galerija</a:t>
            </a:r>
            <a:r>
              <a:rPr lang="en-US" dirty="0"/>
              <a:t>, New York </a:t>
            </a:r>
          </a:p>
        </p:txBody>
      </p:sp>
    </p:spTree>
    <p:extLst>
      <p:ext uri="{BB962C8B-B14F-4D97-AF65-F5344CB8AC3E}">
        <p14:creationId xmlns:p14="http://schemas.microsoft.com/office/powerpoint/2010/main" val="1716652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F788-FA87-7A39-387F-7F33B9E90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Performans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B5821-B826-3DCD-E521-A06B3376E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opisati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režirani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nerežirani</a:t>
            </a:r>
            <a:r>
              <a:rPr lang="en-US" dirty="0"/>
              <a:t> </a:t>
            </a:r>
            <a:r>
              <a:rPr lang="en-US" dirty="0" err="1"/>
              <a:t>događaj</a:t>
            </a:r>
            <a:r>
              <a:rPr lang="en-US" dirty="0"/>
              <a:t> </a:t>
            </a:r>
            <a:r>
              <a:rPr lang="en-US" dirty="0" err="1"/>
              <a:t>utemeljen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umjetnički</a:t>
            </a:r>
            <a:r>
              <a:rPr lang="en-US" dirty="0"/>
              <a:t> rad </a:t>
            </a:r>
            <a:r>
              <a:rPr lang="en-US" dirty="0" err="1"/>
              <a:t>kojeg</a:t>
            </a:r>
            <a:r>
              <a:rPr lang="en-US" dirty="0"/>
              <a:t> </a:t>
            </a:r>
            <a:r>
              <a:rPr lang="en-US" dirty="0" err="1"/>
              <a:t>izvode</a:t>
            </a:r>
            <a:r>
              <a:rPr lang="en-US" dirty="0"/>
              <a:t> </a:t>
            </a:r>
            <a:r>
              <a:rPr lang="en-US" dirty="0" err="1"/>
              <a:t>umjetnik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izvođači</a:t>
            </a:r>
            <a:r>
              <a:rPr lang="en-US" dirty="0"/>
              <a:t> pred </a:t>
            </a:r>
            <a:r>
              <a:rPr lang="en-US" dirty="0" err="1"/>
              <a:t>publikom</a:t>
            </a:r>
            <a:r>
              <a:rPr lang="en-US" dirty="0"/>
              <a:t>. </a:t>
            </a:r>
          </a:p>
          <a:p>
            <a:r>
              <a:rPr lang="en-US" dirty="0">
                <a:hlinkClick r:id="rId2"/>
              </a:rPr>
              <a:t>https://www.youtube.com/watch?v=6cgBvpjwOGo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A3194-0BC3-F5BD-09DC-4CEDF41E4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65777"/>
            <a:ext cx="8478896" cy="24111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788CE6-9C4C-639C-8D1C-89E459E6C569}"/>
              </a:ext>
            </a:extLst>
          </p:cNvPr>
          <p:cNvSpPr/>
          <p:nvPr/>
        </p:nvSpPr>
        <p:spPr>
          <a:xfrm>
            <a:off x="838200" y="6176963"/>
            <a:ext cx="8479971" cy="4959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Jackson Pollock, </a:t>
            </a:r>
            <a:r>
              <a:rPr lang="en-US" dirty="0" err="1"/>
              <a:t>Plave</a:t>
            </a:r>
            <a:r>
              <a:rPr lang="en-US" dirty="0"/>
              <a:t> </a:t>
            </a:r>
            <a:r>
              <a:rPr lang="en-US" dirty="0" err="1"/>
              <a:t>šipke</a:t>
            </a:r>
            <a:r>
              <a:rPr lang="en-US" dirty="0"/>
              <a:t> (Blue Poles), 1952., </a:t>
            </a:r>
            <a:r>
              <a:rPr lang="en-US" dirty="0" err="1"/>
              <a:t>ulje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platnu</a:t>
            </a:r>
            <a:r>
              <a:rPr lang="en-US" dirty="0"/>
              <a:t>, 2.1m x 4.86m, Nacionalna </a:t>
            </a:r>
            <a:r>
              <a:rPr lang="en-US" dirty="0" err="1"/>
              <a:t>galerija</a:t>
            </a:r>
            <a:r>
              <a:rPr lang="en-US" dirty="0"/>
              <a:t> </a:t>
            </a:r>
            <a:r>
              <a:rPr lang="en-US" dirty="0" err="1"/>
              <a:t>Australije</a:t>
            </a:r>
            <a:r>
              <a:rPr lang="en-US" dirty="0"/>
              <a:t>, Parkes, </a:t>
            </a:r>
          </a:p>
        </p:txBody>
      </p:sp>
    </p:spTree>
    <p:extLst>
      <p:ext uri="{BB962C8B-B14F-4D97-AF65-F5344CB8AC3E}">
        <p14:creationId xmlns:p14="http://schemas.microsoft.com/office/powerpoint/2010/main" val="53248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2BC9-7AB1-7F9A-3949-4EF2D2795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Marina Abramović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5D0D1-C0D2-3127-A9A8-2F16B2C28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https://youtu.be/OyEJuz4amJ8?si=EYoJk9SDgCuzi2Jx</a:t>
            </a:r>
            <a:r>
              <a:rPr lang="en-US" dirty="0"/>
              <a:t> (Rhythm 0)</a:t>
            </a:r>
          </a:p>
          <a:p>
            <a:pPr marL="0" indent="0">
              <a:buNone/>
            </a:pP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https://youtu.be/Sf8o1teJdXo?si=63SvMkIlWqgeo6aT</a:t>
            </a:r>
            <a:r>
              <a:rPr lang="en-US" dirty="0"/>
              <a:t> (</a:t>
            </a:r>
            <a:r>
              <a:rPr lang="en-US" dirty="0" err="1"/>
              <a:t>Ulay</a:t>
            </a:r>
            <a:r>
              <a:rPr lang="en-US" dirty="0"/>
              <a:t> I Marina u Momi)</a:t>
            </a:r>
          </a:p>
          <a:p>
            <a:endParaRPr lang="en-US" dirty="0"/>
          </a:p>
          <a:p>
            <a:r>
              <a:rPr lang="en-US" dirty="0">
                <a:hlinkClick r:id="rId4"/>
              </a:rPr>
              <a:t>https://www.youtube.com/watch?v=9F0uPGdV73Y</a:t>
            </a:r>
            <a:r>
              <a:rPr lang="en-US" dirty="0"/>
              <a:t> (Rest energy)</a:t>
            </a:r>
          </a:p>
        </p:txBody>
      </p:sp>
    </p:spTree>
    <p:extLst>
      <p:ext uri="{BB962C8B-B14F-4D97-AF65-F5344CB8AC3E}">
        <p14:creationId xmlns:p14="http://schemas.microsoft.com/office/powerpoint/2010/main" val="3631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7188-98D6-2A47-160F-773FC601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Lokalni</a:t>
            </a:r>
            <a:r>
              <a:rPr lang="en-US" dirty="0"/>
              <a:t> </a:t>
            </a:r>
            <a:r>
              <a:rPr lang="en-US" dirty="0" err="1"/>
              <a:t>performeri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1C733-1670-655E-6C33-834FA0A96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Tomislav Gotovac, Zagreb </a:t>
            </a:r>
            <a:r>
              <a:rPr lang="en-US" dirty="0" err="1"/>
              <a:t>volim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!, 1981.,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performans</a:t>
            </a:r>
            <a:r>
              <a:rPr lang="en-US" dirty="0"/>
              <a:t>, Zagreb, Hrvatska (</a:t>
            </a:r>
            <a:r>
              <a:rPr lang="en-US" dirty="0" err="1"/>
              <a:t>dolje</a:t>
            </a:r>
            <a:r>
              <a:rPr lang="en-US" dirty="0"/>
              <a:t>)</a:t>
            </a:r>
          </a:p>
          <a:p>
            <a:r>
              <a:rPr lang="en-US" dirty="0"/>
              <a:t>Vlasta Delimar, </a:t>
            </a:r>
            <a:r>
              <a:rPr lang="en-US" dirty="0" err="1"/>
              <a:t>Vezana</a:t>
            </a:r>
            <a:r>
              <a:rPr lang="en-US" dirty="0"/>
              <a:t> za </a:t>
            </a:r>
            <a:r>
              <a:rPr lang="en-US" dirty="0" err="1"/>
              <a:t>drvo</a:t>
            </a:r>
            <a:r>
              <a:rPr lang="en-US" dirty="0"/>
              <a:t>, 1985. (</a:t>
            </a:r>
            <a:r>
              <a:rPr lang="en-US" dirty="0" err="1"/>
              <a:t>desno</a:t>
            </a:r>
            <a:r>
              <a:rPr lang="en-US" dirty="0"/>
              <a:t>)</a:t>
            </a:r>
          </a:p>
          <a:p>
            <a:r>
              <a:rPr lang="en-US" dirty="0"/>
              <a:t>Dalibor Martinis: </a:t>
            </a:r>
            <a:r>
              <a:rPr lang="en-US" dirty="0">
                <a:hlinkClick r:id="rId2"/>
              </a:rPr>
              <a:t>https://youtu.be/3SCQiKDxmhk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A652D-F9C6-1CC0-EB29-5EBE5DCAB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5329"/>
            <a:ext cx="4615543" cy="3102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E68F5D-EF95-74D4-FA87-B3BAE5B326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709" t="-1607" r="35893" b="-6249"/>
          <a:stretch/>
        </p:blipFill>
        <p:spPr>
          <a:xfrm>
            <a:off x="9095486" y="-82096"/>
            <a:ext cx="3096514" cy="657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0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23A6-E07E-A25E-7690-7B6AC8B6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1C02E1-13D2-FE20-38CB-F78CE430B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6125" y="365125"/>
            <a:ext cx="4938506" cy="32813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E3C198-EE9B-B8B6-28DF-C23004E2C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057" y="359083"/>
            <a:ext cx="4735286" cy="32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A4C018-5461-3789-2DA0-9442F77C1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057" y="3808458"/>
            <a:ext cx="4345615" cy="29550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AA7F5C-39B6-0753-FA75-E575369B0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223" y="3808458"/>
            <a:ext cx="5421408" cy="304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120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4FF7-C25A-3553-EB3F-3D5C3C36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2A7D5-4867-80A7-085B-E09C4501F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oblik</a:t>
            </a:r>
            <a:r>
              <a:rPr lang="en-US" dirty="0"/>
              <a:t> </a:t>
            </a:r>
            <a:r>
              <a:rPr lang="en-US" dirty="0" err="1"/>
              <a:t>umjetničkog</a:t>
            </a:r>
            <a:r>
              <a:rPr lang="en-US" dirty="0"/>
              <a:t> </a:t>
            </a:r>
            <a:r>
              <a:rPr lang="en-US" dirty="0" err="1"/>
              <a:t>rada</a:t>
            </a:r>
            <a:r>
              <a:rPr lang="en-US" dirty="0"/>
              <a:t> s </a:t>
            </a:r>
            <a:r>
              <a:rPr lang="en-US" dirty="0" err="1"/>
              <a:t>ljudskim</a:t>
            </a:r>
            <a:r>
              <a:rPr lang="en-US" dirty="0"/>
              <a:t> </a:t>
            </a:r>
            <a:r>
              <a:rPr lang="en-US" dirty="0" err="1"/>
              <a:t>tijelom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da </a:t>
            </a:r>
            <a:r>
              <a:rPr lang="en-US" dirty="0" err="1"/>
              <a:t>umjetnik</a:t>
            </a:r>
            <a:r>
              <a:rPr lang="en-US" dirty="0"/>
              <a:t> </a:t>
            </a:r>
            <a:r>
              <a:rPr lang="en-US" dirty="0" err="1"/>
              <a:t>izravno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svoje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tuđe</a:t>
            </a:r>
            <a:r>
              <a:rPr lang="en-US" dirty="0"/>
              <a:t> </a:t>
            </a:r>
            <a:r>
              <a:rPr lang="en-US" dirty="0" err="1"/>
              <a:t>tijelo</a:t>
            </a:r>
            <a:r>
              <a:rPr lang="en-US" dirty="0"/>
              <a:t>. </a:t>
            </a:r>
          </a:p>
          <a:p>
            <a:r>
              <a:rPr lang="en-US" dirty="0" err="1"/>
              <a:t>Ovdje</a:t>
            </a:r>
            <a:r>
              <a:rPr lang="en-US" dirty="0"/>
              <a:t> je </a:t>
            </a:r>
            <a:r>
              <a:rPr lang="en-US" dirty="0" err="1"/>
              <a:t>ljudsko</a:t>
            </a:r>
            <a:r>
              <a:rPr lang="en-US" dirty="0"/>
              <a:t> </a:t>
            </a:r>
            <a:r>
              <a:rPr lang="en-US" dirty="0" err="1"/>
              <a:t>tijelo</a:t>
            </a:r>
            <a:r>
              <a:rPr lang="en-US" dirty="0"/>
              <a:t> </a:t>
            </a:r>
            <a:r>
              <a:rPr lang="en-US" b="1" dirty="0" err="1"/>
              <a:t>sredstvo</a:t>
            </a:r>
            <a:r>
              <a:rPr lang="en-US" dirty="0"/>
              <a:t>, </a:t>
            </a:r>
            <a:r>
              <a:rPr lang="en-US" b="1" dirty="0" err="1"/>
              <a:t>materijal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 err="1"/>
              <a:t>nosioc</a:t>
            </a:r>
            <a:r>
              <a:rPr lang="en-US" dirty="0"/>
              <a:t> </a:t>
            </a:r>
            <a:r>
              <a:rPr lang="en-US" dirty="0" err="1"/>
              <a:t>umjetničke</a:t>
            </a:r>
            <a:r>
              <a:rPr lang="en-US" dirty="0"/>
              <a:t> </a:t>
            </a:r>
            <a:r>
              <a:rPr lang="en-US" dirty="0" err="1"/>
              <a:t>radnje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4705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758C-EBA6-9C8B-3818-0E4DF30B4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Yves Klein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njegovi</a:t>
            </a:r>
            <a:r>
              <a:rPr lang="en-US" dirty="0"/>
              <a:t> “</a:t>
            </a:r>
            <a:r>
              <a:rPr lang="en-US" dirty="0" err="1"/>
              <a:t>živući</a:t>
            </a:r>
            <a:r>
              <a:rPr lang="en-US" dirty="0"/>
              <a:t> </a:t>
            </a:r>
            <a:r>
              <a:rPr lang="en-US" dirty="0" err="1"/>
              <a:t>kistovi</a:t>
            </a:r>
            <a:r>
              <a:rPr lang="en-US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BBA44-4524-12C8-DB54-EAFA33DEC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https://www.youtube.com/watch?v=gj9nHa7FtQQ&amp;t=2s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6CCBD-253C-197C-C45F-F5EEEFA5B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485" y="2292350"/>
            <a:ext cx="7370989" cy="40734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25C220-A8D5-FD00-F68E-492A78F2F2C0}"/>
              </a:ext>
            </a:extLst>
          </p:cNvPr>
          <p:cNvSpPr/>
          <p:nvPr/>
        </p:nvSpPr>
        <p:spPr>
          <a:xfrm>
            <a:off x="2525485" y="6365791"/>
            <a:ext cx="7370990" cy="4922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Yves Klein, </a:t>
            </a:r>
            <a:r>
              <a:rPr lang="en-US" dirty="0" err="1"/>
              <a:t>Antropometrije</a:t>
            </a:r>
            <a:r>
              <a:rPr lang="en-US" dirty="0"/>
              <a:t> </a:t>
            </a:r>
            <a:r>
              <a:rPr lang="en-US" dirty="0" err="1"/>
              <a:t>plavog</a:t>
            </a:r>
            <a:r>
              <a:rPr lang="en-US" dirty="0"/>
              <a:t> </a:t>
            </a:r>
            <a:r>
              <a:rPr lang="en-US" dirty="0" err="1"/>
              <a:t>perioda</a:t>
            </a:r>
            <a:r>
              <a:rPr lang="en-US" dirty="0"/>
              <a:t>, 1960., body art/</a:t>
            </a:r>
            <a:r>
              <a:rPr lang="en-US" dirty="0" err="1"/>
              <a:t>performans</a:t>
            </a:r>
            <a:r>
              <a:rPr lang="en-US" dirty="0"/>
              <a:t>, New York</a:t>
            </a:r>
          </a:p>
        </p:txBody>
      </p:sp>
    </p:spTree>
    <p:extLst>
      <p:ext uri="{BB962C8B-B14F-4D97-AF65-F5344CB8AC3E}">
        <p14:creationId xmlns:p14="http://schemas.microsoft.com/office/powerpoint/2010/main" val="2294613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7A97A-C210-6333-3A45-D647C615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HVALA VAM NA PAŽNJI!</a:t>
            </a:r>
          </a:p>
        </p:txBody>
      </p:sp>
    </p:spTree>
    <p:extLst>
      <p:ext uri="{BB962C8B-B14F-4D97-AF65-F5344CB8AC3E}">
        <p14:creationId xmlns:p14="http://schemas.microsoft.com/office/powerpoint/2010/main" val="3422702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9222</TotalTime>
  <Words>312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Tijelo kao subjekt</vt:lpstr>
      <vt:lpstr>Što znači da je tijelo subjekt umjetničke radnje?</vt:lpstr>
      <vt:lpstr>Happening</vt:lpstr>
      <vt:lpstr>Alan Kaprow</vt:lpstr>
      <vt:lpstr>PowerPoint Presentation</vt:lpstr>
      <vt:lpstr>Performans</vt:lpstr>
      <vt:lpstr>Marina Abramović</vt:lpstr>
      <vt:lpstr>Lokalni performeri</vt:lpstr>
      <vt:lpstr>PowerPoint Presentation</vt:lpstr>
      <vt:lpstr>Body art</vt:lpstr>
      <vt:lpstr>Yves Klein i njegovi “živući kistovi”</vt:lpstr>
      <vt:lpstr>HVALA VAM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Adrijana Brčić</dc:creator>
  <cp:lastModifiedBy>Adrijana Brčić</cp:lastModifiedBy>
  <cp:revision>13</cp:revision>
  <dcterms:created xsi:type="dcterms:W3CDTF">2025-03-31T15:14:21Z</dcterms:created>
  <dcterms:modified xsi:type="dcterms:W3CDTF">2025-04-15T21:10:37Z</dcterms:modified>
</cp:coreProperties>
</file>