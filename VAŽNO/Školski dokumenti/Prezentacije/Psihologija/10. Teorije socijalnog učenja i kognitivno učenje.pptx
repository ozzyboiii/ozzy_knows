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OvBYZbksDOsBvoXrfNzEmtD6o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search?q=u%C4%8Denje+uvidom&amp;oq=u%C4%8Denje+u&amp;gs_lcrp=EgZjaHJvbWUqBwgBEAAYgAQyBggAEEUYOTIHCAEQABiABDIHCAIQABiABDIHCAMQABiABDIHCAQQABiABDIHCAUQABiABDIGCAYQRRg8MgYIBxBFGD3SAQgzMDM0ajBqN6gCALACAA&amp;sourceid=chrome&amp;ie=UTF-8#fpstate=ive&amp;vld=cid:be9ced68,vid:HduielNjTPM,st:0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hr-HR" u="sng">
                <a:solidFill>
                  <a:schemeClr val="hlink"/>
                </a:solidFill>
                <a:hlinkClick r:id="rId2"/>
              </a:rPr>
              <a:t>https://www.google.com/search?q=u%C4%8Denje+uvidom&amp;oq=u%C4%8Denje+u&amp;gs_lcrp=EgZjaHJvbWUqBwgBEAAYgAQyBggAEEUYOTIHCAEQABiABDIHCAIQABiABDIHCAMQABiABDIHCAQQABiABDIHCAUQABiABDIGCAYQRRg8MgYIBxBFGD3SAQgzMDM0ajBqN6gCALACAA&amp;sourceid=chrome&amp;ie=UTF-8#fpstate=ive&amp;vld=cid:be9ced68,vid:HduielNjTPM,st:0</a:t>
            </a:r>
            <a:r>
              <a:rPr lang="hr-HR"/>
              <a:t> </a:t>
            </a:r>
            <a:endParaRPr/>
          </a:p>
        </p:txBody>
      </p:sp>
      <p:sp>
        <p:nvSpPr>
          <p:cNvPr id="155" name="Google Shape;15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3" name="Google Shape;33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" name="Google Shape;35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hr-HR"/>
              <a:t>TEORIJE SOCIJALNOG UČENJA</a:t>
            </a:r>
            <a:endParaRPr/>
          </a:p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https://www.thehits.co.nz/media/7248786/gettyimages-102974528.jpg" id="86" name="Google Shape;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052736"/>
            <a:ext cx="4819650" cy="320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r-HR"/>
              <a:t>Teorije socijalnog učenja</a:t>
            </a:r>
            <a:endParaRPr/>
          </a:p>
        </p:txBody>
      </p:sp>
      <p:sp>
        <p:nvSpPr>
          <p:cNvPr id="92" name="Google Shape;92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Učimo li samo kroz svoje iskustvo?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hr-HR"/>
              <a:t>Učenje po modelu: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Modeliranje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Imitacija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Učenje promatranjem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Simboličko učenje </a:t>
            </a:r>
            <a:endParaRPr/>
          </a:p>
        </p:txBody>
      </p:sp>
      <p:pic>
        <p:nvPicPr>
          <p:cNvPr id="93" name="Google Shape;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6613" y="2708920"/>
            <a:ext cx="3908813" cy="2717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hr-HR"/>
              <a:t>Teorije socijalnog učenja - modeliranje</a:t>
            </a:r>
            <a:endParaRPr/>
          </a:p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Učenik promatra </a:t>
            </a:r>
            <a:r>
              <a:rPr b="1" lang="hr-HR"/>
              <a:t>živi model 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Ponašanje po bontonu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Socijalne vještine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Agresivno ponašanje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Pušenje, alkohol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Sport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…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 result for learning by observing" id="100" name="Google Shape;1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016" y="3863181"/>
            <a:ext cx="3820032" cy="2649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r-HR"/>
              <a:t>Teorije socijalnog učenja - imitacija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Oponašamo model bez razumijevanja čemu to ponašanje služi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https://thumbs.dreamstime.com/b/funny-kid-girl-applying-lipstick-doing-makeup-copying-mom-portr-cute-funny-kid-girl-applying-lipstick-lips-doing-makeup-136881566.jpg" id="107" name="Google Shape;1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728" y="2924944"/>
            <a:ext cx="5328592" cy="35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hr-HR"/>
              <a:t>Teorije socijalnog učenja – učenje promatranjem</a:t>
            </a:r>
            <a:endParaRPr/>
          </a:p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457200" y="155679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Učenik promatra model i posljedice ponašanja modela – ako su pozitivne – oponaša, ako nisu – ne radi tako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Image result for bobo doll" id="114" name="Google Shape;1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3140968"/>
            <a:ext cx="6149624" cy="348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hr-HR"/>
              <a:t>Teorije socijalnog učenja – simboličko učenje</a:t>
            </a:r>
            <a:endParaRPr/>
          </a:p>
        </p:txBody>
      </p:sp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Model samo opisuje ponašanje učeniku koristeći </a:t>
            </a:r>
            <a:r>
              <a:rPr b="1" lang="hr-HR"/>
              <a:t>jezik – verbalno modeliranje </a:t>
            </a:r>
            <a:endParaRPr/>
          </a:p>
        </p:txBody>
      </p:sp>
      <p:pic>
        <p:nvPicPr>
          <p:cNvPr descr="https://www.eidesign.net/wp-content/uploads/2016/04/EI-Design-Why-You-Should-Adopt-Social-Learning.jpg" id="121" name="Google Shape;1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696" y="3160049"/>
            <a:ext cx="5282927" cy="296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r-HR"/>
              <a:t>Teorije socijalnog učenja - važno</a:t>
            </a:r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Pažnja učenika mora biti na modelu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Bliske osobe su najčešći modeli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Viši status modela (slavne osobe) – veća vjerojatnost modeliranja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Konflikt modela – ako dva važna modela imaju različito ponašanje (npr. alkohol) kome se prikloniti?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r-HR"/>
              <a:t>Teorije socijalnog učenja </a:t>
            </a:r>
            <a:endParaRPr/>
          </a:p>
        </p:txBody>
      </p:sp>
      <p:pic>
        <p:nvPicPr>
          <p:cNvPr descr="https://www.verywellmind.com/thmb/HeFO_rB453-_OSM2yGUrgzHt1-g=/1500x1000/filters:no_upscale():max_bytes(150000):strip_icc()/social-learning-theory-2795074-01-4348ec0c34544ffe92510b03f85f0fa5.png" id="133" name="Google Shape;133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1628800"/>
            <a:ext cx="6788944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hr-HR"/>
              <a:t>KOGNITIVNO UČENJE </a:t>
            </a:r>
            <a:endParaRPr/>
          </a:p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722313" y="3212976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Slikovni rezultat za insight" id="140" name="Google Shape;1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12" y="888703"/>
            <a:ext cx="4641775" cy="3214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r-HR"/>
              <a:t>Kognitivne teorije učenja</a:t>
            </a:r>
            <a:endParaRPr/>
          </a:p>
        </p:txBody>
      </p:sp>
      <p:sp>
        <p:nvSpPr>
          <p:cNvPr id="146" name="Google Shape;146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Učimo li sve operantnim i klasičnim uvjetovanjem?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Jeste li ikada doživjeli AHA moment?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Postoji učenje kod kojeg jednom i zauvijek naučimo neku stvar – </a:t>
            </a:r>
            <a:r>
              <a:rPr b="1" lang="hr-HR"/>
              <a:t>kognitivno učenje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r-HR"/>
              <a:t>Kognitivno učenje rezultira </a:t>
            </a:r>
            <a:r>
              <a:rPr b="1" lang="hr-HR"/>
              <a:t>općim znanjem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hr-HR"/>
              <a:t>Mogućnost primjene </a:t>
            </a:r>
            <a:r>
              <a:rPr lang="hr-HR"/>
              <a:t>na širok raspon situacija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r-HR"/>
              <a:t>Kognitivne teorije učenja</a:t>
            </a:r>
            <a:endParaRPr/>
          </a:p>
        </p:txBody>
      </p:sp>
      <p:sp>
        <p:nvSpPr>
          <p:cNvPr id="152" name="Google Shape;152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hr-HR"/>
              <a:t>Učenje uvidom </a:t>
            </a:r>
            <a:r>
              <a:rPr lang="hr-HR"/>
              <a:t> </a:t>
            </a:r>
            <a:endParaRPr/>
          </a:p>
          <a:p>
            <a:pPr indent="-31241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- pojavljuje se pri rješavanju problema 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hr-HR"/>
              <a:t>Prikriveno učenje </a:t>
            </a:r>
            <a:endParaRPr/>
          </a:p>
          <a:p>
            <a:pPr indent="-312419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hr-HR"/>
              <a:t>kod stvaranja kognitivnih mapa  (opća predodžba prostora) 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hr-HR"/>
              <a:t>Učenje pokušajem i pogreškom 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hr-HR"/>
              <a:t>Testiranje hipoteza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r-HR"/>
              <a:t>Učenje uvidom</a:t>
            </a:r>
            <a:endParaRPr/>
          </a:p>
        </p:txBody>
      </p:sp>
      <p:sp>
        <p:nvSpPr>
          <p:cNvPr id="158" name="Google Shape;158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https://gamesmartz.com/upload/subjects/science/800/insight-learning.png" id="159" name="Google Shape;1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1600200"/>
            <a:ext cx="6114256" cy="4585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5" name="Google Shape;165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https://www.verywellmind.com/thmb/Ha0KLGZjKEOb7aORemAmH_WtLtY=/1500x1000/filters:no_upscale():max_bytes(150000):strip_icc()/learning-study-guide-2795698_FINAL-5bec544ac9e77c005185519d.png" id="166" name="Google Shape;16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764704"/>
            <a:ext cx="7158708" cy="4772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r-HR"/>
              <a:t>Kraj! Hvala na pažnji☺ </a:t>
            </a:r>
            <a:endParaRPr/>
          </a:p>
        </p:txBody>
      </p:sp>
      <p:pic>
        <p:nvPicPr>
          <p:cNvPr descr="tumblr_lwyx66YEdb1qgss4to1_500.jpg" id="172" name="Google Shape;172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1772816"/>
            <a:ext cx="6120680" cy="4064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2020-10-15T09:52:04Z</dcterms:created>
  <dc:creator>Lejla Talić</dc:creator>
</cp:coreProperties>
</file>