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93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h7pB4xrF9PPRMHetErUI73bFbw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Jedna od funkcija mnemotehnika je besmislene informacije učiniti smislenima i tako olakšati njihovo zapamćivanje. Postoje različite vrste mnemotehnika: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Grci su toliko cijenili pamćenje da su imali božicu pamćenja koju su zvali Mnemosina. Po njoj su i ove tehnike dobile naziv mnemotehnike. U doba starih Grka i Rimljana ovim tehnikama koristili su se senatori kako bi zadivili puk svojim odličnim sposobnostima pamćenja. Postoje različite vrste mnemotehnika, a njihovo korištenje je individualno, nekome odgovaraju više kognitivne mape, nekome uporaba akronima, a nekome lokalizacija u prostoru.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Spomenut ćemo neke najvažnije mnemotehnike i primjere za njih.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228600"/>
            <a:ext cx="2038580" cy="26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486" name="Google Shape;486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 su specifične mentalne strategije za poboljšanje pamćenja.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Verbalne, vizualne i mješovite.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Mnemotehnike su nastale u staroj Grčkoj, a potom su ih nastavili koristiti i nadograđivati Rimljani 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487" name="Google Shape;487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0" y="4343032"/>
            <a:ext cx="2133600" cy="2514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493" name="Google Shape;493;p39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/>
              <a:t>1) Akronim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Niz riječi možemo lakše zapamtiti ako uzmemo </a:t>
            </a:r>
            <a:r>
              <a:rPr lang="en-US" b="1"/>
              <a:t>prva slova tih riječi </a:t>
            </a:r>
            <a:r>
              <a:rPr lang="en-US"/>
              <a:t>i napravimo skraćenicu od njih (npr. HNK, HAK, SAD…).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tralirus – travanj, lipanj, rujan i studeni (mjeseci u godini koji imaju 30 dana)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čenas - čekić, nakovanj i stremen – tri sićušne kosti u uhu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vuk ne – voda u kiselinu ne, a obrnuto je dozvoljeno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Mnemotehnike</a:t>
            </a:r>
            <a:endParaRPr/>
          </a:p>
        </p:txBody>
      </p:sp>
      <p:sp>
        <p:nvSpPr>
          <p:cNvPr id="499" name="Google Shape;499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/>
              <a:t>2) Dodavanje informacija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Za planete: Merkur, Venera, Zemlja, Mars, Jupiter, Saturn, Uran, Neptun, Pluton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MVZMJSUNP - Moja </a:t>
            </a:r>
            <a:br>
              <a:rPr lang="en-US" sz="2400"/>
            </a:br>
            <a:r>
              <a:rPr lang="en-US" sz="2400"/>
              <a:t>Vrlo Znatiželjna </a:t>
            </a:r>
            <a:br>
              <a:rPr lang="en-US" sz="2400"/>
            </a:br>
            <a:r>
              <a:rPr lang="en-US" sz="2400"/>
              <a:t>Majka Je Svima </a:t>
            </a:r>
            <a:br>
              <a:rPr lang="en-US" sz="2400"/>
            </a:br>
            <a:r>
              <a:rPr lang="en-US" sz="2400"/>
              <a:t>Uvijek Nabrajala </a:t>
            </a:r>
            <a:br>
              <a:rPr lang="en-US" sz="2400"/>
            </a:br>
            <a:r>
              <a:rPr lang="en-US" sz="2400"/>
              <a:t>Planete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</p:txBody>
      </p:sp>
      <p:pic>
        <p:nvPicPr>
          <p:cNvPr id="500" name="Google Shape;50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2895600"/>
            <a:ext cx="4648200" cy="370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Mnemotehnike</a:t>
            </a:r>
            <a:endParaRPr/>
          </a:p>
        </p:txBody>
      </p:sp>
      <p:sp>
        <p:nvSpPr>
          <p:cNvPr id="506" name="Google Shape;506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3) Slaganje nepovezanih riječi u smislenu rečenicu</a:t>
            </a:r>
            <a:r>
              <a:rPr lang="en-US"/>
              <a:t>– nepovezane riječi koje treba upamtiti slažemo u logičnu rečenicu ili kraću priču.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Npr.: mačka, </a:t>
            </a:r>
            <a:br>
              <a:rPr lang="en-US"/>
            </a:br>
            <a:r>
              <a:rPr lang="en-US"/>
              <a:t>kišobran, </a:t>
            </a:r>
            <a:br>
              <a:rPr lang="en-US"/>
            </a:br>
            <a:r>
              <a:rPr lang="en-US"/>
              <a:t>srce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Mačka se kišobranom 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branila od srca...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507" name="Google Shape;50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400" y="3048000"/>
            <a:ext cx="3581400" cy="337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– Mnemotehnike</a:t>
            </a:r>
            <a:endParaRPr/>
          </a:p>
        </p:txBody>
      </p:sp>
      <p:sp>
        <p:nvSpPr>
          <p:cNvPr id="513" name="Google Shape;513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/>
              <a:t>4) </a:t>
            </a:r>
            <a:r>
              <a:rPr lang="en-US" b="1"/>
              <a:t>Bizarne predodžbe</a:t>
            </a:r>
            <a:r>
              <a:rPr lang="en-US"/>
              <a:t>– lakše ćemo zapamtiti čudnu, bizarnu sliku (vizualna mnemotehnika)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Npr. Einstein miriše cvijeta dva – E=mc</a:t>
            </a:r>
            <a:r>
              <a:rPr lang="en-US" baseline="30000"/>
              <a:t>2</a:t>
            </a:r>
            <a:endParaRPr baseline="30000"/>
          </a:p>
        </p:txBody>
      </p:sp>
      <p:pic>
        <p:nvPicPr>
          <p:cNvPr id="514" name="Google Shape;514;p42"/>
          <p:cNvPicPr preferRelativeResize="0"/>
          <p:nvPr/>
        </p:nvPicPr>
        <p:blipFill rotWithShape="1">
          <a:blip r:embed="rId3">
            <a:alphaModFix/>
          </a:blip>
          <a:srcRect t="6041" b="23064"/>
          <a:stretch/>
        </p:blipFill>
        <p:spPr>
          <a:xfrm>
            <a:off x="1093629" y="5005449"/>
            <a:ext cx="1954371" cy="185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615" y="3308219"/>
            <a:ext cx="2911186" cy="1797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0871" y="3308219"/>
            <a:ext cx="3678383" cy="245225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2"/>
          <p:cNvSpPr txBox="1"/>
          <p:nvPr/>
        </p:nvSpPr>
        <p:spPr>
          <a:xfrm>
            <a:off x="5331746" y="6183868"/>
            <a:ext cx="24636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(mačka se zove Einstein)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Mnemotehnike</a:t>
            </a:r>
            <a:endParaRPr/>
          </a:p>
        </p:txBody>
      </p:sp>
      <p:sp>
        <p:nvSpPr>
          <p:cNvPr id="523" name="Google Shape;523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b="1"/>
              <a:t>5) Metoda mjesta </a:t>
            </a:r>
            <a:r>
              <a:rPr lang="en-US"/>
              <a:t>– vizualno predočimo neki dobro poznati prostor i u njemu stvari koje želimo zapamtiti </a:t>
            </a:r>
            <a:endParaRPr b="1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Npr. Ladice 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524" name="Google Shape;52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2400" y="3581400"/>
            <a:ext cx="4462397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mnemotehnike</a:t>
            </a:r>
            <a:endParaRPr/>
          </a:p>
        </p:txBody>
      </p:sp>
      <p:sp>
        <p:nvSpPr>
          <p:cNvPr id="530" name="Google Shape;530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/>
              <a:t>6) Mentalne mape</a:t>
            </a:r>
            <a:r>
              <a:rPr lang="en-US"/>
              <a:t>– zabilješke razmjestimo na papiru tako da dobijemo prostorni raspored prikladan za zapamćivanje, mentalna mapa </a:t>
            </a:r>
            <a:endParaRPr b="1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531" name="Google Shape;53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200" y="2564157"/>
            <a:ext cx="2096643" cy="3451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3886200"/>
            <a:ext cx="3581400" cy="2686050"/>
          </a:xfrm>
          <a:prstGeom prst="rect">
            <a:avLst/>
          </a:prstGeom>
          <a:noFill/>
          <a:ln w="28575" cap="flat" cmpd="sng">
            <a:solidFill>
              <a:srgbClr val="24406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538" name="Google Shape;538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7) Asocijacije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Nepoznatu riječ povežemo sa sličnom, ali poznatom riječju.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distraktori – podražaji koji ometaju pamćenje (distraktor asocira na traktor)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akrofobija – strah od visine (asocira na akrobata)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agorafobija – strah od otvorenog prostora (asocira na agronomiju)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Proaktivna interferencija – proaktivan je onaj koji ima inicijativu unaprijed – dakle staro učenje ometa učenje novih sadržaja</a:t>
            </a: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menmotehnike</a:t>
            </a:r>
            <a:endParaRPr/>
          </a:p>
        </p:txBody>
      </p:sp>
      <p:sp>
        <p:nvSpPr>
          <p:cNvPr id="544" name="Google Shape;544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/>
              <a:t>7) Asocijacije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Za nepoznatu riječ koju želimo naučiti utvrdi se asocijacija  </a:t>
            </a:r>
            <a:r>
              <a:rPr lang="en-US" b="1"/>
              <a:t>po zvučnosti </a:t>
            </a:r>
            <a:r>
              <a:rPr lang="en-US"/>
              <a:t>s nekom riječi u našem jeziku koju znamo, a koja joj slično zvuči (npr. Quiche-kiša)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Zatim se stvori predodžba koja povezuje ključnu riječ sa stranom riječi koju želimo naučiti.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545" name="Google Shape;54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200" y="5235322"/>
            <a:ext cx="2410226" cy="1506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4200" y="5273041"/>
            <a:ext cx="2488427" cy="14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552" name="Google Shape;552;p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8) Rima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Unošenje ritma i rime u materijal koji treba zapamtiti znatno olakšava učenje.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Mala moja dajem ti na znanje, sila kroz masa daje ubrzanje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Ako je ispred zagrade više, zagrada se briše, ako je ispred zagrade manje u zagradi se mijenja stanje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Ja znam, jer sam lumen, gustoća je masa kroz volumen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Kvadrat nad hipotenuzom, to zna svako dijete, jednak je zbroju kvadrata nad obje katete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Prvom krećem, drugom skrećem, trećom žurim, četvrtom jurim</a:t>
            </a: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558" name="Google Shape;558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/>
              <a:t>9) Ritam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Brojeve često izgovaramo određenim ritmom npr. ako netko telefonski broj izgovori ovim ritmom 23 38 192, a netko drugi slijedećim ritmom 233 81 92 čini nam se da se radi o različitim brojevima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564" name="Google Shape;564;p4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10) Povezivanje slova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Stalaktit visi u spilji (s krova); stalagmit – gmiže na tlu</a:t>
            </a:r>
            <a:endParaRPr/>
          </a:p>
          <a:p>
            <a:pPr marL="0" lvl="0" indent="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11) Pamćenje imena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Povežemo ime neke osobe s njezinim izgledom ili nekom osobinom te osobe.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MAJA – znatiželjna kao pčelica Maja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NEVEN – ime zapamtimo po cvijetu Nevenu</a:t>
            </a:r>
            <a:endParaRPr/>
          </a:p>
          <a:p>
            <a:pPr marL="342900" lvl="0" indent="-1549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Hvala na pažnji! </a:t>
            </a:r>
            <a:endParaRPr/>
          </a:p>
        </p:txBody>
      </p:sp>
      <p:pic>
        <p:nvPicPr>
          <p:cNvPr id="570" name="Google Shape;570;p5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95600" y="1419313"/>
            <a:ext cx="3943350" cy="5152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PresentationFormat>Prikaz na zaslonu (4:3)</PresentationFormat>
  <Paragraphs>65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13</vt:i4>
      </vt:variant>
    </vt:vector>
  </HeadingPairs>
  <TitlesOfParts>
    <vt:vector size="14" baseType="lpstr">
      <vt:lpstr>Office Theme</vt:lpstr>
      <vt:lpstr>MNEMOTEHNIKE</vt:lpstr>
      <vt:lpstr>MNEMOTEHNIKE</vt:lpstr>
      <vt:lpstr>Pamćenje - Mnemotehnike</vt:lpstr>
      <vt:lpstr>Pamćenje - Mnemotehnike</vt:lpstr>
      <vt:lpstr>Pamćenje – Mnemotehnike</vt:lpstr>
      <vt:lpstr>Pamćenje - Mnemotehnike</vt:lpstr>
      <vt:lpstr>Pamćenje - mnemotehnike</vt:lpstr>
      <vt:lpstr>MNEMOTEHNIKE</vt:lpstr>
      <vt:lpstr>Pamćenje - menmotehnike</vt:lpstr>
      <vt:lpstr>MNEMOTEHNIKE</vt:lpstr>
      <vt:lpstr>MNEMOTEHNIKE</vt:lpstr>
      <vt:lpstr>MNEMOTEHNIKE</vt:lpstr>
      <vt:lpstr>Hvala na pažnji!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MNEMOTEHNIKE</dc:title>
  <dc:creator>Lejla Talić</dc:creator>
  <cp:lastModifiedBy>Lucia</cp:lastModifiedBy>
  <cp:revision>1</cp:revision>
  <dcterms:created xsi:type="dcterms:W3CDTF">2020-12-04T17:23:21Z</dcterms:created>
  <dcterms:modified xsi:type="dcterms:W3CDTF">2025-01-22T15:45:45Z</dcterms:modified>
</cp:coreProperties>
</file>