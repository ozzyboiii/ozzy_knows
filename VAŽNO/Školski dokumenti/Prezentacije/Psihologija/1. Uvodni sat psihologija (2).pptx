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EYQ9PWfWzomCJA8f0vJS0mr7K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ed.com/talks/ben_ambridge_9_myths_about_psychology_debunked/transcript?language=hr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Aktivno sudjelovati u radu:</a:t>
            </a:r>
            <a:b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na temelju bilješki u e-dnevniku, jednom po polugodištu svaki će učenik biti ocijenjen iz zalaganja: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bilješke mogu biti označene + (pozitivne) ili kao - (negativne)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ocjenu odličan potrebno je skupiti 5 pozitivnih bilješki, za vrlo dobar potrebne su četiri pozitivne bilješke, itd.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svaki minus umanjuje ocjenu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minus i plus se ne poništavaju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60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de-DE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https://www.ted.com/talks/ben_ambridge_9_myths_about_psychology_debunked/transcript?language=hr</a:t>
            </a:r>
            <a:r>
              <a:rPr lang="de-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ni slajd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sadržaj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glavlje sekcij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sadržaja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poredba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o naslov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zn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držaj s opiso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ka s opiso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okomiti teks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omiti naslov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42114" y="234720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de-DE"/>
              <a:t>Psihologija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64943" y="49101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Lucia Balaško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prof.balasko@gmail.com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8378" y="1197674"/>
            <a:ext cx="4820603" cy="2299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Pravila rada na satima psihologije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14183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de-DE"/>
              <a:t>Svatko ima pravo izraziti svoje mišljenje - ali vodimo računa da time nekog ne povrijedimo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1418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de-DE"/>
              <a:t>Njegujemo nenasilnu komunikaciju - bez pasivne agresije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1418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de-DE"/>
              <a:t>Kada jedan govori, ostali slušaju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1418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de-DE"/>
              <a:t>Međusobno se poštujemo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14183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de-DE"/>
              <a:t>Mobiteli se </a:t>
            </a:r>
            <a:r>
              <a:rPr lang="de-DE"/>
              <a:t>koriste</a:t>
            </a:r>
            <a:r>
              <a:rPr lang="de-DE"/>
              <a:t> samo u svrhu nastave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51530" l="65111" r="0" t="0"/>
          <a:stretch/>
        </p:blipFill>
        <p:spPr>
          <a:xfrm>
            <a:off x="8079475" y="2952149"/>
            <a:ext cx="3741291" cy="29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Vaši zadaci  </a:t>
            </a:r>
            <a:endParaRPr b="1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Podijeliti s profesoricom razredni mail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Dvije do tri pisane provjere tijekom nastavne godine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Jedna grupna prezentacija (drugo polugodište)</a:t>
            </a:r>
            <a:br>
              <a:rPr lang="de-DE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Usmene provjere znanja </a:t>
            </a:r>
            <a:br>
              <a:rPr lang="de-DE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Zadaće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52012" l="36481" r="32988" t="0"/>
          <a:stretch/>
        </p:blipFill>
        <p:spPr>
          <a:xfrm>
            <a:off x="8584442" y="3304140"/>
            <a:ext cx="3248167" cy="2872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Vaši zadaci </a:t>
            </a:r>
            <a:endParaRPr b="1"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Ispričati se odmah na početku sata ukoliko taj dan niste spremni za prethodno dogovorenu provjeru znanja (vrijedi za usmene provjere i naknadne ispravke ocjena – ne za najavljene pisane provjere znanja)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Isprika se može koristiti  samo jednom u polugodištu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Aktivno sudjelovati u radu:</a:t>
            </a:r>
            <a:br>
              <a:rPr lang="de-DE"/>
            </a:br>
            <a:r>
              <a:rPr lang="de-DE"/>
              <a:t>- na temelju bilješki u e-dnevniku, jednom po polugodištu svaki će učenik biti ocijenjen iz zalaganja 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11979" l="37160" r="34753" t="46782"/>
          <a:stretch/>
        </p:blipFill>
        <p:spPr>
          <a:xfrm>
            <a:off x="10152150" y="2"/>
            <a:ext cx="2039850" cy="168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Kriteriji ocjenjivanja i zaključivanje ocjene  </a:t>
            </a:r>
            <a:endParaRPr b="1"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 u="sng"/>
              <a:t>Elementi ocjene: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USVOJENOST ZNANJA I VJEŠTINA</a:t>
            </a:r>
            <a:br>
              <a:rPr lang="de-DE"/>
            </a:br>
            <a:r>
              <a:rPr lang="de-DE"/>
              <a:t>(ocjenjuje se usmeni i pisani odgovor)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IZVEDBA NA PRAKTIČNIM ZADACIMA </a:t>
            </a:r>
            <a:r>
              <a:rPr lang="de-DE"/>
              <a:t>- Primjena usvojenog sadržaja (ocjenjuje se samostalni učenički rad i aktivnost na satu)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 u="sng"/>
              <a:t>Zaključna ocjena:</a:t>
            </a:r>
            <a:endParaRPr b="1" u="sng"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U načelu proizlazi iz aritmetičke sredine oba elementa. Aritmetička sredina nije obvezujuća ukoliko postoje opravdani razlozi drugačijeg zaključivanja zaključne ocjene.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Kriteriji vrednovanja pisanih provjera znanja </a:t>
            </a:r>
            <a:endParaRPr b="1"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0%-49% – nedovoljan (1)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50%-64%- dovoljan (2)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65%-74% - dobar (3)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75%-85% - vrlo dobar (4)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86%-100% - odličan (5)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49714" l="2845" r="60131" t="1331"/>
          <a:stretch/>
        </p:blipFill>
        <p:spPr>
          <a:xfrm>
            <a:off x="7555605" y="3669613"/>
            <a:ext cx="3724034" cy="2770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Mogući zadatci za višu ocjenu </a:t>
            </a:r>
            <a:endParaRPr b="1"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Napraviti prezentaciju o vama zanimljivom psihološkom istraživanju i izložiti je pred razredom (sami birate temu) 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Usmeno odgovaranje gradiva iz kojeg je dobivena niža ocjena (najmanje dva tjedna prije kraja nastavne godine)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de-DE"/>
              <a:t>Literatura </a:t>
            </a:r>
            <a:endParaRPr b="1"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Udžbenik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Prezentacije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de-DE" sz="3200"/>
              <a:t>Dodatni materijali </a:t>
            </a: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7174" r="63247" t="47506"/>
          <a:stretch/>
        </p:blipFill>
        <p:spPr>
          <a:xfrm>
            <a:off x="4517410" y="4268669"/>
            <a:ext cx="2593074" cy="258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722668" y="2323887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de-DE"/>
              <a:t>Psihologija </a:t>
            </a:r>
            <a:endParaRPr/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831850" y="503983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de-DE"/>
              <a:t>Uvod u psihologiju - Što znamo o psihologiji?</a:t>
            </a:r>
            <a:endParaRPr/>
          </a:p>
        </p:txBody>
      </p:sp>
      <p:pic>
        <p:nvPicPr>
          <p:cNvPr descr="Image result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668" y="960485"/>
            <a:ext cx="6976427" cy="305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Mit ili istina?</a:t>
            </a:r>
            <a:endParaRPr/>
          </a:p>
        </p:txBody>
      </p:sp>
      <p:pic>
        <p:nvPicPr>
          <p:cNvPr id="146" name="Google Shape;14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977" y="1690688"/>
            <a:ext cx="7622045" cy="383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Što je psihologija?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487218" y="25066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Psihologija</a:t>
            </a:r>
            <a:r>
              <a:rPr lang="de-DE"/>
              <a:t> je znanost o čovjeku, njegovim </a:t>
            </a:r>
            <a:r>
              <a:rPr b="1" lang="de-DE"/>
              <a:t>psihičkim procesima i ponašanju</a:t>
            </a:r>
            <a:r>
              <a:rPr lang="de-DE"/>
              <a:t>, zbog čega je neraskidivo povezana sa svim područjima ljudskoga života i djelovanja.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Psihički procesi: </a:t>
            </a:r>
            <a:r>
              <a:rPr lang="de-DE"/>
              <a:t>npr. Mišljenje, pamćenje, učenje, percepcija, emocije…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Po čemu se znanstvena psihologija razlikuje od svakodnevnog razmišljanja ljudi?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/>
              <a:t>	- zaključke temelji </a:t>
            </a:r>
            <a:r>
              <a:rPr b="1" lang="de-DE"/>
              <a:t>na znanstvenim istraživanjima      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5017" y="226673"/>
            <a:ext cx="2623127" cy="1969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Povijest psihologije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838200" y="1825625"/>
            <a:ext cx="10515600" cy="4752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Psihologija je dugo (do sredine 19. stoljeća) bila sastavni dio filozofije, a onda se izdvojila i postala samostalna znanost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Riječ psihologija nastala je spajanjem dviju grčkih riječi  psyché (= duša) + logos (= riječ, govor, znanost). Ta definicija se danas više ne koristi!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Psihologija postaje eksperimentalna znanost </a:t>
            </a:r>
            <a:r>
              <a:rPr b="1" lang="de-DE"/>
              <a:t>1879.</a:t>
            </a:r>
            <a:r>
              <a:rPr lang="de-DE"/>
              <a:t> – Wilhelm Wundt, Leibnitz – </a:t>
            </a:r>
            <a:r>
              <a:rPr b="1" lang="de-DE"/>
              <a:t>prvi laboratorij za eksperimentalnu psihologiju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U Hrvatskoj – </a:t>
            </a:r>
            <a:r>
              <a:rPr lang="de-DE"/>
              <a:t>prvi laboratorij 1920. </a:t>
            </a:r>
            <a:r>
              <a:rPr b="1" lang="de-DE"/>
              <a:t>Ramiro Bujas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Definicija psihologije 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de-DE"/>
              <a:t>Psihologija je znanost o psihičkim procesima i ponašanju te o njihovim uzrocima i posljedicama. </a:t>
            </a:r>
            <a:endParaRPr b="1"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Psihički procesi</a:t>
            </a:r>
            <a:r>
              <a:rPr lang="de-DE"/>
              <a:t>: mišljenje, emocije, pamćenje, odlučivanje, sanjanje...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de-DE"/>
              <a:t>Ponašanje</a:t>
            </a:r>
            <a:r>
              <a:rPr lang="de-DE"/>
              <a:t> je svaka aktivnost čovjeka ili životinje koja se može opažati ili mjeriti, npr. pokret tijela, klimanje glavom, izraz lica, govor.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Za naše psihičke procese i ponašanje najvažniji je </a:t>
            </a:r>
            <a:r>
              <a:rPr b="1" lang="de-DE"/>
              <a:t>rad živčanog sustava </a:t>
            </a:r>
            <a:r>
              <a:rPr lang="de-DE"/>
              <a:t>i endokrinog sustava (žlijezde s unutrašnjim izlučivanjem)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Psihologija kao znanost 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Psihologija je </a:t>
            </a:r>
            <a:r>
              <a:rPr b="1" lang="de-DE"/>
              <a:t>znanost</a:t>
            </a:r>
            <a:r>
              <a:rPr lang="de-DE"/>
              <a:t> - to znači da svoje tvrdnje, zakone i teorije zasniva na provedenim istraživanjima koja su ponovljiva i čiji su zaključci znanstveno valjani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Povezana slika"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34" y="3493826"/>
            <a:ext cx="4032459" cy="268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pinimg.com/originals/15/d9/f7/15d9f7735e9d4db46d9e84d2ba966c1a.jpg" id="173" name="Google Shape;1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4486" y="3493826"/>
            <a:ext cx="5804848" cy="2974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Čime se bave psiholozi?</a:t>
            </a:r>
            <a:endParaRPr/>
          </a:p>
        </p:txBody>
      </p:sp>
      <p:sp>
        <p:nvSpPr>
          <p:cNvPr id="179" name="Google Shape;17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 Psihologija je zastupljena u svim granama ljudske djelatnosti: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Razvojna psihologija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Organizacijska psihologija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Klinička i zdravstvena psihologija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Školska psihologija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Socijalna psihologija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Koja je razlika psihologa i psihijatara? </a:t>
            </a:r>
            <a:endParaRPr/>
          </a:p>
        </p:txBody>
      </p:sp>
      <p:pic>
        <p:nvPicPr>
          <p:cNvPr id="180" name="Google Shape;1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6177" y="2224585"/>
            <a:ext cx="4560824" cy="448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/>
              <a:t>Hvala vam na pažnji</a:t>
            </a:r>
            <a:endParaRPr/>
          </a:p>
        </p:txBody>
      </p:sp>
      <p:sp>
        <p:nvSpPr>
          <p:cNvPr id="186" name="Google Shape;186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Image result for love psychology" id="187" name="Google Shape;1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046" y="2034654"/>
            <a:ext cx="3124200" cy="36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sustav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2019-09-06T07:12:09Z</dcterms:created>
  <dc:creator>Psiholog</dc:creator>
</cp:coreProperties>
</file>