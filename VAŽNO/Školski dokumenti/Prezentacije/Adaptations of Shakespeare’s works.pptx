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4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1F7FC2-E7DD-476D-8FE1-08E865E64800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3A4D847-83DE-4D06-A899-3E5B68F6E023}">
      <dgm:prSet/>
      <dgm:spPr/>
      <dgm:t>
        <a:bodyPr/>
        <a:lstStyle/>
        <a:p>
          <a:r>
            <a:rPr lang="en-US"/>
            <a:t>West Side story</a:t>
          </a:r>
        </a:p>
      </dgm:t>
    </dgm:pt>
    <dgm:pt modelId="{931A4A5C-9941-4939-96E2-6EA3867D4539}" type="parTrans" cxnId="{B548FBAC-2A26-4CFD-99E4-3418EDA56498}">
      <dgm:prSet/>
      <dgm:spPr/>
      <dgm:t>
        <a:bodyPr/>
        <a:lstStyle/>
        <a:p>
          <a:endParaRPr lang="en-US"/>
        </a:p>
      </dgm:t>
    </dgm:pt>
    <dgm:pt modelId="{0CBB7CE0-346D-4443-B405-041CDF9C3AA5}" type="sibTrans" cxnId="{B548FBAC-2A26-4CFD-99E4-3418EDA56498}">
      <dgm:prSet/>
      <dgm:spPr/>
      <dgm:t>
        <a:bodyPr/>
        <a:lstStyle/>
        <a:p>
          <a:endParaRPr lang="en-US"/>
        </a:p>
      </dgm:t>
    </dgm:pt>
    <dgm:pt modelId="{E8C3ABD4-A6FD-4F53-A0B9-2D136858C0C4}">
      <dgm:prSet/>
      <dgm:spPr/>
      <dgm:t>
        <a:bodyPr/>
        <a:lstStyle/>
        <a:p>
          <a:r>
            <a:rPr lang="en-US"/>
            <a:t>The Lion King</a:t>
          </a:r>
        </a:p>
      </dgm:t>
    </dgm:pt>
    <dgm:pt modelId="{5AB9072D-8020-4CD8-A23E-BBE13CC3C840}" type="parTrans" cxnId="{FF12D1C2-0FCD-4CBA-9F32-FD6AC3881412}">
      <dgm:prSet/>
      <dgm:spPr/>
      <dgm:t>
        <a:bodyPr/>
        <a:lstStyle/>
        <a:p>
          <a:endParaRPr lang="en-US"/>
        </a:p>
      </dgm:t>
    </dgm:pt>
    <dgm:pt modelId="{38570085-31BD-4E8D-BBEC-77341ACC92DB}" type="sibTrans" cxnId="{FF12D1C2-0FCD-4CBA-9F32-FD6AC3881412}">
      <dgm:prSet/>
      <dgm:spPr/>
      <dgm:t>
        <a:bodyPr/>
        <a:lstStyle/>
        <a:p>
          <a:endParaRPr lang="en-US"/>
        </a:p>
      </dgm:t>
    </dgm:pt>
    <dgm:pt modelId="{508D5FF7-234A-48B9-9568-C444E12DD41B}">
      <dgm:prSet/>
      <dgm:spPr/>
      <dgm:t>
        <a:bodyPr/>
        <a:lstStyle/>
        <a:p>
          <a:r>
            <a:rPr lang="en-US"/>
            <a:t>Get Over it</a:t>
          </a:r>
        </a:p>
      </dgm:t>
    </dgm:pt>
    <dgm:pt modelId="{ABAD384A-FF36-42B2-90EA-CD6279245E11}" type="parTrans" cxnId="{9ECF53DF-C95A-4567-ADB0-A526891046F6}">
      <dgm:prSet/>
      <dgm:spPr/>
      <dgm:t>
        <a:bodyPr/>
        <a:lstStyle/>
        <a:p>
          <a:endParaRPr lang="en-US"/>
        </a:p>
      </dgm:t>
    </dgm:pt>
    <dgm:pt modelId="{78290715-92B5-43D3-BD4B-C7BBEE0C9E88}" type="sibTrans" cxnId="{9ECF53DF-C95A-4567-ADB0-A526891046F6}">
      <dgm:prSet/>
      <dgm:spPr/>
      <dgm:t>
        <a:bodyPr/>
        <a:lstStyle/>
        <a:p>
          <a:endParaRPr lang="en-US"/>
        </a:p>
      </dgm:t>
    </dgm:pt>
    <dgm:pt modelId="{A7CE752B-21B5-4648-879B-869A30A81FCF}" type="pres">
      <dgm:prSet presAssocID="{761F7FC2-E7DD-476D-8FE1-08E865E64800}" presName="linear" presStyleCnt="0">
        <dgm:presLayoutVars>
          <dgm:dir/>
          <dgm:animLvl val="lvl"/>
          <dgm:resizeHandles val="exact"/>
        </dgm:presLayoutVars>
      </dgm:prSet>
      <dgm:spPr/>
    </dgm:pt>
    <dgm:pt modelId="{CD83564E-5D75-4BE1-9E7B-A1869A7BA195}" type="pres">
      <dgm:prSet presAssocID="{A3A4D847-83DE-4D06-A899-3E5B68F6E023}" presName="parentLin" presStyleCnt="0"/>
      <dgm:spPr/>
    </dgm:pt>
    <dgm:pt modelId="{EAE12403-029C-4E73-BDD1-D61E96817E78}" type="pres">
      <dgm:prSet presAssocID="{A3A4D847-83DE-4D06-A899-3E5B68F6E023}" presName="parentLeftMargin" presStyleLbl="node1" presStyleIdx="0" presStyleCnt="3"/>
      <dgm:spPr/>
    </dgm:pt>
    <dgm:pt modelId="{DFEDD722-BCA9-490B-9252-AC16134AF895}" type="pres">
      <dgm:prSet presAssocID="{A3A4D847-83DE-4D06-A899-3E5B68F6E02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9956ACB-C385-4D5F-9B4A-A80C2CA902E2}" type="pres">
      <dgm:prSet presAssocID="{A3A4D847-83DE-4D06-A899-3E5B68F6E023}" presName="negativeSpace" presStyleCnt="0"/>
      <dgm:spPr/>
    </dgm:pt>
    <dgm:pt modelId="{905B4761-6469-4CBD-814D-AE1A2ACD7574}" type="pres">
      <dgm:prSet presAssocID="{A3A4D847-83DE-4D06-A899-3E5B68F6E023}" presName="childText" presStyleLbl="conFgAcc1" presStyleIdx="0" presStyleCnt="3">
        <dgm:presLayoutVars>
          <dgm:bulletEnabled val="1"/>
        </dgm:presLayoutVars>
      </dgm:prSet>
      <dgm:spPr/>
    </dgm:pt>
    <dgm:pt modelId="{E6E94F3F-BCD2-4C89-85BB-9B715A6BB170}" type="pres">
      <dgm:prSet presAssocID="{0CBB7CE0-346D-4443-B405-041CDF9C3AA5}" presName="spaceBetweenRectangles" presStyleCnt="0"/>
      <dgm:spPr/>
    </dgm:pt>
    <dgm:pt modelId="{54512CB0-ADFF-458B-87FD-EF9F8762EB7C}" type="pres">
      <dgm:prSet presAssocID="{E8C3ABD4-A6FD-4F53-A0B9-2D136858C0C4}" presName="parentLin" presStyleCnt="0"/>
      <dgm:spPr/>
    </dgm:pt>
    <dgm:pt modelId="{80E42860-B9EE-4825-B2D2-C21E3429B55F}" type="pres">
      <dgm:prSet presAssocID="{E8C3ABD4-A6FD-4F53-A0B9-2D136858C0C4}" presName="parentLeftMargin" presStyleLbl="node1" presStyleIdx="0" presStyleCnt="3"/>
      <dgm:spPr/>
    </dgm:pt>
    <dgm:pt modelId="{15C1B80F-38A5-4D7D-880B-844FCCA1861B}" type="pres">
      <dgm:prSet presAssocID="{E8C3ABD4-A6FD-4F53-A0B9-2D136858C0C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2E02159-44C3-4A0C-AB25-A8175B2C0777}" type="pres">
      <dgm:prSet presAssocID="{E8C3ABD4-A6FD-4F53-A0B9-2D136858C0C4}" presName="negativeSpace" presStyleCnt="0"/>
      <dgm:spPr/>
    </dgm:pt>
    <dgm:pt modelId="{07D57BA2-ED57-4BBB-8EBB-40E3E7B659D6}" type="pres">
      <dgm:prSet presAssocID="{E8C3ABD4-A6FD-4F53-A0B9-2D136858C0C4}" presName="childText" presStyleLbl="conFgAcc1" presStyleIdx="1" presStyleCnt="3">
        <dgm:presLayoutVars>
          <dgm:bulletEnabled val="1"/>
        </dgm:presLayoutVars>
      </dgm:prSet>
      <dgm:spPr/>
    </dgm:pt>
    <dgm:pt modelId="{0F9BEDF6-DB60-464F-ADE6-26328EF6905F}" type="pres">
      <dgm:prSet presAssocID="{38570085-31BD-4E8D-BBEC-77341ACC92DB}" presName="spaceBetweenRectangles" presStyleCnt="0"/>
      <dgm:spPr/>
    </dgm:pt>
    <dgm:pt modelId="{8CFE6AA9-1321-4233-BB2C-C6ABD353F539}" type="pres">
      <dgm:prSet presAssocID="{508D5FF7-234A-48B9-9568-C444E12DD41B}" presName="parentLin" presStyleCnt="0"/>
      <dgm:spPr/>
    </dgm:pt>
    <dgm:pt modelId="{F4D20DD2-8166-4C86-A4D9-39A8FF9199CF}" type="pres">
      <dgm:prSet presAssocID="{508D5FF7-234A-48B9-9568-C444E12DD41B}" presName="parentLeftMargin" presStyleLbl="node1" presStyleIdx="1" presStyleCnt="3"/>
      <dgm:spPr/>
    </dgm:pt>
    <dgm:pt modelId="{0D4D6156-1498-4F4B-B9A6-34C545DC352E}" type="pres">
      <dgm:prSet presAssocID="{508D5FF7-234A-48B9-9568-C444E12DD41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4C67C4A-93CD-40C6-A502-D86D0F4184A6}" type="pres">
      <dgm:prSet presAssocID="{508D5FF7-234A-48B9-9568-C444E12DD41B}" presName="negativeSpace" presStyleCnt="0"/>
      <dgm:spPr/>
    </dgm:pt>
    <dgm:pt modelId="{C251927C-CECC-4918-9669-B838DDE96017}" type="pres">
      <dgm:prSet presAssocID="{508D5FF7-234A-48B9-9568-C444E12DD41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14D4B15-647D-4D56-B13C-CED2B8D3848A}" type="presOf" srcId="{A3A4D847-83DE-4D06-A899-3E5B68F6E023}" destId="{DFEDD722-BCA9-490B-9252-AC16134AF895}" srcOrd="1" destOrd="0" presId="urn:microsoft.com/office/officeart/2005/8/layout/list1"/>
    <dgm:cxn modelId="{3F79894E-A1DD-43F4-B70C-0F2B79D6C980}" type="presOf" srcId="{E8C3ABD4-A6FD-4F53-A0B9-2D136858C0C4}" destId="{80E42860-B9EE-4825-B2D2-C21E3429B55F}" srcOrd="0" destOrd="0" presId="urn:microsoft.com/office/officeart/2005/8/layout/list1"/>
    <dgm:cxn modelId="{7828667A-F9BF-45D8-9B5E-106D6EFBB775}" type="presOf" srcId="{508D5FF7-234A-48B9-9568-C444E12DD41B}" destId="{0D4D6156-1498-4F4B-B9A6-34C545DC352E}" srcOrd="1" destOrd="0" presId="urn:microsoft.com/office/officeart/2005/8/layout/list1"/>
    <dgm:cxn modelId="{5A799F9A-78CA-477E-8593-9A86B19B309B}" type="presOf" srcId="{761F7FC2-E7DD-476D-8FE1-08E865E64800}" destId="{A7CE752B-21B5-4648-879B-869A30A81FCF}" srcOrd="0" destOrd="0" presId="urn:microsoft.com/office/officeart/2005/8/layout/list1"/>
    <dgm:cxn modelId="{67F9F69C-3A26-4017-8C47-F85598C304A8}" type="presOf" srcId="{508D5FF7-234A-48B9-9568-C444E12DD41B}" destId="{F4D20DD2-8166-4C86-A4D9-39A8FF9199CF}" srcOrd="0" destOrd="0" presId="urn:microsoft.com/office/officeart/2005/8/layout/list1"/>
    <dgm:cxn modelId="{B548FBAC-2A26-4CFD-99E4-3418EDA56498}" srcId="{761F7FC2-E7DD-476D-8FE1-08E865E64800}" destId="{A3A4D847-83DE-4D06-A899-3E5B68F6E023}" srcOrd="0" destOrd="0" parTransId="{931A4A5C-9941-4939-96E2-6EA3867D4539}" sibTransId="{0CBB7CE0-346D-4443-B405-041CDF9C3AA5}"/>
    <dgm:cxn modelId="{AA014FBF-4E6C-473E-9A3C-F95E0AE1E82F}" type="presOf" srcId="{A3A4D847-83DE-4D06-A899-3E5B68F6E023}" destId="{EAE12403-029C-4E73-BDD1-D61E96817E78}" srcOrd="0" destOrd="0" presId="urn:microsoft.com/office/officeart/2005/8/layout/list1"/>
    <dgm:cxn modelId="{FF12D1C2-0FCD-4CBA-9F32-FD6AC3881412}" srcId="{761F7FC2-E7DD-476D-8FE1-08E865E64800}" destId="{E8C3ABD4-A6FD-4F53-A0B9-2D136858C0C4}" srcOrd="1" destOrd="0" parTransId="{5AB9072D-8020-4CD8-A23E-BBE13CC3C840}" sibTransId="{38570085-31BD-4E8D-BBEC-77341ACC92DB}"/>
    <dgm:cxn modelId="{9ECF53DF-C95A-4567-ADB0-A526891046F6}" srcId="{761F7FC2-E7DD-476D-8FE1-08E865E64800}" destId="{508D5FF7-234A-48B9-9568-C444E12DD41B}" srcOrd="2" destOrd="0" parTransId="{ABAD384A-FF36-42B2-90EA-CD6279245E11}" sibTransId="{78290715-92B5-43D3-BD4B-C7BBEE0C9E88}"/>
    <dgm:cxn modelId="{44880DFC-70FB-46E6-9EEB-2B785C1BB768}" type="presOf" srcId="{E8C3ABD4-A6FD-4F53-A0B9-2D136858C0C4}" destId="{15C1B80F-38A5-4D7D-880B-844FCCA1861B}" srcOrd="1" destOrd="0" presId="urn:microsoft.com/office/officeart/2005/8/layout/list1"/>
    <dgm:cxn modelId="{6AAC9198-299A-4C43-81FB-50897206EC24}" type="presParOf" srcId="{A7CE752B-21B5-4648-879B-869A30A81FCF}" destId="{CD83564E-5D75-4BE1-9E7B-A1869A7BA195}" srcOrd="0" destOrd="0" presId="urn:microsoft.com/office/officeart/2005/8/layout/list1"/>
    <dgm:cxn modelId="{0E7E501D-B11E-4ED4-94F8-1B98E06953DA}" type="presParOf" srcId="{CD83564E-5D75-4BE1-9E7B-A1869A7BA195}" destId="{EAE12403-029C-4E73-BDD1-D61E96817E78}" srcOrd="0" destOrd="0" presId="urn:microsoft.com/office/officeart/2005/8/layout/list1"/>
    <dgm:cxn modelId="{2E152CBD-3067-4D8D-8B7A-45E7AE89DB90}" type="presParOf" srcId="{CD83564E-5D75-4BE1-9E7B-A1869A7BA195}" destId="{DFEDD722-BCA9-490B-9252-AC16134AF895}" srcOrd="1" destOrd="0" presId="urn:microsoft.com/office/officeart/2005/8/layout/list1"/>
    <dgm:cxn modelId="{F41D6BCE-8D31-43F4-B405-34E88650A7E8}" type="presParOf" srcId="{A7CE752B-21B5-4648-879B-869A30A81FCF}" destId="{D9956ACB-C385-4D5F-9B4A-A80C2CA902E2}" srcOrd="1" destOrd="0" presId="urn:microsoft.com/office/officeart/2005/8/layout/list1"/>
    <dgm:cxn modelId="{9D243F33-1A4B-4F62-82B9-6F438B484E74}" type="presParOf" srcId="{A7CE752B-21B5-4648-879B-869A30A81FCF}" destId="{905B4761-6469-4CBD-814D-AE1A2ACD7574}" srcOrd="2" destOrd="0" presId="urn:microsoft.com/office/officeart/2005/8/layout/list1"/>
    <dgm:cxn modelId="{AB11A60A-BDA9-4E6B-A231-B89EEEED25C0}" type="presParOf" srcId="{A7CE752B-21B5-4648-879B-869A30A81FCF}" destId="{E6E94F3F-BCD2-4C89-85BB-9B715A6BB170}" srcOrd="3" destOrd="0" presId="urn:microsoft.com/office/officeart/2005/8/layout/list1"/>
    <dgm:cxn modelId="{1047877C-B921-4530-8701-B4E0DA853FA3}" type="presParOf" srcId="{A7CE752B-21B5-4648-879B-869A30A81FCF}" destId="{54512CB0-ADFF-458B-87FD-EF9F8762EB7C}" srcOrd="4" destOrd="0" presId="urn:microsoft.com/office/officeart/2005/8/layout/list1"/>
    <dgm:cxn modelId="{7D68CAA4-7C4E-4A80-9871-9ED2A77C1997}" type="presParOf" srcId="{54512CB0-ADFF-458B-87FD-EF9F8762EB7C}" destId="{80E42860-B9EE-4825-B2D2-C21E3429B55F}" srcOrd="0" destOrd="0" presId="urn:microsoft.com/office/officeart/2005/8/layout/list1"/>
    <dgm:cxn modelId="{03B4683B-CAB3-4E3E-BCA9-6F8CCFA05B11}" type="presParOf" srcId="{54512CB0-ADFF-458B-87FD-EF9F8762EB7C}" destId="{15C1B80F-38A5-4D7D-880B-844FCCA1861B}" srcOrd="1" destOrd="0" presId="urn:microsoft.com/office/officeart/2005/8/layout/list1"/>
    <dgm:cxn modelId="{949F3441-1D35-414E-820B-19D8C6F2B7C7}" type="presParOf" srcId="{A7CE752B-21B5-4648-879B-869A30A81FCF}" destId="{32E02159-44C3-4A0C-AB25-A8175B2C0777}" srcOrd="5" destOrd="0" presId="urn:microsoft.com/office/officeart/2005/8/layout/list1"/>
    <dgm:cxn modelId="{9FFF8428-386D-4378-8AF4-560A4A19AE19}" type="presParOf" srcId="{A7CE752B-21B5-4648-879B-869A30A81FCF}" destId="{07D57BA2-ED57-4BBB-8EBB-40E3E7B659D6}" srcOrd="6" destOrd="0" presId="urn:microsoft.com/office/officeart/2005/8/layout/list1"/>
    <dgm:cxn modelId="{BC8A770A-E56E-4671-91DC-AD367E23BA38}" type="presParOf" srcId="{A7CE752B-21B5-4648-879B-869A30A81FCF}" destId="{0F9BEDF6-DB60-464F-ADE6-26328EF6905F}" srcOrd="7" destOrd="0" presId="urn:microsoft.com/office/officeart/2005/8/layout/list1"/>
    <dgm:cxn modelId="{F49C28A0-2226-4DE2-A948-AF39E09EEED0}" type="presParOf" srcId="{A7CE752B-21B5-4648-879B-869A30A81FCF}" destId="{8CFE6AA9-1321-4233-BB2C-C6ABD353F539}" srcOrd="8" destOrd="0" presId="urn:microsoft.com/office/officeart/2005/8/layout/list1"/>
    <dgm:cxn modelId="{61745B68-7015-48E7-A133-44513D440DFB}" type="presParOf" srcId="{8CFE6AA9-1321-4233-BB2C-C6ABD353F539}" destId="{F4D20DD2-8166-4C86-A4D9-39A8FF9199CF}" srcOrd="0" destOrd="0" presId="urn:microsoft.com/office/officeart/2005/8/layout/list1"/>
    <dgm:cxn modelId="{FE59E18C-A792-4426-BD3E-9174F6892836}" type="presParOf" srcId="{8CFE6AA9-1321-4233-BB2C-C6ABD353F539}" destId="{0D4D6156-1498-4F4B-B9A6-34C545DC352E}" srcOrd="1" destOrd="0" presId="urn:microsoft.com/office/officeart/2005/8/layout/list1"/>
    <dgm:cxn modelId="{C8043A5C-D43F-4A79-B2F3-42F5CC94F2C5}" type="presParOf" srcId="{A7CE752B-21B5-4648-879B-869A30A81FCF}" destId="{64C67C4A-93CD-40C6-A502-D86D0F4184A6}" srcOrd="9" destOrd="0" presId="urn:microsoft.com/office/officeart/2005/8/layout/list1"/>
    <dgm:cxn modelId="{A281A68B-32EA-4B4A-BEC6-D4F4A4154699}" type="presParOf" srcId="{A7CE752B-21B5-4648-879B-869A30A81FCF}" destId="{C251927C-CECC-4918-9669-B838DDE96017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B4761-6469-4CBD-814D-AE1A2ACD7574}">
      <dsp:nvSpPr>
        <dsp:cNvPr id="0" name=""/>
        <dsp:cNvSpPr/>
      </dsp:nvSpPr>
      <dsp:spPr>
        <a:xfrm>
          <a:off x="0" y="653180"/>
          <a:ext cx="6666833" cy="103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EDD722-BCA9-490B-9252-AC16134AF895}">
      <dsp:nvSpPr>
        <dsp:cNvPr id="0" name=""/>
        <dsp:cNvSpPr/>
      </dsp:nvSpPr>
      <dsp:spPr>
        <a:xfrm>
          <a:off x="333341" y="48020"/>
          <a:ext cx="4666783" cy="121032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West Side story</a:t>
          </a:r>
        </a:p>
      </dsp:txBody>
      <dsp:txXfrm>
        <a:off x="392424" y="107103"/>
        <a:ext cx="4548617" cy="1092154"/>
      </dsp:txXfrm>
    </dsp:sp>
    <dsp:sp modelId="{07D57BA2-ED57-4BBB-8EBB-40E3E7B659D6}">
      <dsp:nvSpPr>
        <dsp:cNvPr id="0" name=""/>
        <dsp:cNvSpPr/>
      </dsp:nvSpPr>
      <dsp:spPr>
        <a:xfrm>
          <a:off x="0" y="2512940"/>
          <a:ext cx="6666833" cy="103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C1B80F-38A5-4D7D-880B-844FCCA1861B}">
      <dsp:nvSpPr>
        <dsp:cNvPr id="0" name=""/>
        <dsp:cNvSpPr/>
      </dsp:nvSpPr>
      <dsp:spPr>
        <a:xfrm>
          <a:off x="333341" y="1907780"/>
          <a:ext cx="4666783" cy="121032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The Lion King</a:t>
          </a:r>
        </a:p>
      </dsp:txBody>
      <dsp:txXfrm>
        <a:off x="392424" y="1966863"/>
        <a:ext cx="4548617" cy="1092154"/>
      </dsp:txXfrm>
    </dsp:sp>
    <dsp:sp modelId="{C251927C-CECC-4918-9669-B838DDE96017}">
      <dsp:nvSpPr>
        <dsp:cNvPr id="0" name=""/>
        <dsp:cNvSpPr/>
      </dsp:nvSpPr>
      <dsp:spPr>
        <a:xfrm>
          <a:off x="0" y="4372700"/>
          <a:ext cx="6666833" cy="103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4D6156-1498-4F4B-B9A6-34C545DC352E}">
      <dsp:nvSpPr>
        <dsp:cNvPr id="0" name=""/>
        <dsp:cNvSpPr/>
      </dsp:nvSpPr>
      <dsp:spPr>
        <a:xfrm>
          <a:off x="333341" y="3767540"/>
          <a:ext cx="4666783" cy="121032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Get Over it</a:t>
          </a:r>
        </a:p>
      </dsp:txBody>
      <dsp:txXfrm>
        <a:off x="392424" y="3826623"/>
        <a:ext cx="4548617" cy="10921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E5785-F867-B52B-084B-1E61E177B2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E3EE37-AC23-CCF2-5C7A-E79C7F60D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81C5F-DA90-C936-5A1C-22B67C9C0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5A09-D973-4B8D-A1E5-94C731D63D2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90647-BA1A-E7A7-E384-3EE3564CC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B6691-2A8A-84FF-CE4E-8BE9053A4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AF5F-6DE8-4C7F-A6DF-75EF26413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01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D9DEB-004F-928A-2903-464C66B23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18347-2EB6-65C8-EE1B-979A046FD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B8A0B-5129-3B93-85CC-56AFC6FF9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5A09-D973-4B8D-A1E5-94C731D63D2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F0686-F617-FC7E-A513-AC81B1E15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21343-FF6B-C3DB-33E5-EBB8A2A80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AF5F-6DE8-4C7F-A6DF-75EF26413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462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3BC7B-DFDE-6D06-9D8B-2CD91C013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F79EA-D63D-87B3-B795-7C9A239C0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54444-0C15-87ED-495D-3D5709B01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5A09-D973-4B8D-A1E5-94C731D63D2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1BBA0-423D-B807-58C5-A288230B9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6A87A-4A3B-0828-9EEA-07108D82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AF5F-6DE8-4C7F-A6DF-75EF26413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76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34039-9E71-6DA8-E60F-00356B081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AC8A5-80FF-8DDC-D50C-3B12BD1564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C8185-6C77-6369-B489-F6E7402B4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1AD6B-2AE6-FC4A-2E81-D6CA1B787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5A09-D973-4B8D-A1E5-94C731D63D2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7D4E7-9B2A-8881-EB0F-D2055C485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E36A7-75B8-646E-2478-30891E339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AF5F-6DE8-4C7F-A6DF-75EF26413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7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30D20-D391-47F4-BB8E-20F5B1C32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620B2D-5DAC-BD93-E970-BC79EE626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701501-DED8-74F1-E171-F675125ECF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401157-2926-A82C-A5E4-27FCE972AA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2E0BE9-E38D-AF25-930F-E82B390304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3A6C67-628C-8335-BE2B-D4BB8CFCD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5A09-D973-4B8D-A1E5-94C731D63D2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069342-B5B7-A8AF-DB3B-8D6FF62E2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F3B39A-F589-5BD5-6B3F-AB075B0A2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AF5F-6DE8-4C7F-A6DF-75EF26413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65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968D9-6A14-BA9C-D192-A70E7CE6B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DC535E-8E8F-250D-0486-D3D71FC26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5A09-D973-4B8D-A1E5-94C731D63D2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C6B722-2F3D-E77C-9BC3-6D4A96530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09D2A-2BA5-FC59-2F50-64FCD4181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AF5F-6DE8-4C7F-A6DF-75EF26413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834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9FDC03-562A-94D2-DCB9-939EF4338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5A09-D973-4B8D-A1E5-94C731D63D2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71288E-DA37-21FA-9E20-D2150D0D1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100D9-392D-18FF-5F51-A90332FBC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AF5F-6DE8-4C7F-A6DF-75EF26413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491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D356E-1635-BC56-9F9C-52521919B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A5E31-E346-9C31-9118-FAB7ADF60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9EC4A5-3540-A84C-2153-9EA34E6CA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32D5A-FB79-87BB-14FD-EFFFD16B5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5A09-D973-4B8D-A1E5-94C731D63D2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819D2-D348-AA75-E35F-B653D92EE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566E5-925E-1514-A4CE-BBE7838DE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AF5F-6DE8-4C7F-A6DF-75EF26413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02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AD181-1EDE-3452-5946-8B80B79EC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791E90-B38D-D025-4B38-61DC5BB4A6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138F5-6662-7FE0-4122-149D832CE4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E1A15-4755-BDDC-985C-7C54AE040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5A09-D973-4B8D-A1E5-94C731D63D2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534E66-8F7D-A696-5F60-1422443BE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84211E-9335-38B0-38BD-0FE6E3E2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AF5F-6DE8-4C7F-A6DF-75EF26413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0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77A27-0DED-7288-676A-B72EB87E3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B20944-0521-7DDB-1B4A-03FA37E63A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9DF05-C982-1832-53F8-31B2904A5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5A09-D973-4B8D-A1E5-94C731D63D2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447B1-6EE0-6479-CA72-371F9220E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BD516-A3A9-513A-BE21-C78F537E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AF5F-6DE8-4C7F-A6DF-75EF26413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457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14A85C-C0EE-732F-144F-1CF951B3AA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35C547-80E2-BF80-F5A8-182B603A9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A482E-8C91-C515-6BDD-173099665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55A09-D973-4B8D-A1E5-94C731D63D2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0FA52-70A2-D09F-5839-1E013DB19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2F19F-6EAE-8580-E2B2-5F3B1AE79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4AF5F-6DE8-4C7F-A6DF-75EF26413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02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69016A-E0D6-C43C-62C3-3C187E395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FB41-668A-8B3A-1255-5B491D1E0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625AF-A1C1-A6F1-66B8-B2C8630091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355A09-D973-4B8D-A1E5-94C731D63D25}" type="datetimeFigureOut">
              <a:rPr lang="en-US" smtClean="0"/>
              <a:t>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5FF70-567F-5A95-9CB9-AB5C96C5D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F4F82-E807-25D8-1EE5-84B75F222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04AF5F-6DE8-4C7F-A6DF-75EF26413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795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List_of_William_Shakespeare_screen_adaptations" TargetMode="External"/><Relationship Id="rId13" Type="http://schemas.openxmlformats.org/officeDocument/2006/relationships/hyperlink" Target="https://en.wikipedia.org/wiki/Romeo_and_Juliet" TargetMode="External"/><Relationship Id="rId18" Type="http://schemas.openxmlformats.org/officeDocument/2006/relationships/hyperlink" Target="https://www.studiobinder.com/blog/movie-genres-list/" TargetMode="External"/><Relationship Id="rId3" Type="http://schemas.openxmlformats.org/officeDocument/2006/relationships/hyperlink" Target="https://benjaminmcevoy.com/adapt-shakespeare-john-dryden-case-study/" TargetMode="External"/><Relationship Id="rId21" Type="http://schemas.openxmlformats.org/officeDocument/2006/relationships/hyperlink" Target="https://en.wikipedia.org/wiki/Henry_V_(play)" TargetMode="External"/><Relationship Id="rId7" Type="http://schemas.openxmlformats.org/officeDocument/2006/relationships/hyperlink" Target="https://www.folger.edu/explore/shakespeares-works/hamlet/read/" TargetMode="External"/><Relationship Id="rId12" Type="http://schemas.openxmlformats.org/officeDocument/2006/relationships/hyperlink" Target="https://en.wikipedia.org/wiki/Category:Adaptations_of_works_by_William_Shakespeare" TargetMode="External"/><Relationship Id="rId17" Type="http://schemas.openxmlformats.org/officeDocument/2006/relationships/hyperlink" Target="https://en.wikipedia.org/wiki/Film_genre" TargetMode="External"/><Relationship Id="rId2" Type="http://schemas.openxmlformats.org/officeDocument/2006/relationships/image" Target="../media/image9.jpg"/><Relationship Id="rId16" Type="http://schemas.openxmlformats.org/officeDocument/2006/relationships/hyperlink" Target="https://en.wikipedia.org/wiki/Midsummer" TargetMode="External"/><Relationship Id="rId20" Type="http://schemas.openxmlformats.org/officeDocument/2006/relationships/hyperlink" Target="https://en.wikipedia.org/wiki/My_Own_Private_Idaho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Hamlet" TargetMode="External"/><Relationship Id="rId11" Type="http://schemas.openxmlformats.org/officeDocument/2006/relationships/hyperlink" Target="https://www.denofgeek.com/culture/15-great-adaptations-of-shakespeare/" TargetMode="External"/><Relationship Id="rId24" Type="http://schemas.openxmlformats.org/officeDocument/2006/relationships/hyperlink" Target="https://en.wikipedia.org/wiki/Shakespeare's_plays" TargetMode="External"/><Relationship Id="rId5" Type="http://schemas.openxmlformats.org/officeDocument/2006/relationships/hyperlink" Target="https://en.wikipedia.org/wiki/West_Side_Story" TargetMode="External"/><Relationship Id="rId15" Type="http://schemas.openxmlformats.org/officeDocument/2006/relationships/hyperlink" Target="https://en.wikipedia.org/wiki/Get_Over_It_(film)" TargetMode="External"/><Relationship Id="rId23" Type="http://schemas.openxmlformats.org/officeDocument/2006/relationships/hyperlink" Target="https://www.personalitycafe.com/threads/shakespearean-characters.135692/" TargetMode="External"/><Relationship Id="rId10" Type="http://schemas.openxmlformats.org/officeDocument/2006/relationships/hyperlink" Target="https://www.timeout.com/film/the-25-best-shakespeare-to-screen-adaptations" TargetMode="External"/><Relationship Id="rId19" Type="http://schemas.openxmlformats.org/officeDocument/2006/relationships/hyperlink" Target="https://translate.google.com/?hl=hr&amp;sl=hr&amp;tl=de&amp;op=translate" TargetMode="External"/><Relationship Id="rId4" Type="http://schemas.openxmlformats.org/officeDocument/2006/relationships/hyperlink" Target="https://www.oxfordbibliographies.com/display/document/obo-9780199846719/obo-9780199846719-0196.xml" TargetMode="External"/><Relationship Id="rId9" Type="http://schemas.openxmlformats.org/officeDocument/2006/relationships/hyperlink" Target="https://collider.com/best-movies-based-shakespeare-plays/" TargetMode="External"/><Relationship Id="rId14" Type="http://schemas.openxmlformats.org/officeDocument/2006/relationships/hyperlink" Target="https://www.britannica.com/topic/Romeo-and-Juliet" TargetMode="External"/><Relationship Id="rId22" Type="http://schemas.openxmlformats.org/officeDocument/2006/relationships/hyperlink" Target="https://www.sparknotes.com/shakespeare/romeojuliet/character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BF5E8-061C-2262-4F25-A290AAC90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" y="1122363"/>
            <a:ext cx="11521440" cy="2387600"/>
          </a:xfrm>
        </p:spPr>
        <p:txBody>
          <a:bodyPr/>
          <a:lstStyle/>
          <a:p>
            <a:r>
              <a:rPr lang="en-US" dirty="0"/>
              <a:t>Adaptations of Shakespeare’s 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6B74D3-F250-BA07-CF11-673B99F27C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Lovro Oreški, 3.c</a:t>
            </a:r>
          </a:p>
        </p:txBody>
      </p:sp>
    </p:spTree>
    <p:extLst>
      <p:ext uri="{BB962C8B-B14F-4D97-AF65-F5344CB8AC3E}">
        <p14:creationId xmlns:p14="http://schemas.microsoft.com/office/powerpoint/2010/main" val="155858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137A4-1CED-3FA8-8077-D64B2A716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2816553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General classificati</a:t>
            </a:r>
            <a:r>
              <a:rPr lang="en-US" sz="2600" dirty="0">
                <a:solidFill>
                  <a:srgbClr val="FFFFFF"/>
                </a:solidFill>
              </a:rPr>
              <a:t>o</a:t>
            </a: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0CD173-69E4-E762-1506-984ACDEE6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559" y="1144588"/>
            <a:ext cx="6402705" cy="483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940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D6A15E-A571-BB62-24E1-A8E646B46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List of examples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2A885F-5381-510E-4357-796629C6A5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940034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1130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CBC69AF-AE9D-43C7-A183-244646418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99EB07-91B7-2D7C-CEF1-90103DABB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5594"/>
          <a:stretch/>
        </p:blipFill>
        <p:spPr>
          <a:xfrm>
            <a:off x="20" y="10"/>
            <a:ext cx="4977364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1FB38A-FDC1-E732-8E47-043163CB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5"/>
          <a:stretch/>
        </p:blipFill>
        <p:spPr>
          <a:xfrm>
            <a:off x="4977364" y="10"/>
            <a:ext cx="7214616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E64232A-D912-4882-BF58-104918115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4218905"/>
            <a:ext cx="5625863" cy="2089317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rgbClr val="EFEFE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8E4E9D8-6D9C-4646-83A2-11844D84E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5574" y="3876005"/>
            <a:ext cx="4848225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273A8-E151-3ECB-5BB7-EF335848A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2758" y="3949157"/>
            <a:ext cx="4324351" cy="539496"/>
          </a:xfrm>
        </p:spPr>
        <p:txBody>
          <a:bodyPr>
            <a:normAutofit/>
          </a:bodyPr>
          <a:lstStyle/>
          <a:p>
            <a:pPr algn="ctr"/>
            <a:r>
              <a:rPr lang="en-US" sz="2700" dirty="0">
                <a:solidFill>
                  <a:schemeClr val="bg1"/>
                </a:solidFill>
              </a:rPr>
              <a:t>West Side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55D7E-1B07-FCA9-61CE-58B4265CB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138" y="4697298"/>
            <a:ext cx="5040034" cy="1435608"/>
          </a:xfrm>
        </p:spPr>
        <p:txBody>
          <a:bodyPr anchor="ctr">
            <a:normAutofit/>
          </a:bodyPr>
          <a:lstStyle/>
          <a:p>
            <a:pPr algn="ctr"/>
            <a:r>
              <a:rPr lang="en-US" sz="1700" dirty="0"/>
              <a:t>American musical romantic drama film</a:t>
            </a:r>
          </a:p>
          <a:p>
            <a:pPr algn="ctr"/>
            <a:r>
              <a:rPr lang="en-US" sz="1700" dirty="0"/>
              <a:t>Inspired from </a:t>
            </a:r>
            <a:r>
              <a:rPr lang="en-US" sz="1700" dirty="0" err="1"/>
              <a:t>ShakeSpeare’s</a:t>
            </a:r>
            <a:r>
              <a:rPr lang="en-US" sz="1700" dirty="0"/>
              <a:t> “Romeo and Juliet”</a:t>
            </a:r>
          </a:p>
          <a:p>
            <a:pPr algn="ctr"/>
            <a:r>
              <a:rPr lang="en-US" sz="1700" dirty="0"/>
              <a:t>Contains Shakespeare’s “A Lover’s Complaint”</a:t>
            </a:r>
          </a:p>
        </p:txBody>
      </p:sp>
    </p:spTree>
    <p:extLst>
      <p:ext uri="{BB962C8B-B14F-4D97-AF65-F5344CB8AC3E}">
        <p14:creationId xmlns:p14="http://schemas.microsoft.com/office/powerpoint/2010/main" val="448072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36CA75-CFBF-4844-B719-8FE9EBADA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4A84B9-E564-4DD0-97F8-DBF1C460C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A599609-F5C2-4A0B-A992-913F814A6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102382E0-0A09-46AE-B955-B911CAFE7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DE75D4A-0965-4973-BE75-DECCAC9A9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6848BD-544B-A14A-4A8F-8119892D9DA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r="125"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8BA7D9-0169-E84C-2E1C-A623B26518C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71" r="30951"/>
          <a:stretch/>
        </p:blipFill>
        <p:spPr>
          <a:xfrm>
            <a:off x="6096000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CF41B0-5FD2-9B9D-F8A3-83256AB74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965" y="552807"/>
            <a:ext cx="9801854" cy="2790331"/>
          </a:xfrm>
        </p:spPr>
        <p:txBody>
          <a:bodyPr anchor="b">
            <a:normAutofit/>
          </a:bodyPr>
          <a:lstStyle/>
          <a:p>
            <a:pPr algn="ctr"/>
            <a:r>
              <a:rPr lang="en-US" sz="4800">
                <a:solidFill>
                  <a:srgbClr val="FFFFFF"/>
                </a:solidFill>
              </a:rPr>
              <a:t>The Lion 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E70E2-CD94-8536-E0F7-4E7584842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966" y="3510476"/>
            <a:ext cx="9801854" cy="2614231"/>
          </a:xfrm>
        </p:spPr>
        <p:txBody>
          <a:bodyPr anchor="t">
            <a:normAutofit/>
          </a:bodyPr>
          <a:lstStyle/>
          <a:p>
            <a:pPr algn="ctr"/>
            <a:r>
              <a:rPr lang="en-US" sz="1800">
                <a:solidFill>
                  <a:srgbClr val="FFFFFF"/>
                </a:solidFill>
              </a:rPr>
              <a:t>American musical drama animations</a:t>
            </a:r>
          </a:p>
          <a:p>
            <a:pPr algn="ctr"/>
            <a:r>
              <a:rPr lang="en-US" sz="1800">
                <a:solidFill>
                  <a:srgbClr val="FFFFFF"/>
                </a:solidFill>
              </a:rPr>
              <a:t>Inspired from Shakespeare’s “Hamlet”</a:t>
            </a:r>
          </a:p>
        </p:txBody>
      </p:sp>
    </p:spTree>
    <p:extLst>
      <p:ext uri="{BB962C8B-B14F-4D97-AF65-F5344CB8AC3E}">
        <p14:creationId xmlns:p14="http://schemas.microsoft.com/office/powerpoint/2010/main" val="1281753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36CA75-CFBF-4844-B719-8FE9EBADA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4A84B9-E564-4DD0-97F8-DBF1C460C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A599609-F5C2-4A0B-A992-913F814A6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" y="0"/>
            <a:ext cx="12181172" cy="6858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02382E0-0A09-46AE-B955-B911CAFE7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E75D4A-0965-4973-BE75-DECCAC9A9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43BA7F-AB31-F092-9AFB-ADBBDC891B2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9B9BF3-26EE-A309-750B-8B8E876F004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25" r="-1" b="-1"/>
          <a:stretch/>
        </p:blipFill>
        <p:spPr>
          <a:xfrm>
            <a:off x="6096000" y="10"/>
            <a:ext cx="6096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8285F9-8450-8A74-EBF0-9FF6A3B6D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965" y="552807"/>
            <a:ext cx="9801854" cy="2790331"/>
          </a:xfrm>
        </p:spPr>
        <p:txBody>
          <a:bodyPr anchor="b">
            <a:normAutofit/>
          </a:bodyPr>
          <a:lstStyle/>
          <a:p>
            <a:pPr algn="ctr"/>
            <a:r>
              <a:rPr lang="en-US" sz="4800">
                <a:solidFill>
                  <a:srgbClr val="FFFFFF"/>
                </a:solidFill>
              </a:rPr>
              <a:t>Get Over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75766-156D-9CA3-FE44-075051C4E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966" y="3510476"/>
            <a:ext cx="9801854" cy="2614231"/>
          </a:xfrm>
        </p:spPr>
        <p:txBody>
          <a:bodyPr anchor="t">
            <a:normAutofit/>
          </a:bodyPr>
          <a:lstStyle/>
          <a:p>
            <a:pPr algn="ctr"/>
            <a:r>
              <a:rPr lang="en-US" sz="1800">
                <a:solidFill>
                  <a:srgbClr val="FFFFFF"/>
                </a:solidFill>
              </a:rPr>
              <a:t>American teen comedy film</a:t>
            </a:r>
          </a:p>
          <a:p>
            <a:pPr algn="ctr"/>
            <a:r>
              <a:rPr lang="en-US" sz="1800">
                <a:solidFill>
                  <a:srgbClr val="FFFFFF"/>
                </a:solidFill>
              </a:rPr>
              <a:t>Inspired from Shakespeare’s “A Midsummer Night’s dream”</a:t>
            </a:r>
          </a:p>
          <a:p>
            <a:pPr algn="ctr"/>
            <a:endParaRPr lang="en-US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065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6BFF80-DC8D-927C-5294-138E3C6DC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Conclusion…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247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F2C43A-2703-567A-7AB4-3CE66C116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73" b="3719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75AA99-76DA-697F-435F-266E7FB6E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560DE-7D00-3555-A482-05F6FCADF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042" y="1650428"/>
            <a:ext cx="6008274" cy="5207562"/>
          </a:xfrm>
        </p:spPr>
        <p:txBody>
          <a:bodyPr>
            <a:normAutofit fontScale="92500" lnSpcReduction="10000"/>
          </a:bodyPr>
          <a:lstStyle/>
          <a:p>
            <a:r>
              <a:rPr lang="en-US" sz="1000">
                <a:hlinkClick r:id="rId3"/>
              </a:rPr>
              <a:t>https://benjaminmcevoy.com/adapt-shakespeare-john-dryden-case-study/</a:t>
            </a:r>
            <a:endParaRPr lang="en-US" sz="1000"/>
          </a:p>
          <a:p>
            <a:r>
              <a:rPr lang="en-US" sz="1000">
                <a:hlinkClick r:id="rId4"/>
              </a:rPr>
              <a:t>https://www.oxfordbibliographies.com/display/document/obo-9780199846719/obo-9780199846719-0196.xml</a:t>
            </a:r>
            <a:endParaRPr lang="en-US" sz="1000"/>
          </a:p>
          <a:p>
            <a:r>
              <a:rPr lang="en-US" sz="1000">
                <a:hlinkClick r:id="rId5"/>
              </a:rPr>
              <a:t>https://en.wikipedia.org/wiki/West_Side_Story</a:t>
            </a:r>
            <a:endParaRPr lang="en-US" sz="1000"/>
          </a:p>
          <a:p>
            <a:r>
              <a:rPr lang="en-US" sz="1000">
                <a:hlinkClick r:id="rId6"/>
              </a:rPr>
              <a:t>https://en.wikipedia.org/wiki/Hamlet</a:t>
            </a:r>
            <a:endParaRPr lang="en-US" sz="1000"/>
          </a:p>
          <a:p>
            <a:r>
              <a:rPr lang="en-US" sz="1000">
                <a:hlinkClick r:id="rId7"/>
              </a:rPr>
              <a:t>https://www.folger.edu/explore/shakespeares-works/hamlet/read/</a:t>
            </a:r>
            <a:endParaRPr lang="en-US" sz="1000"/>
          </a:p>
          <a:p>
            <a:r>
              <a:rPr lang="en-US" sz="1000">
                <a:hlinkClick r:id="rId8"/>
              </a:rPr>
              <a:t>https://en.wikipedia.org/wiki/List_of_William_Shakespeare_screen_adaptations</a:t>
            </a:r>
            <a:endParaRPr lang="en-US" sz="1000"/>
          </a:p>
          <a:p>
            <a:r>
              <a:rPr lang="en-US" sz="1000">
                <a:hlinkClick r:id="rId9"/>
              </a:rPr>
              <a:t>https://collider.com/best-movies-based-shakespeare-plays/</a:t>
            </a:r>
            <a:endParaRPr lang="en-US" sz="1000"/>
          </a:p>
          <a:p>
            <a:r>
              <a:rPr lang="en-US" sz="1000">
                <a:hlinkClick r:id="rId10"/>
              </a:rPr>
              <a:t>https://www.timeout.com/film/the-25-best-shakespeare-to-screen-adaptations</a:t>
            </a:r>
            <a:endParaRPr lang="en-US" sz="1000"/>
          </a:p>
          <a:p>
            <a:r>
              <a:rPr lang="en-US" sz="1000">
                <a:hlinkClick r:id="rId11"/>
              </a:rPr>
              <a:t>https://www.denofgeek.com/culture/15-great-adaptations-of-shakespeare/</a:t>
            </a:r>
            <a:endParaRPr lang="en-US" sz="1000"/>
          </a:p>
          <a:p>
            <a:r>
              <a:rPr lang="en-US" sz="1000">
                <a:hlinkClick r:id="rId12"/>
              </a:rPr>
              <a:t>https://en.wikipedia.org/wiki/Category:Adaptations_of_works_by_William_Shakespeare</a:t>
            </a:r>
            <a:endParaRPr lang="en-US" sz="1000"/>
          </a:p>
          <a:p>
            <a:r>
              <a:rPr lang="en-US" sz="1000">
                <a:hlinkClick r:id="rId13"/>
              </a:rPr>
              <a:t>https://en.wikipedia.org/wiki/Romeo_and_Juliet</a:t>
            </a:r>
            <a:endParaRPr lang="en-US" sz="1000"/>
          </a:p>
          <a:p>
            <a:r>
              <a:rPr lang="en-US" sz="1000">
                <a:hlinkClick r:id="rId14"/>
              </a:rPr>
              <a:t>https://www.britannica.com/topic/Romeo-and-Juliet</a:t>
            </a:r>
            <a:endParaRPr lang="en-US" sz="1000"/>
          </a:p>
          <a:p>
            <a:r>
              <a:rPr lang="en-US" sz="1000">
                <a:hlinkClick r:id="rId15"/>
              </a:rPr>
              <a:t>https://en.wikipedia.org/wiki/Get_Over_It_(film)</a:t>
            </a:r>
            <a:endParaRPr lang="en-US" sz="1000"/>
          </a:p>
          <a:p>
            <a:r>
              <a:rPr lang="en-US" sz="1000">
                <a:hlinkClick r:id="rId16"/>
              </a:rPr>
              <a:t>https://en.wikipedia.org/wiki/Midsummer</a:t>
            </a:r>
            <a:endParaRPr lang="en-US" sz="1000"/>
          </a:p>
          <a:p>
            <a:r>
              <a:rPr lang="en-US" sz="1000">
                <a:hlinkClick r:id="rId17"/>
              </a:rPr>
              <a:t>https://en.wikipedia.org/wiki/Film_genre</a:t>
            </a:r>
            <a:endParaRPr lang="en-US" sz="1000"/>
          </a:p>
          <a:p>
            <a:r>
              <a:rPr lang="en-US" sz="1000">
                <a:hlinkClick r:id="rId18"/>
              </a:rPr>
              <a:t>https://www.studiobinder.com/blog/movie-genres-list/</a:t>
            </a:r>
            <a:endParaRPr lang="en-US" sz="1000"/>
          </a:p>
          <a:p>
            <a:r>
              <a:rPr lang="en-US" sz="1000">
                <a:hlinkClick r:id="rId19"/>
              </a:rPr>
              <a:t>https://translate.google.com/?hl=hr&amp;sl=hr&amp;tl=de&amp;op=translate</a:t>
            </a:r>
            <a:endParaRPr lang="en-US" sz="1000"/>
          </a:p>
          <a:p>
            <a:r>
              <a:rPr lang="en-US" sz="1000">
                <a:hlinkClick r:id="rId20"/>
              </a:rPr>
              <a:t>https://en.wikipedia.org/wiki/My_Own_Private_Idaho</a:t>
            </a:r>
            <a:endParaRPr lang="en-US" sz="1000"/>
          </a:p>
          <a:p>
            <a:r>
              <a:rPr lang="en-US" sz="1000">
                <a:hlinkClick r:id="rId21"/>
              </a:rPr>
              <a:t>https://en.wikipedia.org/wiki/Henry_V_(play)</a:t>
            </a:r>
            <a:endParaRPr lang="en-US" sz="1000"/>
          </a:p>
          <a:p>
            <a:r>
              <a:rPr lang="en-US" sz="1000">
                <a:hlinkClick r:id="rId22"/>
              </a:rPr>
              <a:t>https://www.sparknotes.com/shakespeare/romeojuliet/characters/</a:t>
            </a:r>
            <a:endParaRPr lang="en-US" sz="1000"/>
          </a:p>
          <a:p>
            <a:r>
              <a:rPr lang="en-US" sz="1000">
                <a:hlinkClick r:id="rId23"/>
              </a:rPr>
              <a:t>https://www.personalitycafe.com/threads/shakespearean-characters.135692/</a:t>
            </a:r>
            <a:endParaRPr lang="en-US" sz="1000"/>
          </a:p>
          <a:p>
            <a:r>
              <a:rPr lang="en-US" sz="1000">
                <a:hlinkClick r:id="rId24"/>
              </a:rPr>
              <a:t>https://en.wikipedia.org/wiki/Shakespeare's_plays</a:t>
            </a:r>
            <a:endParaRPr lang="en-US" sz="1000"/>
          </a:p>
          <a:p>
            <a:pPr marL="0" indent="0">
              <a:buNone/>
            </a:pPr>
            <a:endParaRPr lang="en-US" sz="500"/>
          </a:p>
          <a:p>
            <a:endParaRPr lang="en-US" sz="500"/>
          </a:p>
          <a:p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2474340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398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Adaptations of Shakespeare’s works</vt:lpstr>
      <vt:lpstr>General classification</vt:lpstr>
      <vt:lpstr>List of examples</vt:lpstr>
      <vt:lpstr>West Side Story</vt:lpstr>
      <vt:lpstr>The Lion King</vt:lpstr>
      <vt:lpstr>Get Over it</vt:lpstr>
      <vt:lpstr>Conclusion…</vt:lpstr>
      <vt:lpstr>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Lovro Oreški</dc:creator>
  <cp:lastModifiedBy>Lovro Oreški</cp:lastModifiedBy>
  <cp:revision>1</cp:revision>
  <dcterms:created xsi:type="dcterms:W3CDTF">2025-01-07T18:58:26Z</dcterms:created>
  <dcterms:modified xsi:type="dcterms:W3CDTF">2025-01-08T00:36:34Z</dcterms:modified>
</cp:coreProperties>
</file>