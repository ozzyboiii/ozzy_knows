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8"/>
  </p:notesMasterIdLst>
  <p:sldIdLst>
    <p:sldId id="256" r:id="rId2"/>
    <p:sldId id="259" r:id="rId3"/>
    <p:sldId id="258" r:id="rId4"/>
    <p:sldId id="268" r:id="rId5"/>
    <p:sldId id="260" r:id="rId6"/>
    <p:sldId id="269" r:id="rId7"/>
  </p:sldIdLst>
  <p:sldSz cx="9144000" cy="5143500" type="screen16x9"/>
  <p:notesSz cx="6858000" cy="9144000"/>
  <p:embeddedFontLst>
    <p:embeddedFont>
      <p:font typeface="Paytone One" panose="020B0604020202020204" charset="-18"/>
      <p:regular r:id="rId9"/>
    </p:embeddedFont>
    <p:embeddedFont>
      <p:font typeface="Abel" panose="020B0604020202020204" charset="0"/>
      <p:regular r:id="rId10"/>
    </p:embeddedFont>
    <p:embeddedFont>
      <p:font typeface="Advent Pro" panose="020B0604020202020204" charset="-18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15ADD1-EB53-4A86-9C4E-9EC32A41FFD4}">
  <a:tblStyle styleId="{7E15ADD1-EB53-4A86-9C4E-9EC32A41FF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e3e90af71c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e3e90af71c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e3e90af71c_1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e3e90af71c_1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e3e90af71c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e3e90af71c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e49a7e6186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e49a7e6186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e4b89ba879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e4b89ba879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e3e90af71c_1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e3e90af71c_1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41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32225" y="252150"/>
            <a:ext cx="8224700" cy="4549550"/>
            <a:chOff x="632225" y="252150"/>
            <a:chExt cx="8224700" cy="4549550"/>
          </a:xfrm>
        </p:grpSpPr>
        <p:sp>
          <p:nvSpPr>
            <p:cNvPr id="10" name="Google Shape;10;p2"/>
            <p:cNvSpPr/>
            <p:nvPr/>
          </p:nvSpPr>
          <p:spPr>
            <a:xfrm>
              <a:off x="2502938" y="6964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585700" y="2521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185700" y="45414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930425" y="467900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275475" y="9846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664725" y="4131475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268325" y="3619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2225" y="54070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30275" y="3909825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734225" y="3739650"/>
              <a:ext cx="122700" cy="122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615125" y="6568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0" y="2593250"/>
            <a:ext cx="4518177" cy="2550240"/>
          </a:xfrm>
          <a:custGeom>
            <a:avLst/>
            <a:gdLst/>
            <a:ahLst/>
            <a:cxnLst/>
            <a:rect l="l" t="t" r="r" b="b"/>
            <a:pathLst>
              <a:path w="115821" h="65374" extrusionOk="0">
                <a:moveTo>
                  <a:pt x="0" y="1"/>
                </a:moveTo>
                <a:lnTo>
                  <a:pt x="0" y="65373"/>
                </a:lnTo>
                <a:lnTo>
                  <a:pt x="115821" y="65373"/>
                </a:lnTo>
                <a:cubicBezTo>
                  <a:pt x="87482" y="62367"/>
                  <a:pt x="75458" y="40791"/>
                  <a:pt x="66869" y="31347"/>
                </a:cubicBezTo>
                <a:cubicBezTo>
                  <a:pt x="61827" y="25799"/>
                  <a:pt x="53526" y="25284"/>
                  <a:pt x="45969" y="25284"/>
                </a:cubicBezTo>
                <a:cubicBezTo>
                  <a:pt x="45110" y="25284"/>
                  <a:pt x="44264" y="25292"/>
                  <a:pt x="43432" y="25299"/>
                </a:cubicBezTo>
                <a:cubicBezTo>
                  <a:pt x="42600" y="25303"/>
                  <a:pt x="41780" y="25311"/>
                  <a:pt x="40987" y="25311"/>
                </a:cubicBezTo>
                <a:cubicBezTo>
                  <a:pt x="37648" y="25311"/>
                  <a:pt x="34680" y="25195"/>
                  <a:pt x="32522" y="24476"/>
                </a:cubicBezTo>
                <a:cubicBezTo>
                  <a:pt x="24792" y="21899"/>
                  <a:pt x="20926" y="12880"/>
                  <a:pt x="15344" y="7298"/>
                </a:cubicBezTo>
                <a:cubicBezTo>
                  <a:pt x="9761" y="1718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713375" y="1053689"/>
            <a:ext cx="4143900" cy="212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713375" y="3180686"/>
            <a:ext cx="4143900" cy="409500"/>
          </a:xfrm>
          <a:prstGeom prst="rect">
            <a:avLst/>
          </a:prstGeom>
          <a:solidFill>
            <a:srgbClr val="FD9E9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2593250"/>
            <a:ext cx="4518177" cy="2550240"/>
          </a:xfrm>
          <a:custGeom>
            <a:avLst/>
            <a:gdLst/>
            <a:ahLst/>
            <a:cxnLst/>
            <a:rect l="l" t="t" r="r" b="b"/>
            <a:pathLst>
              <a:path w="115821" h="65374" extrusionOk="0">
                <a:moveTo>
                  <a:pt x="0" y="1"/>
                </a:moveTo>
                <a:lnTo>
                  <a:pt x="0" y="65373"/>
                </a:lnTo>
                <a:lnTo>
                  <a:pt x="115821" y="65373"/>
                </a:lnTo>
                <a:cubicBezTo>
                  <a:pt x="87482" y="62367"/>
                  <a:pt x="75458" y="40791"/>
                  <a:pt x="66869" y="31347"/>
                </a:cubicBezTo>
                <a:cubicBezTo>
                  <a:pt x="61827" y="25799"/>
                  <a:pt x="53526" y="25284"/>
                  <a:pt x="45969" y="25284"/>
                </a:cubicBezTo>
                <a:cubicBezTo>
                  <a:pt x="45110" y="25284"/>
                  <a:pt x="44264" y="25292"/>
                  <a:pt x="43432" y="25299"/>
                </a:cubicBezTo>
                <a:cubicBezTo>
                  <a:pt x="42600" y="25303"/>
                  <a:pt x="41780" y="25311"/>
                  <a:pt x="40987" y="25311"/>
                </a:cubicBezTo>
                <a:cubicBezTo>
                  <a:pt x="37648" y="25311"/>
                  <a:pt x="34680" y="25195"/>
                  <a:pt x="32522" y="24476"/>
                </a:cubicBezTo>
                <a:cubicBezTo>
                  <a:pt x="24792" y="21899"/>
                  <a:pt x="20926" y="12880"/>
                  <a:pt x="15344" y="7298"/>
                </a:cubicBezTo>
                <a:cubicBezTo>
                  <a:pt x="9761" y="1718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 flipH="1">
            <a:off x="4625825" y="2593250"/>
            <a:ext cx="4518177" cy="2550240"/>
          </a:xfrm>
          <a:custGeom>
            <a:avLst/>
            <a:gdLst/>
            <a:ahLst/>
            <a:cxnLst/>
            <a:rect l="l" t="t" r="r" b="b"/>
            <a:pathLst>
              <a:path w="115821" h="65374" extrusionOk="0">
                <a:moveTo>
                  <a:pt x="0" y="1"/>
                </a:moveTo>
                <a:lnTo>
                  <a:pt x="0" y="65373"/>
                </a:lnTo>
                <a:lnTo>
                  <a:pt x="115821" y="65373"/>
                </a:lnTo>
                <a:cubicBezTo>
                  <a:pt x="87482" y="62367"/>
                  <a:pt x="75458" y="40791"/>
                  <a:pt x="66869" y="31347"/>
                </a:cubicBezTo>
                <a:cubicBezTo>
                  <a:pt x="61827" y="25799"/>
                  <a:pt x="53526" y="25284"/>
                  <a:pt x="45969" y="25284"/>
                </a:cubicBezTo>
                <a:cubicBezTo>
                  <a:pt x="45110" y="25284"/>
                  <a:pt x="44264" y="25292"/>
                  <a:pt x="43432" y="25299"/>
                </a:cubicBezTo>
                <a:cubicBezTo>
                  <a:pt x="42600" y="25303"/>
                  <a:pt x="41780" y="25311"/>
                  <a:pt x="40987" y="25311"/>
                </a:cubicBezTo>
                <a:cubicBezTo>
                  <a:pt x="37648" y="25311"/>
                  <a:pt x="34680" y="25195"/>
                  <a:pt x="32522" y="24476"/>
                </a:cubicBezTo>
                <a:cubicBezTo>
                  <a:pt x="24792" y="21899"/>
                  <a:pt x="20926" y="12880"/>
                  <a:pt x="15344" y="7298"/>
                </a:cubicBezTo>
                <a:cubicBezTo>
                  <a:pt x="9761" y="1718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3943950" y="2248025"/>
            <a:ext cx="4486800" cy="132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6724725" y="1296625"/>
            <a:ext cx="1705800" cy="8223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3943950" y="3702525"/>
            <a:ext cx="4486800" cy="48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 flipH="1">
            <a:off x="175025" y="163050"/>
            <a:ext cx="8736000" cy="4808725"/>
            <a:chOff x="175025" y="86850"/>
            <a:chExt cx="8736000" cy="4808725"/>
          </a:xfrm>
        </p:grpSpPr>
        <p:sp>
          <p:nvSpPr>
            <p:cNvPr id="31" name="Google Shape;31;p3"/>
            <p:cNvSpPr/>
            <p:nvPr/>
          </p:nvSpPr>
          <p:spPr>
            <a:xfrm>
              <a:off x="1969538" y="868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384000" y="2095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7347500" y="45414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930425" y="467900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116800" y="6609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579125" y="4664875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496925" y="1333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75025" y="54070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667900" y="3410675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734225" y="3739650"/>
              <a:ext cx="122700" cy="122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748725" y="14950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3"/>
          <p:cNvSpPr/>
          <p:nvPr/>
        </p:nvSpPr>
        <p:spPr>
          <a:xfrm flipH="1">
            <a:off x="3747488" y="778900"/>
            <a:ext cx="122700" cy="122700"/>
          </a:xfrm>
          <a:prstGeom prst="mathPlus">
            <a:avLst>
              <a:gd name="adj1" fmla="val 23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715100" y="502675"/>
            <a:ext cx="7713600" cy="490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6"/>
          <p:cNvGrpSpPr/>
          <p:nvPr/>
        </p:nvGrpSpPr>
        <p:grpSpPr>
          <a:xfrm flipH="1">
            <a:off x="175025" y="146450"/>
            <a:ext cx="8736000" cy="4825325"/>
            <a:chOff x="175025" y="70250"/>
            <a:chExt cx="8736000" cy="4825325"/>
          </a:xfrm>
        </p:grpSpPr>
        <p:sp>
          <p:nvSpPr>
            <p:cNvPr id="79" name="Google Shape;79;p6"/>
            <p:cNvSpPr/>
            <p:nvPr/>
          </p:nvSpPr>
          <p:spPr>
            <a:xfrm>
              <a:off x="1969538" y="868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3747500" y="997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7347500" y="45414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930425" y="467900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5961275" y="702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4579125" y="4664875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8496925" y="1333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175025" y="54070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225275" y="3528825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8734225" y="3739650"/>
              <a:ext cx="122700" cy="122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748725" y="14950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0" y="2887249"/>
            <a:ext cx="3997272" cy="2256220"/>
          </a:xfrm>
          <a:custGeom>
            <a:avLst/>
            <a:gdLst/>
            <a:ahLst/>
            <a:cxnLst/>
            <a:rect l="l" t="t" r="r" b="b"/>
            <a:pathLst>
              <a:path w="115821" h="65374" extrusionOk="0">
                <a:moveTo>
                  <a:pt x="0" y="1"/>
                </a:moveTo>
                <a:lnTo>
                  <a:pt x="0" y="65373"/>
                </a:lnTo>
                <a:lnTo>
                  <a:pt x="115821" y="65373"/>
                </a:lnTo>
                <a:cubicBezTo>
                  <a:pt x="87482" y="62367"/>
                  <a:pt x="75458" y="40791"/>
                  <a:pt x="66869" y="31347"/>
                </a:cubicBezTo>
                <a:cubicBezTo>
                  <a:pt x="61827" y="25799"/>
                  <a:pt x="53526" y="25284"/>
                  <a:pt x="45969" y="25284"/>
                </a:cubicBezTo>
                <a:cubicBezTo>
                  <a:pt x="45110" y="25284"/>
                  <a:pt x="44264" y="25292"/>
                  <a:pt x="43432" y="25299"/>
                </a:cubicBezTo>
                <a:cubicBezTo>
                  <a:pt x="42600" y="25303"/>
                  <a:pt x="41780" y="25311"/>
                  <a:pt x="40987" y="25311"/>
                </a:cubicBezTo>
                <a:cubicBezTo>
                  <a:pt x="37648" y="25311"/>
                  <a:pt x="34680" y="25195"/>
                  <a:pt x="32522" y="24476"/>
                </a:cubicBezTo>
                <a:cubicBezTo>
                  <a:pt x="24792" y="21899"/>
                  <a:pt x="20926" y="12880"/>
                  <a:pt x="15344" y="7298"/>
                </a:cubicBezTo>
                <a:cubicBezTo>
                  <a:pt x="9761" y="1718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9"/>
          <p:cNvSpPr/>
          <p:nvPr/>
        </p:nvSpPr>
        <p:spPr>
          <a:xfrm rot="10800000">
            <a:off x="5143543" y="32"/>
            <a:ext cx="4000457" cy="2258018"/>
          </a:xfrm>
          <a:custGeom>
            <a:avLst/>
            <a:gdLst/>
            <a:ahLst/>
            <a:cxnLst/>
            <a:rect l="l" t="t" r="r" b="b"/>
            <a:pathLst>
              <a:path w="115821" h="65374" extrusionOk="0">
                <a:moveTo>
                  <a:pt x="0" y="1"/>
                </a:moveTo>
                <a:lnTo>
                  <a:pt x="0" y="65373"/>
                </a:lnTo>
                <a:lnTo>
                  <a:pt x="115821" y="65373"/>
                </a:lnTo>
                <a:cubicBezTo>
                  <a:pt x="87482" y="62367"/>
                  <a:pt x="75458" y="40791"/>
                  <a:pt x="66869" y="31347"/>
                </a:cubicBezTo>
                <a:cubicBezTo>
                  <a:pt x="61827" y="25799"/>
                  <a:pt x="53526" y="25284"/>
                  <a:pt x="45969" y="25284"/>
                </a:cubicBezTo>
                <a:cubicBezTo>
                  <a:pt x="45110" y="25284"/>
                  <a:pt x="44264" y="25292"/>
                  <a:pt x="43432" y="25299"/>
                </a:cubicBezTo>
                <a:cubicBezTo>
                  <a:pt x="42600" y="25303"/>
                  <a:pt x="41780" y="25311"/>
                  <a:pt x="40987" y="25311"/>
                </a:cubicBezTo>
                <a:cubicBezTo>
                  <a:pt x="37648" y="25311"/>
                  <a:pt x="34680" y="25195"/>
                  <a:pt x="32522" y="24476"/>
                </a:cubicBezTo>
                <a:cubicBezTo>
                  <a:pt x="24792" y="21899"/>
                  <a:pt x="20926" y="12880"/>
                  <a:pt x="15344" y="7298"/>
                </a:cubicBezTo>
                <a:cubicBezTo>
                  <a:pt x="9761" y="1718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1710138" y="1466613"/>
            <a:ext cx="5723700" cy="86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ubTitle" idx="1"/>
          </p:nvPr>
        </p:nvSpPr>
        <p:spPr>
          <a:xfrm>
            <a:off x="1385825" y="2466225"/>
            <a:ext cx="6372300" cy="1552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9"/>
          <p:cNvGrpSpPr/>
          <p:nvPr/>
        </p:nvGrpSpPr>
        <p:grpSpPr>
          <a:xfrm>
            <a:off x="632225" y="252150"/>
            <a:ext cx="8224700" cy="4553100"/>
            <a:chOff x="632225" y="252150"/>
            <a:chExt cx="8224700" cy="4553100"/>
          </a:xfrm>
        </p:grpSpPr>
        <p:sp>
          <p:nvSpPr>
            <p:cNvPr id="114" name="Google Shape;114;p9"/>
            <p:cNvSpPr/>
            <p:nvPr/>
          </p:nvSpPr>
          <p:spPr>
            <a:xfrm>
              <a:off x="2376475" y="570000"/>
              <a:ext cx="375600" cy="3756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9"/>
            <p:cNvSpPr/>
            <p:nvPr/>
          </p:nvSpPr>
          <p:spPr>
            <a:xfrm>
              <a:off x="4585700" y="2521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8185700" y="45414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930425" y="467900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5275475" y="9846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4386825" y="4292250"/>
              <a:ext cx="513000" cy="5130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8268325" y="361950"/>
              <a:ext cx="162300" cy="1623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632225" y="54070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676275" y="20957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8734225" y="3739650"/>
              <a:ext cx="122700" cy="122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7723625" y="1365500"/>
              <a:ext cx="471600" cy="4716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713363" y="1742775"/>
            <a:ext cx="2336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2" hasCustomPrompt="1"/>
          </p:nvPr>
        </p:nvSpPr>
        <p:spPr>
          <a:xfrm>
            <a:off x="713373" y="1149600"/>
            <a:ext cx="1077600" cy="593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713374" y="2096350"/>
            <a:ext cx="2085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title" idx="3"/>
          </p:nvPr>
        </p:nvSpPr>
        <p:spPr>
          <a:xfrm>
            <a:off x="3469163" y="1742775"/>
            <a:ext cx="2336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4" hasCustomPrompt="1"/>
          </p:nvPr>
        </p:nvSpPr>
        <p:spPr>
          <a:xfrm>
            <a:off x="3469173" y="1149600"/>
            <a:ext cx="1077600" cy="593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5"/>
          </p:nvPr>
        </p:nvSpPr>
        <p:spPr>
          <a:xfrm>
            <a:off x="3469174" y="2096350"/>
            <a:ext cx="2085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6"/>
          </p:nvPr>
        </p:nvSpPr>
        <p:spPr>
          <a:xfrm>
            <a:off x="6094213" y="1742775"/>
            <a:ext cx="2336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7" hasCustomPrompt="1"/>
          </p:nvPr>
        </p:nvSpPr>
        <p:spPr>
          <a:xfrm>
            <a:off x="6094223" y="1149600"/>
            <a:ext cx="1077600" cy="593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8"/>
          </p:nvPr>
        </p:nvSpPr>
        <p:spPr>
          <a:xfrm>
            <a:off x="6094224" y="2096350"/>
            <a:ext cx="2085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9"/>
          </p:nvPr>
        </p:nvSpPr>
        <p:spPr>
          <a:xfrm>
            <a:off x="713363" y="3608375"/>
            <a:ext cx="2336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13" hasCustomPrompt="1"/>
          </p:nvPr>
        </p:nvSpPr>
        <p:spPr>
          <a:xfrm>
            <a:off x="713373" y="3015200"/>
            <a:ext cx="1077600" cy="593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4"/>
          </p:nvPr>
        </p:nvSpPr>
        <p:spPr>
          <a:xfrm>
            <a:off x="713374" y="3961950"/>
            <a:ext cx="2085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15"/>
          </p:nvPr>
        </p:nvSpPr>
        <p:spPr>
          <a:xfrm>
            <a:off x="3469163" y="3608375"/>
            <a:ext cx="2336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16" hasCustomPrompt="1"/>
          </p:nvPr>
        </p:nvSpPr>
        <p:spPr>
          <a:xfrm>
            <a:off x="3469173" y="3015200"/>
            <a:ext cx="1077600" cy="593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17"/>
          </p:nvPr>
        </p:nvSpPr>
        <p:spPr>
          <a:xfrm>
            <a:off x="3469174" y="3961950"/>
            <a:ext cx="2085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8"/>
          </p:nvPr>
        </p:nvSpPr>
        <p:spPr>
          <a:xfrm>
            <a:off x="6094213" y="3608375"/>
            <a:ext cx="2336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19" hasCustomPrompt="1"/>
          </p:nvPr>
        </p:nvSpPr>
        <p:spPr>
          <a:xfrm>
            <a:off x="6094223" y="3015200"/>
            <a:ext cx="1077600" cy="593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20"/>
          </p:nvPr>
        </p:nvSpPr>
        <p:spPr>
          <a:xfrm>
            <a:off x="6094224" y="3961950"/>
            <a:ext cx="2085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6" name="Google Shape;176;p13"/>
          <p:cNvGrpSpPr/>
          <p:nvPr/>
        </p:nvGrpSpPr>
        <p:grpSpPr>
          <a:xfrm>
            <a:off x="175025" y="146450"/>
            <a:ext cx="8736000" cy="4825325"/>
            <a:chOff x="175025" y="70250"/>
            <a:chExt cx="8736000" cy="4825325"/>
          </a:xfrm>
        </p:grpSpPr>
        <p:sp>
          <p:nvSpPr>
            <p:cNvPr id="177" name="Google Shape;177;p13"/>
            <p:cNvSpPr/>
            <p:nvPr/>
          </p:nvSpPr>
          <p:spPr>
            <a:xfrm>
              <a:off x="1969538" y="868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3747500" y="997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7347500" y="45414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930425" y="467900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961275" y="702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4579125" y="4664875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8496925" y="1333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75025" y="54070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225275" y="3528825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8734225" y="3739650"/>
              <a:ext cx="122700" cy="122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8748725" y="14950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13"/>
          <p:cNvSpPr txBox="1">
            <a:spLocks noGrp="1"/>
          </p:cNvSpPr>
          <p:nvPr>
            <p:ph type="title" idx="21"/>
          </p:nvPr>
        </p:nvSpPr>
        <p:spPr>
          <a:xfrm>
            <a:off x="715100" y="502675"/>
            <a:ext cx="7713600" cy="490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25"/>
          <p:cNvGrpSpPr/>
          <p:nvPr/>
        </p:nvGrpSpPr>
        <p:grpSpPr>
          <a:xfrm>
            <a:off x="175025" y="146450"/>
            <a:ext cx="8736000" cy="4825325"/>
            <a:chOff x="175025" y="70250"/>
            <a:chExt cx="8736000" cy="4825325"/>
          </a:xfrm>
        </p:grpSpPr>
        <p:sp>
          <p:nvSpPr>
            <p:cNvPr id="394" name="Google Shape;394;p25"/>
            <p:cNvSpPr/>
            <p:nvPr/>
          </p:nvSpPr>
          <p:spPr>
            <a:xfrm>
              <a:off x="1969538" y="868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5"/>
            <p:cNvSpPr/>
            <p:nvPr/>
          </p:nvSpPr>
          <p:spPr>
            <a:xfrm>
              <a:off x="3747500" y="997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5"/>
            <p:cNvSpPr/>
            <p:nvPr/>
          </p:nvSpPr>
          <p:spPr>
            <a:xfrm>
              <a:off x="7347500" y="477005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5"/>
            <p:cNvSpPr/>
            <p:nvPr/>
          </p:nvSpPr>
          <p:spPr>
            <a:xfrm>
              <a:off x="930425" y="4679000"/>
              <a:ext cx="122700" cy="1227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5"/>
            <p:cNvSpPr/>
            <p:nvPr/>
          </p:nvSpPr>
          <p:spPr>
            <a:xfrm>
              <a:off x="5961275" y="70250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5"/>
            <p:cNvSpPr/>
            <p:nvPr/>
          </p:nvSpPr>
          <p:spPr>
            <a:xfrm>
              <a:off x="4579125" y="4664875"/>
              <a:ext cx="230700" cy="2307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5"/>
            <p:cNvSpPr/>
            <p:nvPr/>
          </p:nvSpPr>
          <p:spPr>
            <a:xfrm>
              <a:off x="8496925" y="1333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5"/>
            <p:cNvSpPr/>
            <p:nvPr/>
          </p:nvSpPr>
          <p:spPr>
            <a:xfrm>
              <a:off x="175025" y="54070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5"/>
            <p:cNvSpPr/>
            <p:nvPr/>
          </p:nvSpPr>
          <p:spPr>
            <a:xfrm>
              <a:off x="225275" y="3528825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5"/>
            <p:cNvSpPr/>
            <p:nvPr/>
          </p:nvSpPr>
          <p:spPr>
            <a:xfrm>
              <a:off x="8734225" y="3739650"/>
              <a:ext cx="122700" cy="1227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5"/>
            <p:cNvSpPr/>
            <p:nvPr/>
          </p:nvSpPr>
          <p:spPr>
            <a:xfrm>
              <a:off x="8748725" y="1495050"/>
              <a:ext cx="162300" cy="1623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aytone One"/>
              <a:buNone/>
              <a:defRPr sz="3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●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○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■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●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○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■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●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el"/>
              <a:buChar char="○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bel"/>
              <a:buChar char="■"/>
              <a:defRPr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7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"/>
          <p:cNvSpPr/>
          <p:nvPr/>
        </p:nvSpPr>
        <p:spPr>
          <a:xfrm flipH="1">
            <a:off x="4625825" y="2593250"/>
            <a:ext cx="4518177" cy="2550240"/>
          </a:xfrm>
          <a:custGeom>
            <a:avLst/>
            <a:gdLst/>
            <a:ahLst/>
            <a:cxnLst/>
            <a:rect l="l" t="t" r="r" b="b"/>
            <a:pathLst>
              <a:path w="115821" h="65374" extrusionOk="0">
                <a:moveTo>
                  <a:pt x="0" y="1"/>
                </a:moveTo>
                <a:lnTo>
                  <a:pt x="0" y="65373"/>
                </a:lnTo>
                <a:lnTo>
                  <a:pt x="115821" y="65373"/>
                </a:lnTo>
                <a:cubicBezTo>
                  <a:pt x="87482" y="62367"/>
                  <a:pt x="75458" y="40791"/>
                  <a:pt x="66869" y="31347"/>
                </a:cubicBezTo>
                <a:cubicBezTo>
                  <a:pt x="61827" y="25799"/>
                  <a:pt x="53526" y="25284"/>
                  <a:pt x="45969" y="25284"/>
                </a:cubicBezTo>
                <a:cubicBezTo>
                  <a:pt x="45110" y="25284"/>
                  <a:pt x="44264" y="25292"/>
                  <a:pt x="43432" y="25299"/>
                </a:cubicBezTo>
                <a:cubicBezTo>
                  <a:pt x="42600" y="25303"/>
                  <a:pt x="41780" y="25311"/>
                  <a:pt x="40987" y="25311"/>
                </a:cubicBezTo>
                <a:cubicBezTo>
                  <a:pt x="37648" y="25311"/>
                  <a:pt x="34680" y="25195"/>
                  <a:pt x="32522" y="24476"/>
                </a:cubicBezTo>
                <a:cubicBezTo>
                  <a:pt x="24792" y="21899"/>
                  <a:pt x="20926" y="12880"/>
                  <a:pt x="15344" y="7298"/>
                </a:cubicBezTo>
                <a:cubicBezTo>
                  <a:pt x="9761" y="1718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" name="Google Shape;416;p29"/>
          <p:cNvGrpSpPr/>
          <p:nvPr/>
        </p:nvGrpSpPr>
        <p:grpSpPr>
          <a:xfrm>
            <a:off x="6196890" y="-24"/>
            <a:ext cx="2808107" cy="3004023"/>
            <a:chOff x="3711475" y="-272656"/>
            <a:chExt cx="1856600" cy="1986131"/>
          </a:xfrm>
        </p:grpSpPr>
        <p:sp>
          <p:nvSpPr>
            <p:cNvPr id="417" name="Google Shape;417;p29"/>
            <p:cNvSpPr/>
            <p:nvPr/>
          </p:nvSpPr>
          <p:spPr>
            <a:xfrm>
              <a:off x="3807825" y="688750"/>
              <a:ext cx="1663850" cy="1024725"/>
            </a:xfrm>
            <a:custGeom>
              <a:avLst/>
              <a:gdLst/>
              <a:ahLst/>
              <a:cxnLst/>
              <a:rect l="l" t="t" r="r" b="b"/>
              <a:pathLst>
                <a:path w="66554" h="40989" extrusionOk="0">
                  <a:moveTo>
                    <a:pt x="1" y="0"/>
                  </a:moveTo>
                  <a:lnTo>
                    <a:pt x="1" y="40989"/>
                  </a:lnTo>
                  <a:lnTo>
                    <a:pt x="66554" y="40989"/>
                  </a:lnTo>
                  <a:lnTo>
                    <a:pt x="66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3711475" y="624950"/>
              <a:ext cx="1856600" cy="96450"/>
            </a:xfrm>
            <a:custGeom>
              <a:avLst/>
              <a:gdLst/>
              <a:ahLst/>
              <a:cxnLst/>
              <a:rect l="l" t="t" r="r" b="b"/>
              <a:pathLst>
                <a:path w="74264" h="3858" extrusionOk="0">
                  <a:moveTo>
                    <a:pt x="0" y="1"/>
                  </a:moveTo>
                  <a:lnTo>
                    <a:pt x="0" y="3858"/>
                  </a:lnTo>
                  <a:lnTo>
                    <a:pt x="74263" y="3858"/>
                  </a:lnTo>
                  <a:lnTo>
                    <a:pt x="742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3711475" y="1663200"/>
              <a:ext cx="1856600" cy="48225"/>
            </a:xfrm>
            <a:custGeom>
              <a:avLst/>
              <a:gdLst/>
              <a:ahLst/>
              <a:cxnLst/>
              <a:rect l="l" t="t" r="r" b="b"/>
              <a:pathLst>
                <a:path w="7426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74263" y="1929"/>
                  </a:lnTo>
                  <a:lnTo>
                    <a:pt x="742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3864975" y="762450"/>
              <a:ext cx="1549525" cy="856500"/>
            </a:xfrm>
            <a:custGeom>
              <a:avLst/>
              <a:gdLst/>
              <a:ahLst/>
              <a:cxnLst/>
              <a:rect l="l" t="t" r="r" b="b"/>
              <a:pathLst>
                <a:path w="61981" h="34260" extrusionOk="0">
                  <a:moveTo>
                    <a:pt x="61878" y="105"/>
                  </a:moveTo>
                  <a:lnTo>
                    <a:pt x="61878" y="34156"/>
                  </a:lnTo>
                  <a:lnTo>
                    <a:pt x="105" y="34156"/>
                  </a:lnTo>
                  <a:lnTo>
                    <a:pt x="105" y="105"/>
                  </a:lnTo>
                  <a:close/>
                  <a:moveTo>
                    <a:pt x="0" y="1"/>
                  </a:moveTo>
                  <a:lnTo>
                    <a:pt x="0" y="34260"/>
                  </a:lnTo>
                  <a:lnTo>
                    <a:pt x="61980" y="34260"/>
                  </a:lnTo>
                  <a:lnTo>
                    <a:pt x="619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4829975" y="1092800"/>
              <a:ext cx="123150" cy="96225"/>
            </a:xfrm>
            <a:custGeom>
              <a:avLst/>
              <a:gdLst/>
              <a:ahLst/>
              <a:cxnLst/>
              <a:rect l="l" t="t" r="r" b="b"/>
              <a:pathLst>
                <a:path w="4926" h="3849" extrusionOk="0">
                  <a:moveTo>
                    <a:pt x="2463" y="0"/>
                  </a:moveTo>
                  <a:cubicBezTo>
                    <a:pt x="1103" y="0"/>
                    <a:pt x="1" y="862"/>
                    <a:pt x="1" y="1924"/>
                  </a:cubicBezTo>
                  <a:cubicBezTo>
                    <a:pt x="1" y="2987"/>
                    <a:pt x="1103" y="3849"/>
                    <a:pt x="2463" y="3849"/>
                  </a:cubicBezTo>
                  <a:cubicBezTo>
                    <a:pt x="3824" y="3849"/>
                    <a:pt x="4926" y="2987"/>
                    <a:pt x="4926" y="1924"/>
                  </a:cubicBezTo>
                  <a:cubicBezTo>
                    <a:pt x="4926" y="862"/>
                    <a:pt x="3824" y="0"/>
                    <a:pt x="24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4801625" y="902025"/>
              <a:ext cx="328525" cy="278200"/>
            </a:xfrm>
            <a:custGeom>
              <a:avLst/>
              <a:gdLst/>
              <a:ahLst/>
              <a:cxnLst/>
              <a:rect l="l" t="t" r="r" b="b"/>
              <a:pathLst>
                <a:path w="13141" h="11128" extrusionOk="0">
                  <a:moveTo>
                    <a:pt x="4543" y="1"/>
                  </a:moveTo>
                  <a:cubicBezTo>
                    <a:pt x="4051" y="1"/>
                    <a:pt x="3556" y="33"/>
                    <a:pt x="3059" y="99"/>
                  </a:cubicBezTo>
                  <a:cubicBezTo>
                    <a:pt x="2027" y="242"/>
                    <a:pt x="981" y="537"/>
                    <a:pt x="1" y="1071"/>
                  </a:cubicBezTo>
                  <a:cubicBezTo>
                    <a:pt x="693" y="1504"/>
                    <a:pt x="1214" y="2018"/>
                    <a:pt x="1591" y="2588"/>
                  </a:cubicBezTo>
                  <a:cubicBezTo>
                    <a:pt x="2128" y="2252"/>
                    <a:pt x="2745" y="1999"/>
                    <a:pt x="3393" y="1831"/>
                  </a:cubicBezTo>
                  <a:cubicBezTo>
                    <a:pt x="4129" y="1634"/>
                    <a:pt x="4909" y="1547"/>
                    <a:pt x="5695" y="1547"/>
                  </a:cubicBezTo>
                  <a:cubicBezTo>
                    <a:pt x="5838" y="1547"/>
                    <a:pt x="5980" y="1550"/>
                    <a:pt x="6123" y="1555"/>
                  </a:cubicBezTo>
                  <a:cubicBezTo>
                    <a:pt x="7053" y="1605"/>
                    <a:pt x="7986" y="1770"/>
                    <a:pt x="8868" y="2081"/>
                  </a:cubicBezTo>
                  <a:cubicBezTo>
                    <a:pt x="9744" y="2396"/>
                    <a:pt x="10579" y="2844"/>
                    <a:pt x="11239" y="3471"/>
                  </a:cubicBezTo>
                  <a:cubicBezTo>
                    <a:pt x="11892" y="4098"/>
                    <a:pt x="12348" y="4916"/>
                    <a:pt x="12391" y="5814"/>
                  </a:cubicBezTo>
                  <a:cubicBezTo>
                    <a:pt x="12411" y="6269"/>
                    <a:pt x="12364" y="6728"/>
                    <a:pt x="12198" y="7124"/>
                  </a:cubicBezTo>
                  <a:cubicBezTo>
                    <a:pt x="12041" y="7525"/>
                    <a:pt x="11746" y="7849"/>
                    <a:pt x="11367" y="8062"/>
                  </a:cubicBezTo>
                  <a:cubicBezTo>
                    <a:pt x="10988" y="8281"/>
                    <a:pt x="10534" y="8398"/>
                    <a:pt x="10070" y="8440"/>
                  </a:cubicBezTo>
                  <a:cubicBezTo>
                    <a:pt x="9887" y="8457"/>
                    <a:pt x="9702" y="8465"/>
                    <a:pt x="9515" y="8465"/>
                  </a:cubicBezTo>
                  <a:cubicBezTo>
                    <a:pt x="9227" y="8465"/>
                    <a:pt x="8937" y="8446"/>
                    <a:pt x="8648" y="8410"/>
                  </a:cubicBezTo>
                  <a:cubicBezTo>
                    <a:pt x="8170" y="8353"/>
                    <a:pt x="7697" y="8254"/>
                    <a:pt x="7227" y="8130"/>
                  </a:cubicBezTo>
                  <a:cubicBezTo>
                    <a:pt x="6763" y="8004"/>
                    <a:pt x="6291" y="7846"/>
                    <a:pt x="5863" y="7664"/>
                  </a:cubicBezTo>
                  <a:lnTo>
                    <a:pt x="5851" y="7659"/>
                  </a:lnTo>
                  <a:cubicBezTo>
                    <a:pt x="5796" y="7636"/>
                    <a:pt x="5739" y="7625"/>
                    <a:pt x="5682" y="7625"/>
                  </a:cubicBezTo>
                  <a:cubicBezTo>
                    <a:pt x="5515" y="7625"/>
                    <a:pt x="5357" y="7721"/>
                    <a:pt x="5286" y="7884"/>
                  </a:cubicBezTo>
                  <a:cubicBezTo>
                    <a:pt x="5194" y="8104"/>
                    <a:pt x="5296" y="8357"/>
                    <a:pt x="5515" y="8449"/>
                  </a:cubicBezTo>
                  <a:cubicBezTo>
                    <a:pt x="5529" y="8457"/>
                    <a:pt x="5548" y="8463"/>
                    <a:pt x="5562" y="8468"/>
                  </a:cubicBezTo>
                  <a:cubicBezTo>
                    <a:pt x="5568" y="8469"/>
                    <a:pt x="5576" y="8472"/>
                    <a:pt x="5582" y="8473"/>
                  </a:cubicBezTo>
                  <a:cubicBezTo>
                    <a:pt x="5565" y="8473"/>
                    <a:pt x="5548" y="8472"/>
                    <a:pt x="5531" y="8472"/>
                  </a:cubicBezTo>
                  <a:cubicBezTo>
                    <a:pt x="5235" y="8472"/>
                    <a:pt x="5028" y="8534"/>
                    <a:pt x="5011" y="8702"/>
                  </a:cubicBezTo>
                  <a:cubicBezTo>
                    <a:pt x="4951" y="9237"/>
                    <a:pt x="5475" y="9285"/>
                    <a:pt x="5667" y="9285"/>
                  </a:cubicBezTo>
                  <a:cubicBezTo>
                    <a:pt x="5710" y="9285"/>
                    <a:pt x="5736" y="9283"/>
                    <a:pt x="5736" y="9283"/>
                  </a:cubicBezTo>
                  <a:lnTo>
                    <a:pt x="5736" y="9283"/>
                  </a:lnTo>
                  <a:cubicBezTo>
                    <a:pt x="5736" y="9283"/>
                    <a:pt x="5192" y="9573"/>
                    <a:pt x="5265" y="9972"/>
                  </a:cubicBezTo>
                  <a:cubicBezTo>
                    <a:pt x="5294" y="10135"/>
                    <a:pt x="5420" y="10183"/>
                    <a:pt x="5559" y="10183"/>
                  </a:cubicBezTo>
                  <a:cubicBezTo>
                    <a:pt x="5761" y="10183"/>
                    <a:pt x="5990" y="10081"/>
                    <a:pt x="5990" y="10081"/>
                  </a:cubicBezTo>
                  <a:lnTo>
                    <a:pt x="5990" y="10081"/>
                  </a:lnTo>
                  <a:cubicBezTo>
                    <a:pt x="5990" y="10081"/>
                    <a:pt x="5410" y="10553"/>
                    <a:pt x="5845" y="11061"/>
                  </a:cubicBezTo>
                  <a:cubicBezTo>
                    <a:pt x="5884" y="11107"/>
                    <a:pt x="5934" y="11127"/>
                    <a:pt x="5991" y="11127"/>
                  </a:cubicBezTo>
                  <a:cubicBezTo>
                    <a:pt x="6573" y="11127"/>
                    <a:pt x="7984" y="8994"/>
                    <a:pt x="7984" y="8994"/>
                  </a:cubicBezTo>
                  <a:cubicBezTo>
                    <a:pt x="7984" y="8994"/>
                    <a:pt x="7977" y="8991"/>
                    <a:pt x="7967" y="8987"/>
                  </a:cubicBezTo>
                  <a:lnTo>
                    <a:pt x="7967" y="8987"/>
                  </a:lnTo>
                  <a:cubicBezTo>
                    <a:pt x="8170" y="9016"/>
                    <a:pt x="8373" y="9043"/>
                    <a:pt x="8579" y="9063"/>
                  </a:cubicBezTo>
                  <a:cubicBezTo>
                    <a:pt x="8866" y="9085"/>
                    <a:pt x="9156" y="9101"/>
                    <a:pt x="9447" y="9101"/>
                  </a:cubicBezTo>
                  <a:cubicBezTo>
                    <a:pt x="9676" y="9101"/>
                    <a:pt x="9905" y="9091"/>
                    <a:pt x="10135" y="9067"/>
                  </a:cubicBezTo>
                  <a:cubicBezTo>
                    <a:pt x="10654" y="9007"/>
                    <a:pt x="11190" y="8891"/>
                    <a:pt x="11680" y="8621"/>
                  </a:cubicBezTo>
                  <a:cubicBezTo>
                    <a:pt x="12173" y="8357"/>
                    <a:pt x="12590" y="7913"/>
                    <a:pt x="12823" y="7397"/>
                  </a:cubicBezTo>
                  <a:cubicBezTo>
                    <a:pt x="13059" y="6880"/>
                    <a:pt x="13132" y="6329"/>
                    <a:pt x="13135" y="5794"/>
                  </a:cubicBezTo>
                  <a:cubicBezTo>
                    <a:pt x="13140" y="5246"/>
                    <a:pt x="13023" y="4692"/>
                    <a:pt x="12804" y="4186"/>
                  </a:cubicBezTo>
                  <a:cubicBezTo>
                    <a:pt x="12586" y="3679"/>
                    <a:pt x="12271" y="3222"/>
                    <a:pt x="11909" y="2823"/>
                  </a:cubicBezTo>
                  <a:cubicBezTo>
                    <a:pt x="11173" y="2025"/>
                    <a:pt x="10263" y="1437"/>
                    <a:pt x="9300" y="1008"/>
                  </a:cubicBezTo>
                  <a:cubicBezTo>
                    <a:pt x="8336" y="577"/>
                    <a:pt x="7315" y="283"/>
                    <a:pt x="6266" y="132"/>
                  </a:cubicBezTo>
                  <a:cubicBezTo>
                    <a:pt x="5699" y="45"/>
                    <a:pt x="5124" y="1"/>
                    <a:pt x="4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4410775" y="894625"/>
              <a:ext cx="453725" cy="571975"/>
            </a:xfrm>
            <a:custGeom>
              <a:avLst/>
              <a:gdLst/>
              <a:ahLst/>
              <a:cxnLst/>
              <a:rect l="l" t="t" r="r" b="b"/>
              <a:pathLst>
                <a:path w="18149" h="22879" extrusionOk="0">
                  <a:moveTo>
                    <a:pt x="9408" y="0"/>
                  </a:moveTo>
                  <a:cubicBezTo>
                    <a:pt x="9318" y="0"/>
                    <a:pt x="9227" y="1"/>
                    <a:pt x="9135" y="2"/>
                  </a:cubicBezTo>
                  <a:cubicBezTo>
                    <a:pt x="6245" y="33"/>
                    <a:pt x="4184" y="574"/>
                    <a:pt x="2768" y="1412"/>
                  </a:cubicBezTo>
                  <a:cubicBezTo>
                    <a:pt x="2051" y="1836"/>
                    <a:pt x="1501" y="2335"/>
                    <a:pt x="1091" y="2880"/>
                  </a:cubicBezTo>
                  <a:cubicBezTo>
                    <a:pt x="252" y="3990"/>
                    <a:pt x="0" y="5296"/>
                    <a:pt x="132" y="6553"/>
                  </a:cubicBezTo>
                  <a:cubicBezTo>
                    <a:pt x="486" y="9911"/>
                    <a:pt x="3190" y="9960"/>
                    <a:pt x="5364" y="12264"/>
                  </a:cubicBezTo>
                  <a:cubicBezTo>
                    <a:pt x="6013" y="12954"/>
                    <a:pt x="5585" y="22729"/>
                    <a:pt x="9063" y="22875"/>
                  </a:cubicBezTo>
                  <a:cubicBezTo>
                    <a:pt x="9114" y="22877"/>
                    <a:pt x="9165" y="22878"/>
                    <a:pt x="9214" y="22878"/>
                  </a:cubicBezTo>
                  <a:cubicBezTo>
                    <a:pt x="12545" y="22878"/>
                    <a:pt x="12577" y="18119"/>
                    <a:pt x="12844" y="14570"/>
                  </a:cubicBezTo>
                  <a:cubicBezTo>
                    <a:pt x="13114" y="10968"/>
                    <a:pt x="17778" y="9873"/>
                    <a:pt x="18045" y="6519"/>
                  </a:cubicBezTo>
                  <a:cubicBezTo>
                    <a:pt x="18149" y="5229"/>
                    <a:pt x="17940" y="3957"/>
                    <a:pt x="17225" y="2883"/>
                  </a:cubicBezTo>
                  <a:cubicBezTo>
                    <a:pt x="16848" y="2313"/>
                    <a:pt x="16327" y="1797"/>
                    <a:pt x="15635" y="1366"/>
                  </a:cubicBezTo>
                  <a:cubicBezTo>
                    <a:pt x="14284" y="525"/>
                    <a:pt x="12279" y="0"/>
                    <a:pt x="9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4319350" y="1091225"/>
              <a:ext cx="123150" cy="96250"/>
            </a:xfrm>
            <a:custGeom>
              <a:avLst/>
              <a:gdLst/>
              <a:ahLst/>
              <a:cxnLst/>
              <a:rect l="l" t="t" r="r" b="b"/>
              <a:pathLst>
                <a:path w="4926" h="3850" extrusionOk="0">
                  <a:moveTo>
                    <a:pt x="2463" y="1"/>
                  </a:moveTo>
                  <a:cubicBezTo>
                    <a:pt x="1103" y="1"/>
                    <a:pt x="1" y="863"/>
                    <a:pt x="1" y="1925"/>
                  </a:cubicBezTo>
                  <a:cubicBezTo>
                    <a:pt x="1" y="2988"/>
                    <a:pt x="1103" y="3850"/>
                    <a:pt x="2463" y="3850"/>
                  </a:cubicBezTo>
                  <a:cubicBezTo>
                    <a:pt x="3823" y="3850"/>
                    <a:pt x="4926" y="2988"/>
                    <a:pt x="4926" y="1925"/>
                  </a:cubicBezTo>
                  <a:cubicBezTo>
                    <a:pt x="4926" y="863"/>
                    <a:pt x="3823" y="1"/>
                    <a:pt x="2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4149375" y="902025"/>
              <a:ext cx="330575" cy="278175"/>
            </a:xfrm>
            <a:custGeom>
              <a:avLst/>
              <a:gdLst/>
              <a:ahLst/>
              <a:cxnLst/>
              <a:rect l="l" t="t" r="r" b="b"/>
              <a:pathLst>
                <a:path w="13223" h="11127" extrusionOk="0">
                  <a:moveTo>
                    <a:pt x="8597" y="1"/>
                  </a:moveTo>
                  <a:cubicBezTo>
                    <a:pt x="8016" y="1"/>
                    <a:pt x="7441" y="45"/>
                    <a:pt x="6873" y="132"/>
                  </a:cubicBezTo>
                  <a:cubicBezTo>
                    <a:pt x="5825" y="283"/>
                    <a:pt x="4804" y="577"/>
                    <a:pt x="3839" y="1008"/>
                  </a:cubicBezTo>
                  <a:cubicBezTo>
                    <a:pt x="2876" y="1437"/>
                    <a:pt x="1966" y="2026"/>
                    <a:pt x="1233" y="2823"/>
                  </a:cubicBezTo>
                  <a:cubicBezTo>
                    <a:pt x="869" y="3222"/>
                    <a:pt x="554" y="3679"/>
                    <a:pt x="337" y="4186"/>
                  </a:cubicBezTo>
                  <a:cubicBezTo>
                    <a:pt x="117" y="4691"/>
                    <a:pt x="0" y="5247"/>
                    <a:pt x="5" y="5794"/>
                  </a:cubicBezTo>
                  <a:cubicBezTo>
                    <a:pt x="9" y="6329"/>
                    <a:pt x="82" y="6882"/>
                    <a:pt x="321" y="7397"/>
                  </a:cubicBezTo>
                  <a:cubicBezTo>
                    <a:pt x="553" y="7914"/>
                    <a:pt x="970" y="8356"/>
                    <a:pt x="1461" y="8620"/>
                  </a:cubicBezTo>
                  <a:cubicBezTo>
                    <a:pt x="1952" y="8892"/>
                    <a:pt x="2486" y="9008"/>
                    <a:pt x="3009" y="9066"/>
                  </a:cubicBezTo>
                  <a:cubicBezTo>
                    <a:pt x="3244" y="9091"/>
                    <a:pt x="3477" y="9101"/>
                    <a:pt x="3710" y="9101"/>
                  </a:cubicBezTo>
                  <a:cubicBezTo>
                    <a:pt x="3996" y="9101"/>
                    <a:pt x="4280" y="9086"/>
                    <a:pt x="4561" y="9063"/>
                  </a:cubicBezTo>
                  <a:cubicBezTo>
                    <a:pt x="4767" y="9043"/>
                    <a:pt x="4971" y="9014"/>
                    <a:pt x="5174" y="8986"/>
                  </a:cubicBezTo>
                  <a:lnTo>
                    <a:pt x="5174" y="8986"/>
                  </a:lnTo>
                  <a:cubicBezTo>
                    <a:pt x="5164" y="8990"/>
                    <a:pt x="5156" y="8992"/>
                    <a:pt x="5156" y="8992"/>
                  </a:cubicBezTo>
                  <a:cubicBezTo>
                    <a:pt x="5156" y="8992"/>
                    <a:pt x="6568" y="11126"/>
                    <a:pt x="7150" y="11126"/>
                  </a:cubicBezTo>
                  <a:cubicBezTo>
                    <a:pt x="7208" y="11126"/>
                    <a:pt x="7257" y="11106"/>
                    <a:pt x="7296" y="11060"/>
                  </a:cubicBezTo>
                  <a:cubicBezTo>
                    <a:pt x="7732" y="10552"/>
                    <a:pt x="7151" y="10080"/>
                    <a:pt x="7151" y="10080"/>
                  </a:cubicBezTo>
                  <a:lnTo>
                    <a:pt x="7151" y="10080"/>
                  </a:lnTo>
                  <a:cubicBezTo>
                    <a:pt x="7151" y="10080"/>
                    <a:pt x="7381" y="10182"/>
                    <a:pt x="7582" y="10182"/>
                  </a:cubicBezTo>
                  <a:cubicBezTo>
                    <a:pt x="7721" y="10182"/>
                    <a:pt x="7847" y="10134"/>
                    <a:pt x="7877" y="9971"/>
                  </a:cubicBezTo>
                  <a:cubicBezTo>
                    <a:pt x="7949" y="9572"/>
                    <a:pt x="7405" y="9282"/>
                    <a:pt x="7405" y="9282"/>
                  </a:cubicBezTo>
                  <a:lnTo>
                    <a:pt x="7405" y="9282"/>
                  </a:lnTo>
                  <a:cubicBezTo>
                    <a:pt x="7405" y="9282"/>
                    <a:pt x="7432" y="9284"/>
                    <a:pt x="7474" y="9284"/>
                  </a:cubicBezTo>
                  <a:cubicBezTo>
                    <a:pt x="7667" y="9284"/>
                    <a:pt x="8190" y="9236"/>
                    <a:pt x="8131" y="8701"/>
                  </a:cubicBezTo>
                  <a:cubicBezTo>
                    <a:pt x="8112" y="8533"/>
                    <a:pt x="7906" y="8471"/>
                    <a:pt x="7609" y="8471"/>
                  </a:cubicBezTo>
                  <a:cubicBezTo>
                    <a:pt x="7592" y="8471"/>
                    <a:pt x="7575" y="8472"/>
                    <a:pt x="7558" y="8472"/>
                  </a:cubicBezTo>
                  <a:cubicBezTo>
                    <a:pt x="7564" y="8470"/>
                    <a:pt x="7571" y="8468"/>
                    <a:pt x="7577" y="8467"/>
                  </a:cubicBezTo>
                  <a:cubicBezTo>
                    <a:pt x="7592" y="8462"/>
                    <a:pt x="7610" y="8454"/>
                    <a:pt x="7628" y="8448"/>
                  </a:cubicBezTo>
                  <a:cubicBezTo>
                    <a:pt x="7844" y="8356"/>
                    <a:pt x="7946" y="8102"/>
                    <a:pt x="7853" y="7883"/>
                  </a:cubicBezTo>
                  <a:cubicBezTo>
                    <a:pt x="7783" y="7720"/>
                    <a:pt x="7625" y="7623"/>
                    <a:pt x="7458" y="7623"/>
                  </a:cubicBezTo>
                  <a:cubicBezTo>
                    <a:pt x="7401" y="7623"/>
                    <a:pt x="7344" y="7634"/>
                    <a:pt x="7288" y="7658"/>
                  </a:cubicBezTo>
                  <a:lnTo>
                    <a:pt x="7277" y="7663"/>
                  </a:lnTo>
                  <a:cubicBezTo>
                    <a:pt x="6848" y="7845"/>
                    <a:pt x="6377" y="8001"/>
                    <a:pt x="5912" y="8128"/>
                  </a:cubicBezTo>
                  <a:cubicBezTo>
                    <a:pt x="5446" y="8252"/>
                    <a:pt x="4970" y="8350"/>
                    <a:pt x="4492" y="8408"/>
                  </a:cubicBezTo>
                  <a:cubicBezTo>
                    <a:pt x="4204" y="8444"/>
                    <a:pt x="3914" y="8464"/>
                    <a:pt x="3627" y="8464"/>
                  </a:cubicBezTo>
                  <a:cubicBezTo>
                    <a:pt x="3440" y="8464"/>
                    <a:pt x="3253" y="8455"/>
                    <a:pt x="3069" y="8438"/>
                  </a:cubicBezTo>
                  <a:cubicBezTo>
                    <a:pt x="2605" y="8395"/>
                    <a:pt x="2150" y="8278"/>
                    <a:pt x="1772" y="8060"/>
                  </a:cubicBezTo>
                  <a:cubicBezTo>
                    <a:pt x="1393" y="7846"/>
                    <a:pt x="1098" y="7524"/>
                    <a:pt x="942" y="7122"/>
                  </a:cubicBezTo>
                  <a:cubicBezTo>
                    <a:pt x="777" y="6726"/>
                    <a:pt x="729" y="6267"/>
                    <a:pt x="749" y="5813"/>
                  </a:cubicBezTo>
                  <a:cubicBezTo>
                    <a:pt x="791" y="4914"/>
                    <a:pt x="1246" y="4097"/>
                    <a:pt x="1901" y="3470"/>
                  </a:cubicBezTo>
                  <a:cubicBezTo>
                    <a:pt x="2560" y="2843"/>
                    <a:pt x="3396" y="2394"/>
                    <a:pt x="4272" y="2080"/>
                  </a:cubicBezTo>
                  <a:cubicBezTo>
                    <a:pt x="5153" y="1769"/>
                    <a:pt x="6086" y="1604"/>
                    <a:pt x="7016" y="1553"/>
                  </a:cubicBezTo>
                  <a:cubicBezTo>
                    <a:pt x="7161" y="1547"/>
                    <a:pt x="7305" y="1545"/>
                    <a:pt x="7450" y="1545"/>
                  </a:cubicBezTo>
                  <a:cubicBezTo>
                    <a:pt x="8234" y="1545"/>
                    <a:pt x="9013" y="1632"/>
                    <a:pt x="9746" y="1829"/>
                  </a:cubicBezTo>
                  <a:cubicBezTo>
                    <a:pt x="10394" y="1998"/>
                    <a:pt x="11009" y="2252"/>
                    <a:pt x="11545" y="2585"/>
                  </a:cubicBezTo>
                  <a:cubicBezTo>
                    <a:pt x="11955" y="2040"/>
                    <a:pt x="12506" y="1541"/>
                    <a:pt x="13223" y="1117"/>
                  </a:cubicBezTo>
                  <a:cubicBezTo>
                    <a:pt x="12221" y="555"/>
                    <a:pt x="11144" y="246"/>
                    <a:pt x="10082" y="99"/>
                  </a:cubicBezTo>
                  <a:cubicBezTo>
                    <a:pt x="9585" y="33"/>
                    <a:pt x="9089" y="1"/>
                    <a:pt x="8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4937025" y="1339250"/>
              <a:ext cx="365900" cy="236100"/>
            </a:xfrm>
            <a:custGeom>
              <a:avLst/>
              <a:gdLst/>
              <a:ahLst/>
              <a:cxnLst/>
              <a:rect l="l" t="t" r="r" b="b"/>
              <a:pathLst>
                <a:path w="14636" h="9444" extrusionOk="0">
                  <a:moveTo>
                    <a:pt x="0" y="0"/>
                  </a:moveTo>
                  <a:lnTo>
                    <a:pt x="0" y="9444"/>
                  </a:lnTo>
                  <a:lnTo>
                    <a:pt x="14636" y="9444"/>
                  </a:lnTo>
                  <a:lnTo>
                    <a:pt x="14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5000525" y="1392475"/>
              <a:ext cx="17375" cy="17400"/>
            </a:xfrm>
            <a:custGeom>
              <a:avLst/>
              <a:gdLst/>
              <a:ahLst/>
              <a:cxnLst/>
              <a:rect l="l" t="t" r="r" b="b"/>
              <a:pathLst>
                <a:path w="695" h="696" extrusionOk="0">
                  <a:moveTo>
                    <a:pt x="348" y="1"/>
                  </a:moveTo>
                  <a:cubicBezTo>
                    <a:pt x="156" y="1"/>
                    <a:pt x="0" y="156"/>
                    <a:pt x="0" y="348"/>
                  </a:cubicBezTo>
                  <a:cubicBezTo>
                    <a:pt x="0" y="540"/>
                    <a:pt x="156" y="696"/>
                    <a:pt x="348" y="696"/>
                  </a:cubicBezTo>
                  <a:cubicBezTo>
                    <a:pt x="539" y="696"/>
                    <a:pt x="695" y="540"/>
                    <a:pt x="695" y="348"/>
                  </a:cubicBezTo>
                  <a:cubicBezTo>
                    <a:pt x="695" y="156"/>
                    <a:pt x="539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5045900" y="1396475"/>
              <a:ext cx="193500" cy="9350"/>
            </a:xfrm>
            <a:custGeom>
              <a:avLst/>
              <a:gdLst/>
              <a:ahLst/>
              <a:cxnLst/>
              <a:rect l="l" t="t" r="r" b="b"/>
              <a:pathLst>
                <a:path w="7740" h="374" extrusionOk="0">
                  <a:moveTo>
                    <a:pt x="1" y="1"/>
                  </a:moveTo>
                  <a:lnTo>
                    <a:pt x="1" y="374"/>
                  </a:lnTo>
                  <a:lnTo>
                    <a:pt x="7740" y="374"/>
                  </a:lnTo>
                  <a:lnTo>
                    <a:pt x="77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5000525" y="1449850"/>
              <a:ext cx="17375" cy="17400"/>
            </a:xfrm>
            <a:custGeom>
              <a:avLst/>
              <a:gdLst/>
              <a:ahLst/>
              <a:cxnLst/>
              <a:rect l="l" t="t" r="r" b="b"/>
              <a:pathLst>
                <a:path w="695" h="696" extrusionOk="0">
                  <a:moveTo>
                    <a:pt x="348" y="0"/>
                  </a:moveTo>
                  <a:cubicBezTo>
                    <a:pt x="156" y="0"/>
                    <a:pt x="0" y="156"/>
                    <a:pt x="0" y="348"/>
                  </a:cubicBezTo>
                  <a:cubicBezTo>
                    <a:pt x="0" y="539"/>
                    <a:pt x="156" y="695"/>
                    <a:pt x="348" y="695"/>
                  </a:cubicBezTo>
                  <a:cubicBezTo>
                    <a:pt x="539" y="695"/>
                    <a:pt x="695" y="539"/>
                    <a:pt x="695" y="348"/>
                  </a:cubicBezTo>
                  <a:cubicBezTo>
                    <a:pt x="695" y="156"/>
                    <a:pt x="539" y="1"/>
                    <a:pt x="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5045900" y="1453850"/>
              <a:ext cx="193500" cy="9350"/>
            </a:xfrm>
            <a:custGeom>
              <a:avLst/>
              <a:gdLst/>
              <a:ahLst/>
              <a:cxnLst/>
              <a:rect l="l" t="t" r="r" b="b"/>
              <a:pathLst>
                <a:path w="7740" h="374" extrusionOk="0">
                  <a:moveTo>
                    <a:pt x="1" y="0"/>
                  </a:moveTo>
                  <a:lnTo>
                    <a:pt x="1" y="373"/>
                  </a:lnTo>
                  <a:lnTo>
                    <a:pt x="7740" y="373"/>
                  </a:lnTo>
                  <a:lnTo>
                    <a:pt x="77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5000525" y="1507200"/>
              <a:ext cx="17375" cy="17400"/>
            </a:xfrm>
            <a:custGeom>
              <a:avLst/>
              <a:gdLst/>
              <a:ahLst/>
              <a:cxnLst/>
              <a:rect l="l" t="t" r="r" b="b"/>
              <a:pathLst>
                <a:path w="695" h="696" extrusionOk="0">
                  <a:moveTo>
                    <a:pt x="348" y="1"/>
                  </a:moveTo>
                  <a:cubicBezTo>
                    <a:pt x="156" y="1"/>
                    <a:pt x="0" y="156"/>
                    <a:pt x="0" y="348"/>
                  </a:cubicBezTo>
                  <a:cubicBezTo>
                    <a:pt x="0" y="540"/>
                    <a:pt x="156" y="696"/>
                    <a:pt x="348" y="696"/>
                  </a:cubicBezTo>
                  <a:cubicBezTo>
                    <a:pt x="539" y="696"/>
                    <a:pt x="695" y="540"/>
                    <a:pt x="695" y="348"/>
                  </a:cubicBezTo>
                  <a:cubicBezTo>
                    <a:pt x="695" y="156"/>
                    <a:pt x="539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5045900" y="1511225"/>
              <a:ext cx="193500" cy="9350"/>
            </a:xfrm>
            <a:custGeom>
              <a:avLst/>
              <a:gdLst/>
              <a:ahLst/>
              <a:cxnLst/>
              <a:rect l="l" t="t" r="r" b="b"/>
              <a:pathLst>
                <a:path w="7740" h="374" extrusionOk="0">
                  <a:moveTo>
                    <a:pt x="1" y="1"/>
                  </a:moveTo>
                  <a:lnTo>
                    <a:pt x="1" y="374"/>
                  </a:lnTo>
                  <a:lnTo>
                    <a:pt x="7740" y="374"/>
                  </a:lnTo>
                  <a:lnTo>
                    <a:pt x="77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4625032" y="-272656"/>
              <a:ext cx="17372" cy="905020"/>
            </a:xfrm>
            <a:custGeom>
              <a:avLst/>
              <a:gdLst/>
              <a:ahLst/>
              <a:cxnLst/>
              <a:rect l="l" t="t" r="r" b="b"/>
              <a:pathLst>
                <a:path w="208" h="10419" extrusionOk="0">
                  <a:moveTo>
                    <a:pt x="0" y="0"/>
                  </a:moveTo>
                  <a:lnTo>
                    <a:pt x="0" y="10418"/>
                  </a:lnTo>
                  <a:lnTo>
                    <a:pt x="207" y="10418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4" name="Google Shape;434;p29"/>
          <p:cNvSpPr txBox="1">
            <a:spLocks noGrp="1"/>
          </p:cNvSpPr>
          <p:nvPr>
            <p:ph type="ctrTitle"/>
          </p:nvPr>
        </p:nvSpPr>
        <p:spPr>
          <a:xfrm>
            <a:off x="713375" y="1053704"/>
            <a:ext cx="4143900" cy="27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600" dirty="0" smtClean="0"/>
              <a:t>LUTEINIZIRAJUĆI HORMON</a:t>
            </a:r>
            <a:endParaRPr sz="3600" dirty="0"/>
          </a:p>
        </p:txBody>
      </p:sp>
      <p:sp>
        <p:nvSpPr>
          <p:cNvPr id="435" name="Google Shape;435;p29"/>
          <p:cNvSpPr txBox="1">
            <a:spLocks noGrp="1"/>
          </p:cNvSpPr>
          <p:nvPr>
            <p:ph type="subTitle" idx="1"/>
          </p:nvPr>
        </p:nvSpPr>
        <p:spPr>
          <a:xfrm>
            <a:off x="713375" y="3985361"/>
            <a:ext cx="4143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Lea Kramarić i Sara </a:t>
            </a:r>
            <a:r>
              <a:rPr lang="hr-HR" dirty="0" err="1" smtClean="0"/>
              <a:t>Momčilović</a:t>
            </a:r>
            <a:r>
              <a:rPr lang="hr-HR" dirty="0" smtClean="0"/>
              <a:t>, 3.c</a:t>
            </a:r>
            <a:endParaRPr dirty="0"/>
          </a:p>
        </p:txBody>
      </p:sp>
      <p:grpSp>
        <p:nvGrpSpPr>
          <p:cNvPr id="436" name="Google Shape;436;p29"/>
          <p:cNvGrpSpPr/>
          <p:nvPr/>
        </p:nvGrpSpPr>
        <p:grpSpPr>
          <a:xfrm>
            <a:off x="5113328" y="2259157"/>
            <a:ext cx="2971315" cy="2884342"/>
            <a:chOff x="2637650" y="3566575"/>
            <a:chExt cx="1821775" cy="1768450"/>
          </a:xfrm>
        </p:grpSpPr>
        <p:sp>
          <p:nvSpPr>
            <p:cNvPr id="437" name="Google Shape;437;p29"/>
            <p:cNvSpPr/>
            <p:nvPr/>
          </p:nvSpPr>
          <p:spPr>
            <a:xfrm>
              <a:off x="2875075" y="3566575"/>
              <a:ext cx="739125" cy="753650"/>
            </a:xfrm>
            <a:custGeom>
              <a:avLst/>
              <a:gdLst/>
              <a:ahLst/>
              <a:cxnLst/>
              <a:rect l="l" t="t" r="r" b="b"/>
              <a:pathLst>
                <a:path w="29565" h="30146" extrusionOk="0">
                  <a:moveTo>
                    <a:pt x="15712" y="1"/>
                  </a:moveTo>
                  <a:cubicBezTo>
                    <a:pt x="14340" y="1"/>
                    <a:pt x="12844" y="439"/>
                    <a:pt x="11473" y="1775"/>
                  </a:cubicBezTo>
                  <a:cubicBezTo>
                    <a:pt x="7502" y="5650"/>
                    <a:pt x="8482" y="11582"/>
                    <a:pt x="7797" y="13396"/>
                  </a:cubicBezTo>
                  <a:cubicBezTo>
                    <a:pt x="7110" y="15210"/>
                    <a:pt x="1" y="21976"/>
                    <a:pt x="1767" y="24820"/>
                  </a:cubicBezTo>
                  <a:cubicBezTo>
                    <a:pt x="3117" y="26995"/>
                    <a:pt x="8915" y="30145"/>
                    <a:pt x="15296" y="30145"/>
                  </a:cubicBezTo>
                  <a:cubicBezTo>
                    <a:pt x="17256" y="30145"/>
                    <a:pt x="19272" y="29848"/>
                    <a:pt x="21230" y="29134"/>
                  </a:cubicBezTo>
                  <a:cubicBezTo>
                    <a:pt x="29565" y="26095"/>
                    <a:pt x="26034" y="19917"/>
                    <a:pt x="25692" y="18445"/>
                  </a:cubicBezTo>
                  <a:cubicBezTo>
                    <a:pt x="25559" y="17872"/>
                    <a:pt x="24858" y="15101"/>
                    <a:pt x="25055" y="11972"/>
                  </a:cubicBezTo>
                  <a:cubicBezTo>
                    <a:pt x="25374" y="6901"/>
                    <a:pt x="24796" y="1489"/>
                    <a:pt x="21284" y="1489"/>
                  </a:cubicBezTo>
                  <a:cubicBezTo>
                    <a:pt x="21029" y="1489"/>
                    <a:pt x="20758" y="1518"/>
                    <a:pt x="20471" y="1577"/>
                  </a:cubicBezTo>
                  <a:cubicBezTo>
                    <a:pt x="20471" y="1577"/>
                    <a:pt x="18315" y="1"/>
                    <a:pt x="15712" y="1"/>
                  </a:cubicBezTo>
                  <a:close/>
                </a:path>
              </a:pathLst>
            </a:custGeom>
            <a:solidFill>
              <a:srgbClr val="3A17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3004150" y="3862150"/>
              <a:ext cx="116100" cy="192950"/>
            </a:xfrm>
            <a:custGeom>
              <a:avLst/>
              <a:gdLst/>
              <a:ahLst/>
              <a:cxnLst/>
              <a:rect l="l" t="t" r="r" b="b"/>
              <a:pathLst>
                <a:path w="4644" h="7718" extrusionOk="0">
                  <a:moveTo>
                    <a:pt x="4460" y="0"/>
                  </a:moveTo>
                  <a:cubicBezTo>
                    <a:pt x="4460" y="3574"/>
                    <a:pt x="45" y="7540"/>
                    <a:pt x="0" y="7580"/>
                  </a:cubicBezTo>
                  <a:lnTo>
                    <a:pt x="123" y="7717"/>
                  </a:lnTo>
                  <a:cubicBezTo>
                    <a:pt x="307" y="7553"/>
                    <a:pt x="4643" y="3657"/>
                    <a:pt x="4643" y="0"/>
                  </a:cubicBez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3116100" y="3889775"/>
              <a:ext cx="42950" cy="92950"/>
            </a:xfrm>
            <a:custGeom>
              <a:avLst/>
              <a:gdLst/>
              <a:ahLst/>
              <a:cxnLst/>
              <a:rect l="l" t="t" r="r" b="b"/>
              <a:pathLst>
                <a:path w="1718" h="3718" extrusionOk="0">
                  <a:moveTo>
                    <a:pt x="1661" y="0"/>
                  </a:moveTo>
                  <a:lnTo>
                    <a:pt x="1479" y="7"/>
                  </a:lnTo>
                  <a:cubicBezTo>
                    <a:pt x="1532" y="1563"/>
                    <a:pt x="16" y="3587"/>
                    <a:pt x="0" y="3608"/>
                  </a:cubicBezTo>
                  <a:lnTo>
                    <a:pt x="147" y="3717"/>
                  </a:lnTo>
                  <a:cubicBezTo>
                    <a:pt x="210" y="3631"/>
                    <a:pt x="1717" y="1622"/>
                    <a:pt x="1661" y="0"/>
                  </a:cubicBez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3149950" y="3607025"/>
              <a:ext cx="69300" cy="66225"/>
            </a:xfrm>
            <a:custGeom>
              <a:avLst/>
              <a:gdLst/>
              <a:ahLst/>
              <a:cxnLst/>
              <a:rect l="l" t="t" r="r" b="b"/>
              <a:pathLst>
                <a:path w="2772" h="2649" extrusionOk="0">
                  <a:moveTo>
                    <a:pt x="2625" y="1"/>
                  </a:moveTo>
                  <a:cubicBezTo>
                    <a:pt x="2609" y="22"/>
                    <a:pt x="1037" y="2093"/>
                    <a:pt x="0" y="2477"/>
                  </a:cubicBezTo>
                  <a:lnTo>
                    <a:pt x="64" y="2649"/>
                  </a:lnTo>
                  <a:cubicBezTo>
                    <a:pt x="1150" y="2246"/>
                    <a:pt x="2704" y="198"/>
                    <a:pt x="2772" y="112"/>
                  </a:cubicBezTo>
                  <a:lnTo>
                    <a:pt x="2625" y="1"/>
                  </a:ln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3367050" y="3575275"/>
              <a:ext cx="27125" cy="42550"/>
            </a:xfrm>
            <a:custGeom>
              <a:avLst/>
              <a:gdLst/>
              <a:ahLst/>
              <a:cxnLst/>
              <a:rect l="l" t="t" r="r" b="b"/>
              <a:pathLst>
                <a:path w="1085" h="1702" extrusionOk="0">
                  <a:moveTo>
                    <a:pt x="68" y="1"/>
                  </a:moveTo>
                  <a:lnTo>
                    <a:pt x="1" y="96"/>
                  </a:lnTo>
                  <a:cubicBezTo>
                    <a:pt x="212" y="304"/>
                    <a:pt x="384" y="560"/>
                    <a:pt x="478" y="818"/>
                  </a:cubicBezTo>
                  <a:cubicBezTo>
                    <a:pt x="523" y="947"/>
                    <a:pt x="543" y="1078"/>
                    <a:pt x="542" y="1200"/>
                  </a:cubicBezTo>
                  <a:cubicBezTo>
                    <a:pt x="542" y="1323"/>
                    <a:pt x="504" y="1436"/>
                    <a:pt x="461" y="1540"/>
                  </a:cubicBezTo>
                  <a:lnTo>
                    <a:pt x="1061" y="1701"/>
                  </a:lnTo>
                  <a:cubicBezTo>
                    <a:pt x="1084" y="1508"/>
                    <a:pt x="1082" y="1311"/>
                    <a:pt x="1031" y="1130"/>
                  </a:cubicBezTo>
                  <a:cubicBezTo>
                    <a:pt x="983" y="949"/>
                    <a:pt x="902" y="787"/>
                    <a:pt x="803" y="646"/>
                  </a:cubicBezTo>
                  <a:cubicBezTo>
                    <a:pt x="704" y="506"/>
                    <a:pt x="589" y="383"/>
                    <a:pt x="465" y="278"/>
                  </a:cubicBezTo>
                  <a:cubicBezTo>
                    <a:pt x="341" y="171"/>
                    <a:pt x="212" y="78"/>
                    <a:pt x="68" y="1"/>
                  </a:cubicBezTo>
                  <a:close/>
                </a:path>
              </a:pathLst>
            </a:custGeom>
            <a:solidFill>
              <a:srgbClr val="3A17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2994250" y="4751150"/>
              <a:ext cx="643175" cy="583875"/>
            </a:xfrm>
            <a:custGeom>
              <a:avLst/>
              <a:gdLst/>
              <a:ahLst/>
              <a:cxnLst/>
              <a:rect l="l" t="t" r="r" b="b"/>
              <a:pathLst>
                <a:path w="25727" h="23355" extrusionOk="0">
                  <a:moveTo>
                    <a:pt x="24501" y="0"/>
                  </a:moveTo>
                  <a:lnTo>
                    <a:pt x="1200" y="1789"/>
                  </a:lnTo>
                  <a:lnTo>
                    <a:pt x="0" y="23354"/>
                  </a:lnTo>
                  <a:lnTo>
                    <a:pt x="11401" y="23354"/>
                  </a:lnTo>
                  <a:lnTo>
                    <a:pt x="11939" y="10779"/>
                  </a:lnTo>
                  <a:lnTo>
                    <a:pt x="13064" y="10779"/>
                  </a:lnTo>
                  <a:lnTo>
                    <a:pt x="13309" y="23354"/>
                  </a:lnTo>
                  <a:lnTo>
                    <a:pt x="25727" y="23354"/>
                  </a:lnTo>
                  <a:lnTo>
                    <a:pt x="2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3298350" y="4809575"/>
              <a:ext cx="28925" cy="28925"/>
            </a:xfrm>
            <a:custGeom>
              <a:avLst/>
              <a:gdLst/>
              <a:ahLst/>
              <a:cxnLst/>
              <a:rect l="l" t="t" r="r" b="b"/>
              <a:pathLst>
                <a:path w="1157" h="1157" extrusionOk="0">
                  <a:moveTo>
                    <a:pt x="578" y="0"/>
                  </a:moveTo>
                  <a:cubicBezTo>
                    <a:pt x="259" y="0"/>
                    <a:pt x="0" y="259"/>
                    <a:pt x="0" y="578"/>
                  </a:cubicBezTo>
                  <a:cubicBezTo>
                    <a:pt x="0" y="897"/>
                    <a:pt x="259" y="1156"/>
                    <a:pt x="578" y="1156"/>
                  </a:cubicBezTo>
                  <a:cubicBezTo>
                    <a:pt x="897" y="1156"/>
                    <a:pt x="1156" y="897"/>
                    <a:pt x="1156" y="578"/>
                  </a:cubicBezTo>
                  <a:cubicBezTo>
                    <a:pt x="1156" y="259"/>
                    <a:pt x="897" y="0"/>
                    <a:pt x="5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3300675" y="4878650"/>
              <a:ext cx="27325" cy="93300"/>
            </a:xfrm>
            <a:custGeom>
              <a:avLst/>
              <a:gdLst/>
              <a:ahLst/>
              <a:cxnLst/>
              <a:rect l="l" t="t" r="r" b="b"/>
              <a:pathLst>
                <a:path w="1093" h="3732" extrusionOk="0">
                  <a:moveTo>
                    <a:pt x="359" y="0"/>
                  </a:moveTo>
                  <a:lnTo>
                    <a:pt x="359" y="0"/>
                  </a:lnTo>
                  <a:cubicBezTo>
                    <a:pt x="344" y="116"/>
                    <a:pt x="1" y="2842"/>
                    <a:pt x="660" y="3551"/>
                  </a:cubicBezTo>
                  <a:cubicBezTo>
                    <a:pt x="772" y="3671"/>
                    <a:pt x="906" y="3732"/>
                    <a:pt x="1058" y="3732"/>
                  </a:cubicBezTo>
                  <a:cubicBezTo>
                    <a:pt x="1069" y="3732"/>
                    <a:pt x="1080" y="3730"/>
                    <a:pt x="1092" y="3729"/>
                  </a:cubicBezTo>
                  <a:lnTo>
                    <a:pt x="1082" y="3546"/>
                  </a:lnTo>
                  <a:cubicBezTo>
                    <a:pt x="1075" y="3546"/>
                    <a:pt x="1068" y="3547"/>
                    <a:pt x="1062" y="3547"/>
                  </a:cubicBezTo>
                  <a:cubicBezTo>
                    <a:pt x="959" y="3547"/>
                    <a:pt x="872" y="3509"/>
                    <a:pt x="795" y="3426"/>
                  </a:cubicBezTo>
                  <a:cubicBezTo>
                    <a:pt x="192" y="2779"/>
                    <a:pt x="538" y="51"/>
                    <a:pt x="541" y="23"/>
                  </a:cubicBezTo>
                  <a:lnTo>
                    <a:pt x="3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3227875" y="5011375"/>
              <a:ext cx="162975" cy="13400"/>
            </a:xfrm>
            <a:custGeom>
              <a:avLst/>
              <a:gdLst/>
              <a:ahLst/>
              <a:cxnLst/>
              <a:rect l="l" t="t" r="r" b="b"/>
              <a:pathLst>
                <a:path w="6519" h="536" extrusionOk="0">
                  <a:moveTo>
                    <a:pt x="6475" y="1"/>
                  </a:moveTo>
                  <a:cubicBezTo>
                    <a:pt x="5150" y="324"/>
                    <a:pt x="1674" y="356"/>
                    <a:pt x="443" y="356"/>
                  </a:cubicBezTo>
                  <a:cubicBezTo>
                    <a:pt x="173" y="356"/>
                    <a:pt x="11" y="355"/>
                    <a:pt x="2" y="354"/>
                  </a:cubicBezTo>
                  <a:lnTo>
                    <a:pt x="0" y="535"/>
                  </a:lnTo>
                  <a:cubicBezTo>
                    <a:pt x="35" y="535"/>
                    <a:pt x="210" y="536"/>
                    <a:pt x="481" y="536"/>
                  </a:cubicBezTo>
                  <a:cubicBezTo>
                    <a:pt x="1754" y="536"/>
                    <a:pt x="5169" y="505"/>
                    <a:pt x="6519" y="176"/>
                  </a:cubicBezTo>
                  <a:lnTo>
                    <a:pt x="64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2934100" y="3995300"/>
              <a:ext cx="803950" cy="790750"/>
            </a:xfrm>
            <a:custGeom>
              <a:avLst/>
              <a:gdLst/>
              <a:ahLst/>
              <a:cxnLst/>
              <a:rect l="l" t="t" r="r" b="b"/>
              <a:pathLst>
                <a:path w="32158" h="31630" extrusionOk="0">
                  <a:moveTo>
                    <a:pt x="10122" y="0"/>
                  </a:moveTo>
                  <a:cubicBezTo>
                    <a:pt x="10122" y="0"/>
                    <a:pt x="3376" y="2425"/>
                    <a:pt x="1" y="8435"/>
                  </a:cubicBezTo>
                  <a:lnTo>
                    <a:pt x="1" y="31630"/>
                  </a:lnTo>
                  <a:lnTo>
                    <a:pt x="32158" y="31630"/>
                  </a:lnTo>
                  <a:lnTo>
                    <a:pt x="32158" y="7802"/>
                  </a:lnTo>
                  <a:cubicBezTo>
                    <a:pt x="32158" y="7802"/>
                    <a:pt x="23301" y="633"/>
                    <a:pt x="16342" y="421"/>
                  </a:cubicBezTo>
                  <a:lnTo>
                    <a:pt x="101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2934125" y="4540300"/>
              <a:ext cx="803950" cy="86175"/>
            </a:xfrm>
            <a:custGeom>
              <a:avLst/>
              <a:gdLst/>
              <a:ahLst/>
              <a:cxnLst/>
              <a:rect l="l" t="t" r="r" b="b"/>
              <a:pathLst>
                <a:path w="32158" h="3447" extrusionOk="0">
                  <a:moveTo>
                    <a:pt x="32158" y="1"/>
                  </a:moveTo>
                  <a:cubicBezTo>
                    <a:pt x="26565" y="1898"/>
                    <a:pt x="20529" y="2517"/>
                    <a:pt x="15034" y="2517"/>
                  </a:cubicBezTo>
                  <a:cubicBezTo>
                    <a:pt x="8887" y="2517"/>
                    <a:pt x="3416" y="1742"/>
                    <a:pt x="1" y="1117"/>
                  </a:cubicBezTo>
                  <a:lnTo>
                    <a:pt x="1" y="2074"/>
                  </a:lnTo>
                  <a:cubicBezTo>
                    <a:pt x="2143" y="2461"/>
                    <a:pt x="5005" y="2890"/>
                    <a:pt x="8318" y="3165"/>
                  </a:cubicBezTo>
                  <a:cubicBezTo>
                    <a:pt x="10670" y="3360"/>
                    <a:pt x="12877" y="3447"/>
                    <a:pt x="14941" y="3447"/>
                  </a:cubicBezTo>
                  <a:cubicBezTo>
                    <a:pt x="22577" y="3447"/>
                    <a:pt x="28272" y="2263"/>
                    <a:pt x="32158" y="1014"/>
                  </a:cubicBezTo>
                  <a:lnTo>
                    <a:pt x="321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2934100" y="4651300"/>
              <a:ext cx="803950" cy="86200"/>
            </a:xfrm>
            <a:custGeom>
              <a:avLst/>
              <a:gdLst/>
              <a:ahLst/>
              <a:cxnLst/>
              <a:rect l="l" t="t" r="r" b="b"/>
              <a:pathLst>
                <a:path w="32158" h="3448" extrusionOk="0">
                  <a:moveTo>
                    <a:pt x="32158" y="0"/>
                  </a:moveTo>
                  <a:cubicBezTo>
                    <a:pt x="26565" y="1898"/>
                    <a:pt x="20528" y="2517"/>
                    <a:pt x="15033" y="2517"/>
                  </a:cubicBezTo>
                  <a:cubicBezTo>
                    <a:pt x="8886" y="2517"/>
                    <a:pt x="3416" y="1743"/>
                    <a:pt x="1" y="1117"/>
                  </a:cubicBezTo>
                  <a:lnTo>
                    <a:pt x="1" y="2075"/>
                  </a:lnTo>
                  <a:cubicBezTo>
                    <a:pt x="2144" y="2461"/>
                    <a:pt x="5004" y="2890"/>
                    <a:pt x="8318" y="3165"/>
                  </a:cubicBezTo>
                  <a:cubicBezTo>
                    <a:pt x="10670" y="3361"/>
                    <a:pt x="12876" y="3448"/>
                    <a:pt x="14941" y="3448"/>
                  </a:cubicBezTo>
                  <a:cubicBezTo>
                    <a:pt x="22576" y="3448"/>
                    <a:pt x="28272" y="2263"/>
                    <a:pt x="32158" y="1012"/>
                  </a:cubicBezTo>
                  <a:lnTo>
                    <a:pt x="32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2934125" y="4405825"/>
              <a:ext cx="803950" cy="86200"/>
            </a:xfrm>
            <a:custGeom>
              <a:avLst/>
              <a:gdLst/>
              <a:ahLst/>
              <a:cxnLst/>
              <a:rect l="l" t="t" r="r" b="b"/>
              <a:pathLst>
                <a:path w="32158" h="3448" extrusionOk="0">
                  <a:moveTo>
                    <a:pt x="32158" y="1"/>
                  </a:moveTo>
                  <a:cubicBezTo>
                    <a:pt x="26565" y="1898"/>
                    <a:pt x="20528" y="2517"/>
                    <a:pt x="15032" y="2517"/>
                  </a:cubicBezTo>
                  <a:cubicBezTo>
                    <a:pt x="8885" y="2517"/>
                    <a:pt x="3416" y="1743"/>
                    <a:pt x="1" y="1117"/>
                  </a:cubicBezTo>
                  <a:lnTo>
                    <a:pt x="1" y="2075"/>
                  </a:lnTo>
                  <a:cubicBezTo>
                    <a:pt x="2143" y="2461"/>
                    <a:pt x="5005" y="2890"/>
                    <a:pt x="8318" y="3165"/>
                  </a:cubicBezTo>
                  <a:cubicBezTo>
                    <a:pt x="10670" y="3361"/>
                    <a:pt x="12877" y="3448"/>
                    <a:pt x="14941" y="3448"/>
                  </a:cubicBezTo>
                  <a:cubicBezTo>
                    <a:pt x="22577" y="3448"/>
                    <a:pt x="28272" y="2263"/>
                    <a:pt x="32158" y="1012"/>
                  </a:cubicBezTo>
                  <a:lnTo>
                    <a:pt x="321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3052825" y="4051950"/>
              <a:ext cx="499575" cy="36625"/>
            </a:xfrm>
            <a:custGeom>
              <a:avLst/>
              <a:gdLst/>
              <a:ahLst/>
              <a:cxnLst/>
              <a:rect l="l" t="t" r="r" b="b"/>
              <a:pathLst>
                <a:path w="19983" h="1465" extrusionOk="0">
                  <a:moveTo>
                    <a:pt x="1122" y="1"/>
                  </a:moveTo>
                  <a:cubicBezTo>
                    <a:pt x="755" y="250"/>
                    <a:pt x="380" y="519"/>
                    <a:pt x="0" y="813"/>
                  </a:cubicBezTo>
                  <a:cubicBezTo>
                    <a:pt x="1115" y="952"/>
                    <a:pt x="2309" y="1078"/>
                    <a:pt x="3569" y="1182"/>
                  </a:cubicBezTo>
                  <a:cubicBezTo>
                    <a:pt x="5920" y="1378"/>
                    <a:pt x="8127" y="1465"/>
                    <a:pt x="10191" y="1465"/>
                  </a:cubicBezTo>
                  <a:cubicBezTo>
                    <a:pt x="13910" y="1465"/>
                    <a:pt x="17168" y="1183"/>
                    <a:pt x="19982" y="750"/>
                  </a:cubicBezTo>
                  <a:cubicBezTo>
                    <a:pt x="19496" y="501"/>
                    <a:pt x="18997" y="259"/>
                    <a:pt x="18491" y="28"/>
                  </a:cubicBezTo>
                  <a:cubicBezTo>
                    <a:pt x="15701" y="390"/>
                    <a:pt x="12926" y="534"/>
                    <a:pt x="10276" y="534"/>
                  </a:cubicBezTo>
                  <a:cubicBezTo>
                    <a:pt x="6954" y="534"/>
                    <a:pt x="3831" y="308"/>
                    <a:pt x="1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2943525" y="4152625"/>
              <a:ext cx="768150" cy="70425"/>
            </a:xfrm>
            <a:custGeom>
              <a:avLst/>
              <a:gdLst/>
              <a:ahLst/>
              <a:cxnLst/>
              <a:rect l="l" t="t" r="r" b="b"/>
              <a:pathLst>
                <a:path w="30726" h="2817" extrusionOk="0">
                  <a:moveTo>
                    <a:pt x="29743" y="1"/>
                  </a:moveTo>
                  <a:cubicBezTo>
                    <a:pt x="24744" y="1407"/>
                    <a:pt x="19492" y="1886"/>
                    <a:pt x="14659" y="1886"/>
                  </a:cubicBezTo>
                  <a:cubicBezTo>
                    <a:pt x="9055" y="1886"/>
                    <a:pt x="4013" y="1242"/>
                    <a:pt x="578" y="655"/>
                  </a:cubicBezTo>
                  <a:cubicBezTo>
                    <a:pt x="378" y="932"/>
                    <a:pt x="186" y="1217"/>
                    <a:pt x="0" y="1513"/>
                  </a:cubicBezTo>
                  <a:cubicBezTo>
                    <a:pt x="2098" y="1881"/>
                    <a:pt x="4818" y="2276"/>
                    <a:pt x="7941" y="2535"/>
                  </a:cubicBezTo>
                  <a:cubicBezTo>
                    <a:pt x="10293" y="2731"/>
                    <a:pt x="12499" y="2817"/>
                    <a:pt x="14564" y="2817"/>
                  </a:cubicBezTo>
                  <a:cubicBezTo>
                    <a:pt x="21535" y="2817"/>
                    <a:pt x="26889" y="1830"/>
                    <a:pt x="30725" y="706"/>
                  </a:cubicBezTo>
                  <a:cubicBezTo>
                    <a:pt x="30445" y="500"/>
                    <a:pt x="30117" y="261"/>
                    <a:pt x="29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2934125" y="4271350"/>
              <a:ext cx="803950" cy="86175"/>
            </a:xfrm>
            <a:custGeom>
              <a:avLst/>
              <a:gdLst/>
              <a:ahLst/>
              <a:cxnLst/>
              <a:rect l="l" t="t" r="r" b="b"/>
              <a:pathLst>
                <a:path w="32158" h="3447" extrusionOk="0">
                  <a:moveTo>
                    <a:pt x="32158" y="0"/>
                  </a:moveTo>
                  <a:cubicBezTo>
                    <a:pt x="26566" y="1897"/>
                    <a:pt x="20530" y="2516"/>
                    <a:pt x="15035" y="2516"/>
                  </a:cubicBezTo>
                  <a:cubicBezTo>
                    <a:pt x="8888" y="2516"/>
                    <a:pt x="3417" y="1742"/>
                    <a:pt x="1" y="1116"/>
                  </a:cubicBezTo>
                  <a:lnTo>
                    <a:pt x="1" y="2074"/>
                  </a:lnTo>
                  <a:cubicBezTo>
                    <a:pt x="2143" y="2461"/>
                    <a:pt x="5005" y="2889"/>
                    <a:pt x="8318" y="3164"/>
                  </a:cubicBezTo>
                  <a:cubicBezTo>
                    <a:pt x="10670" y="3360"/>
                    <a:pt x="12877" y="3447"/>
                    <a:pt x="14941" y="3447"/>
                  </a:cubicBezTo>
                  <a:cubicBezTo>
                    <a:pt x="22577" y="3447"/>
                    <a:pt x="28272" y="2262"/>
                    <a:pt x="32158" y="1012"/>
                  </a:cubicBezTo>
                  <a:lnTo>
                    <a:pt x="32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4153175" y="3892925"/>
              <a:ext cx="306250" cy="350150"/>
            </a:xfrm>
            <a:custGeom>
              <a:avLst/>
              <a:gdLst/>
              <a:ahLst/>
              <a:cxnLst/>
              <a:rect l="l" t="t" r="r" b="b"/>
              <a:pathLst>
                <a:path w="12250" h="14006" extrusionOk="0">
                  <a:moveTo>
                    <a:pt x="9635" y="0"/>
                  </a:moveTo>
                  <a:cubicBezTo>
                    <a:pt x="8888" y="0"/>
                    <a:pt x="7113" y="1665"/>
                    <a:pt x="5217" y="3370"/>
                  </a:cubicBezTo>
                  <a:cubicBezTo>
                    <a:pt x="4540" y="3447"/>
                    <a:pt x="3925" y="3568"/>
                    <a:pt x="3691" y="3609"/>
                  </a:cubicBezTo>
                  <a:cubicBezTo>
                    <a:pt x="3149" y="3705"/>
                    <a:pt x="1246" y="6557"/>
                    <a:pt x="853" y="7153"/>
                  </a:cubicBezTo>
                  <a:cubicBezTo>
                    <a:pt x="326" y="7598"/>
                    <a:pt x="1" y="7867"/>
                    <a:pt x="1" y="7867"/>
                  </a:cubicBezTo>
                  <a:lnTo>
                    <a:pt x="5712" y="14005"/>
                  </a:lnTo>
                  <a:lnTo>
                    <a:pt x="8054" y="10812"/>
                  </a:lnTo>
                  <a:cubicBezTo>
                    <a:pt x="8102" y="10821"/>
                    <a:pt x="8152" y="10825"/>
                    <a:pt x="8204" y="10825"/>
                  </a:cubicBezTo>
                  <a:cubicBezTo>
                    <a:pt x="9615" y="10825"/>
                    <a:pt x="12010" y="7625"/>
                    <a:pt x="12127" y="6573"/>
                  </a:cubicBezTo>
                  <a:cubicBezTo>
                    <a:pt x="12250" y="5484"/>
                    <a:pt x="10965" y="5436"/>
                    <a:pt x="10965" y="5436"/>
                  </a:cubicBezTo>
                  <a:cubicBezTo>
                    <a:pt x="10919" y="4638"/>
                    <a:pt x="10435" y="4491"/>
                    <a:pt x="10087" y="4491"/>
                  </a:cubicBezTo>
                  <a:cubicBezTo>
                    <a:pt x="9886" y="4491"/>
                    <a:pt x="9730" y="4540"/>
                    <a:pt x="9730" y="4540"/>
                  </a:cubicBezTo>
                  <a:cubicBezTo>
                    <a:pt x="9617" y="3837"/>
                    <a:pt x="9230" y="3668"/>
                    <a:pt x="8883" y="3668"/>
                  </a:cubicBezTo>
                  <a:cubicBezTo>
                    <a:pt x="8560" y="3668"/>
                    <a:pt x="8271" y="3814"/>
                    <a:pt x="8271" y="3814"/>
                  </a:cubicBezTo>
                  <a:cubicBezTo>
                    <a:pt x="8271" y="3814"/>
                    <a:pt x="11102" y="934"/>
                    <a:pt x="9834" y="56"/>
                  </a:cubicBezTo>
                  <a:cubicBezTo>
                    <a:pt x="9779" y="18"/>
                    <a:pt x="9713" y="0"/>
                    <a:pt x="9635" y="0"/>
                  </a:cubicBezTo>
                  <a:close/>
                </a:path>
              </a:pathLst>
            </a:custGeom>
            <a:solidFill>
              <a:srgbClr val="F1A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4266750" y="3974450"/>
              <a:ext cx="85750" cy="64300"/>
            </a:xfrm>
            <a:custGeom>
              <a:avLst/>
              <a:gdLst/>
              <a:ahLst/>
              <a:cxnLst/>
              <a:rect l="l" t="t" r="r" b="b"/>
              <a:pathLst>
                <a:path w="3430" h="2572" extrusionOk="0">
                  <a:moveTo>
                    <a:pt x="1862" y="0"/>
                  </a:moveTo>
                  <a:cubicBezTo>
                    <a:pt x="1097" y="0"/>
                    <a:pt x="273" y="118"/>
                    <a:pt x="1" y="160"/>
                  </a:cubicBezTo>
                  <a:lnTo>
                    <a:pt x="35" y="377"/>
                  </a:lnTo>
                  <a:cubicBezTo>
                    <a:pt x="609" y="287"/>
                    <a:pt x="1296" y="223"/>
                    <a:pt x="1880" y="223"/>
                  </a:cubicBezTo>
                  <a:cubicBezTo>
                    <a:pt x="2569" y="223"/>
                    <a:pt x="3113" y="312"/>
                    <a:pt x="3152" y="554"/>
                  </a:cubicBezTo>
                  <a:cubicBezTo>
                    <a:pt x="3182" y="737"/>
                    <a:pt x="3186" y="1097"/>
                    <a:pt x="2885" y="1456"/>
                  </a:cubicBezTo>
                  <a:cubicBezTo>
                    <a:pt x="2557" y="1848"/>
                    <a:pt x="1794" y="2321"/>
                    <a:pt x="19" y="2352"/>
                  </a:cubicBezTo>
                  <a:lnTo>
                    <a:pt x="22" y="2571"/>
                  </a:lnTo>
                  <a:cubicBezTo>
                    <a:pt x="1880" y="2539"/>
                    <a:pt x="2696" y="2023"/>
                    <a:pt x="3052" y="1596"/>
                  </a:cubicBezTo>
                  <a:cubicBezTo>
                    <a:pt x="3318" y="1280"/>
                    <a:pt x="3430" y="898"/>
                    <a:pt x="3368" y="519"/>
                  </a:cubicBezTo>
                  <a:cubicBezTo>
                    <a:pt x="3303" y="113"/>
                    <a:pt x="2610" y="0"/>
                    <a:pt x="1862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4290150" y="4031875"/>
              <a:ext cx="33650" cy="66575"/>
            </a:xfrm>
            <a:custGeom>
              <a:avLst/>
              <a:gdLst/>
              <a:ahLst/>
              <a:cxnLst/>
              <a:rect l="l" t="t" r="r" b="b"/>
              <a:pathLst>
                <a:path w="1346" h="2663" extrusionOk="0">
                  <a:moveTo>
                    <a:pt x="120" y="0"/>
                  </a:moveTo>
                  <a:lnTo>
                    <a:pt x="0" y="184"/>
                  </a:lnTo>
                  <a:cubicBezTo>
                    <a:pt x="45" y="213"/>
                    <a:pt x="1100" y="932"/>
                    <a:pt x="763" y="2620"/>
                  </a:cubicBezTo>
                  <a:lnTo>
                    <a:pt x="978" y="2663"/>
                  </a:lnTo>
                  <a:cubicBezTo>
                    <a:pt x="1346" y="825"/>
                    <a:pt x="133" y="9"/>
                    <a:pt x="120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4315025" y="4076075"/>
              <a:ext cx="45925" cy="17850"/>
            </a:xfrm>
            <a:custGeom>
              <a:avLst/>
              <a:gdLst/>
              <a:ahLst/>
              <a:cxnLst/>
              <a:rect l="l" t="t" r="r" b="b"/>
              <a:pathLst>
                <a:path w="1837" h="714" extrusionOk="0">
                  <a:moveTo>
                    <a:pt x="362" y="1"/>
                  </a:moveTo>
                  <a:cubicBezTo>
                    <a:pt x="156" y="1"/>
                    <a:pt x="16" y="25"/>
                    <a:pt x="0" y="28"/>
                  </a:cubicBezTo>
                  <a:lnTo>
                    <a:pt x="39" y="243"/>
                  </a:lnTo>
                  <a:cubicBezTo>
                    <a:pt x="42" y="242"/>
                    <a:pt x="165" y="221"/>
                    <a:pt x="350" y="221"/>
                  </a:cubicBezTo>
                  <a:cubicBezTo>
                    <a:pt x="697" y="221"/>
                    <a:pt x="1262" y="295"/>
                    <a:pt x="1681" y="713"/>
                  </a:cubicBezTo>
                  <a:lnTo>
                    <a:pt x="1837" y="558"/>
                  </a:lnTo>
                  <a:cubicBezTo>
                    <a:pt x="1365" y="86"/>
                    <a:pt x="747" y="1"/>
                    <a:pt x="362" y="1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4319575" y="4012475"/>
              <a:ext cx="73175" cy="58750"/>
            </a:xfrm>
            <a:custGeom>
              <a:avLst/>
              <a:gdLst/>
              <a:ahLst/>
              <a:cxnLst/>
              <a:rect l="l" t="t" r="r" b="b"/>
              <a:pathLst>
                <a:path w="2927" h="2350" extrusionOk="0">
                  <a:moveTo>
                    <a:pt x="2738" y="1"/>
                  </a:moveTo>
                  <a:cubicBezTo>
                    <a:pt x="2446" y="502"/>
                    <a:pt x="1607" y="1849"/>
                    <a:pt x="1236" y="2060"/>
                  </a:cubicBezTo>
                  <a:cubicBezTo>
                    <a:pt x="1155" y="2106"/>
                    <a:pt x="1071" y="2129"/>
                    <a:pt x="985" y="2129"/>
                  </a:cubicBezTo>
                  <a:cubicBezTo>
                    <a:pt x="922" y="2129"/>
                    <a:pt x="857" y="2116"/>
                    <a:pt x="792" y="2091"/>
                  </a:cubicBezTo>
                  <a:cubicBezTo>
                    <a:pt x="562" y="2000"/>
                    <a:pt x="386" y="1775"/>
                    <a:pt x="329" y="1597"/>
                  </a:cubicBezTo>
                  <a:cubicBezTo>
                    <a:pt x="262" y="1387"/>
                    <a:pt x="590" y="628"/>
                    <a:pt x="846" y="156"/>
                  </a:cubicBezTo>
                  <a:lnTo>
                    <a:pt x="653" y="53"/>
                  </a:lnTo>
                  <a:cubicBezTo>
                    <a:pt x="542" y="256"/>
                    <a:pt x="1" y="1288"/>
                    <a:pt x="120" y="1665"/>
                  </a:cubicBezTo>
                  <a:cubicBezTo>
                    <a:pt x="190" y="1884"/>
                    <a:pt x="405" y="2175"/>
                    <a:pt x="712" y="2295"/>
                  </a:cubicBezTo>
                  <a:cubicBezTo>
                    <a:pt x="803" y="2330"/>
                    <a:pt x="895" y="2349"/>
                    <a:pt x="986" y="2349"/>
                  </a:cubicBezTo>
                  <a:cubicBezTo>
                    <a:pt x="1107" y="2349"/>
                    <a:pt x="1230" y="2316"/>
                    <a:pt x="1344" y="2251"/>
                  </a:cubicBezTo>
                  <a:cubicBezTo>
                    <a:pt x="1832" y="1973"/>
                    <a:pt x="2817" y="299"/>
                    <a:pt x="2927" y="111"/>
                  </a:cubicBezTo>
                  <a:lnTo>
                    <a:pt x="2738" y="1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4351375" y="4033225"/>
              <a:ext cx="74150" cy="54800"/>
            </a:xfrm>
            <a:custGeom>
              <a:avLst/>
              <a:gdLst/>
              <a:ahLst/>
              <a:cxnLst/>
              <a:rect l="l" t="t" r="r" b="b"/>
              <a:pathLst>
                <a:path w="2966" h="2192" extrusionOk="0">
                  <a:moveTo>
                    <a:pt x="2794" y="0"/>
                  </a:moveTo>
                  <a:lnTo>
                    <a:pt x="1437" y="1691"/>
                  </a:lnTo>
                  <a:cubicBezTo>
                    <a:pt x="1433" y="1695"/>
                    <a:pt x="1134" y="1972"/>
                    <a:pt x="835" y="1972"/>
                  </a:cubicBezTo>
                  <a:cubicBezTo>
                    <a:pt x="756" y="1972"/>
                    <a:pt x="676" y="1952"/>
                    <a:pt x="602" y="1903"/>
                  </a:cubicBezTo>
                  <a:cubicBezTo>
                    <a:pt x="239" y="1660"/>
                    <a:pt x="282" y="1278"/>
                    <a:pt x="285" y="1261"/>
                  </a:cubicBezTo>
                  <a:lnTo>
                    <a:pt x="67" y="1231"/>
                  </a:lnTo>
                  <a:lnTo>
                    <a:pt x="67" y="1231"/>
                  </a:lnTo>
                  <a:cubicBezTo>
                    <a:pt x="63" y="1253"/>
                    <a:pt x="0" y="1765"/>
                    <a:pt x="481" y="2085"/>
                  </a:cubicBezTo>
                  <a:cubicBezTo>
                    <a:pt x="596" y="2162"/>
                    <a:pt x="717" y="2191"/>
                    <a:pt x="834" y="2191"/>
                  </a:cubicBezTo>
                  <a:cubicBezTo>
                    <a:pt x="1219" y="2191"/>
                    <a:pt x="1571" y="1866"/>
                    <a:pt x="1598" y="1838"/>
                  </a:cubicBezTo>
                  <a:lnTo>
                    <a:pt x="2965" y="137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4378700" y="4076600"/>
              <a:ext cx="67825" cy="40950"/>
            </a:xfrm>
            <a:custGeom>
              <a:avLst/>
              <a:gdLst/>
              <a:ahLst/>
              <a:cxnLst/>
              <a:rect l="l" t="t" r="r" b="b"/>
              <a:pathLst>
                <a:path w="2713" h="1638" extrusionOk="0">
                  <a:moveTo>
                    <a:pt x="317" y="1"/>
                  </a:moveTo>
                  <a:cubicBezTo>
                    <a:pt x="304" y="40"/>
                    <a:pt x="1" y="949"/>
                    <a:pt x="508" y="1423"/>
                  </a:cubicBezTo>
                  <a:cubicBezTo>
                    <a:pt x="659" y="1564"/>
                    <a:pt x="847" y="1638"/>
                    <a:pt x="1054" y="1638"/>
                  </a:cubicBezTo>
                  <a:cubicBezTo>
                    <a:pt x="1088" y="1638"/>
                    <a:pt x="1120" y="1636"/>
                    <a:pt x="1154" y="1634"/>
                  </a:cubicBezTo>
                  <a:cubicBezTo>
                    <a:pt x="1556" y="1591"/>
                    <a:pt x="1926" y="1301"/>
                    <a:pt x="2100" y="1050"/>
                  </a:cubicBezTo>
                  <a:cubicBezTo>
                    <a:pt x="2366" y="666"/>
                    <a:pt x="2708" y="129"/>
                    <a:pt x="2712" y="124"/>
                  </a:cubicBezTo>
                  <a:lnTo>
                    <a:pt x="2527" y="6"/>
                  </a:lnTo>
                  <a:cubicBezTo>
                    <a:pt x="2522" y="13"/>
                    <a:pt x="2182" y="544"/>
                    <a:pt x="1919" y="926"/>
                  </a:cubicBezTo>
                  <a:cubicBezTo>
                    <a:pt x="1769" y="1143"/>
                    <a:pt x="1448" y="1383"/>
                    <a:pt x="1130" y="1416"/>
                  </a:cubicBezTo>
                  <a:cubicBezTo>
                    <a:pt x="1105" y="1419"/>
                    <a:pt x="1080" y="1420"/>
                    <a:pt x="1055" y="1420"/>
                  </a:cubicBezTo>
                  <a:cubicBezTo>
                    <a:pt x="902" y="1420"/>
                    <a:pt x="770" y="1367"/>
                    <a:pt x="658" y="1264"/>
                  </a:cubicBezTo>
                  <a:cubicBezTo>
                    <a:pt x="255" y="886"/>
                    <a:pt x="521" y="81"/>
                    <a:pt x="525" y="7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4339200" y="4155125"/>
              <a:ext cx="27500" cy="9400"/>
            </a:xfrm>
            <a:custGeom>
              <a:avLst/>
              <a:gdLst/>
              <a:ahLst/>
              <a:cxnLst/>
              <a:rect l="l" t="t" r="r" b="b"/>
              <a:pathLst>
                <a:path w="1100" h="376" extrusionOk="0">
                  <a:moveTo>
                    <a:pt x="129" y="0"/>
                  </a:moveTo>
                  <a:lnTo>
                    <a:pt x="1" y="179"/>
                  </a:lnTo>
                  <a:cubicBezTo>
                    <a:pt x="15" y="189"/>
                    <a:pt x="279" y="376"/>
                    <a:pt x="666" y="376"/>
                  </a:cubicBezTo>
                  <a:cubicBezTo>
                    <a:pt x="798" y="376"/>
                    <a:pt x="944" y="353"/>
                    <a:pt x="1100" y="298"/>
                  </a:cubicBezTo>
                  <a:lnTo>
                    <a:pt x="1024" y="92"/>
                  </a:lnTo>
                  <a:cubicBezTo>
                    <a:pt x="895" y="139"/>
                    <a:pt x="774" y="157"/>
                    <a:pt x="666" y="157"/>
                  </a:cubicBezTo>
                  <a:cubicBezTo>
                    <a:pt x="352" y="157"/>
                    <a:pt x="141" y="10"/>
                    <a:pt x="129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3407725" y="4038050"/>
              <a:ext cx="935450" cy="1296975"/>
            </a:xfrm>
            <a:custGeom>
              <a:avLst/>
              <a:gdLst/>
              <a:ahLst/>
              <a:cxnLst/>
              <a:rect l="l" t="t" r="r" b="b"/>
              <a:pathLst>
                <a:path w="37418" h="51879" extrusionOk="0">
                  <a:moveTo>
                    <a:pt x="2919" y="0"/>
                  </a:moveTo>
                  <a:cubicBezTo>
                    <a:pt x="2919" y="0"/>
                    <a:pt x="1" y="13548"/>
                    <a:pt x="1565" y="24805"/>
                  </a:cubicBezTo>
                  <a:cubicBezTo>
                    <a:pt x="3128" y="36061"/>
                    <a:pt x="4379" y="51878"/>
                    <a:pt x="4379" y="51878"/>
                  </a:cubicBezTo>
                  <a:lnTo>
                    <a:pt x="16468" y="51878"/>
                  </a:lnTo>
                  <a:cubicBezTo>
                    <a:pt x="16468" y="51878"/>
                    <a:pt x="17571" y="46514"/>
                    <a:pt x="13065" y="26185"/>
                  </a:cubicBezTo>
                  <a:lnTo>
                    <a:pt x="13065" y="26185"/>
                  </a:lnTo>
                  <a:cubicBezTo>
                    <a:pt x="13065" y="26185"/>
                    <a:pt x="14757" y="27151"/>
                    <a:pt x="17366" y="27151"/>
                  </a:cubicBezTo>
                  <a:cubicBezTo>
                    <a:pt x="19884" y="27151"/>
                    <a:pt x="23256" y="26252"/>
                    <a:pt x="26787" y="22721"/>
                  </a:cubicBezTo>
                  <a:cubicBezTo>
                    <a:pt x="33978" y="15529"/>
                    <a:pt x="37417" y="8755"/>
                    <a:pt x="37417" y="8755"/>
                  </a:cubicBezTo>
                  <a:cubicBezTo>
                    <a:pt x="37417" y="8755"/>
                    <a:pt x="33247" y="1980"/>
                    <a:pt x="29496" y="730"/>
                  </a:cubicBezTo>
                  <a:lnTo>
                    <a:pt x="19317" y="11452"/>
                  </a:lnTo>
                  <a:cubicBezTo>
                    <a:pt x="19317" y="11452"/>
                    <a:pt x="13857" y="4395"/>
                    <a:pt x="2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3708625" y="4592100"/>
              <a:ext cx="273125" cy="124675"/>
            </a:xfrm>
            <a:custGeom>
              <a:avLst/>
              <a:gdLst/>
              <a:ahLst/>
              <a:cxnLst/>
              <a:rect l="l" t="t" r="r" b="b"/>
              <a:pathLst>
                <a:path w="10925" h="4987" extrusionOk="0">
                  <a:moveTo>
                    <a:pt x="3341" y="0"/>
                  </a:moveTo>
                  <a:cubicBezTo>
                    <a:pt x="1456" y="0"/>
                    <a:pt x="0" y="311"/>
                    <a:pt x="0" y="311"/>
                  </a:cubicBezTo>
                  <a:lnTo>
                    <a:pt x="1107" y="4382"/>
                  </a:lnTo>
                  <a:cubicBezTo>
                    <a:pt x="1081" y="4261"/>
                    <a:pt x="1056" y="4143"/>
                    <a:pt x="1029" y="4022"/>
                  </a:cubicBezTo>
                  <a:lnTo>
                    <a:pt x="1029" y="4022"/>
                  </a:lnTo>
                  <a:cubicBezTo>
                    <a:pt x="1029" y="4022"/>
                    <a:pt x="2720" y="4986"/>
                    <a:pt x="5328" y="4986"/>
                  </a:cubicBezTo>
                  <a:cubicBezTo>
                    <a:pt x="6913" y="4986"/>
                    <a:pt x="8836" y="4630"/>
                    <a:pt x="10925" y="3486"/>
                  </a:cubicBezTo>
                  <a:cubicBezTo>
                    <a:pt x="9417" y="603"/>
                    <a:pt x="5964" y="0"/>
                    <a:pt x="33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3438175" y="4097700"/>
              <a:ext cx="173000" cy="256575"/>
            </a:xfrm>
            <a:custGeom>
              <a:avLst/>
              <a:gdLst/>
              <a:ahLst/>
              <a:cxnLst/>
              <a:rect l="l" t="t" r="r" b="b"/>
              <a:pathLst>
                <a:path w="6920" h="10263" extrusionOk="0">
                  <a:moveTo>
                    <a:pt x="6822" y="1"/>
                  </a:moveTo>
                  <a:lnTo>
                    <a:pt x="2479" y="2712"/>
                  </a:lnTo>
                  <a:lnTo>
                    <a:pt x="4895" y="6927"/>
                  </a:lnTo>
                  <a:lnTo>
                    <a:pt x="1" y="10109"/>
                  </a:lnTo>
                  <a:lnTo>
                    <a:pt x="100" y="10262"/>
                  </a:lnTo>
                  <a:lnTo>
                    <a:pt x="5141" y="6987"/>
                  </a:lnTo>
                  <a:lnTo>
                    <a:pt x="2726" y="2774"/>
                  </a:lnTo>
                  <a:lnTo>
                    <a:pt x="6920" y="156"/>
                  </a:lnTo>
                  <a:lnTo>
                    <a:pt x="6822" y="1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3432350" y="4037575"/>
              <a:ext cx="50600" cy="817550"/>
            </a:xfrm>
            <a:custGeom>
              <a:avLst/>
              <a:gdLst/>
              <a:ahLst/>
              <a:cxnLst/>
              <a:rect l="l" t="t" r="r" b="b"/>
              <a:pathLst>
                <a:path w="2024" h="32702" extrusionOk="0">
                  <a:moveTo>
                    <a:pt x="1847" y="0"/>
                  </a:moveTo>
                  <a:cubicBezTo>
                    <a:pt x="1831" y="75"/>
                    <a:pt x="255" y="7561"/>
                    <a:pt x="98" y="16573"/>
                  </a:cubicBezTo>
                  <a:cubicBezTo>
                    <a:pt x="1" y="22145"/>
                    <a:pt x="901" y="28446"/>
                    <a:pt x="1586" y="32702"/>
                  </a:cubicBezTo>
                  <a:lnTo>
                    <a:pt x="1763" y="32675"/>
                  </a:lnTo>
                  <a:cubicBezTo>
                    <a:pt x="1080" y="28425"/>
                    <a:pt x="181" y="22134"/>
                    <a:pt x="278" y="16577"/>
                  </a:cubicBezTo>
                  <a:cubicBezTo>
                    <a:pt x="435" y="7582"/>
                    <a:pt x="2008" y="112"/>
                    <a:pt x="2023" y="39"/>
                  </a:cubicBezTo>
                  <a:lnTo>
                    <a:pt x="1847" y="0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3603850" y="4294250"/>
              <a:ext cx="183025" cy="647525"/>
            </a:xfrm>
            <a:custGeom>
              <a:avLst/>
              <a:gdLst/>
              <a:ahLst/>
              <a:cxnLst/>
              <a:rect l="l" t="t" r="r" b="b"/>
              <a:pathLst>
                <a:path w="7321" h="25901" extrusionOk="0">
                  <a:moveTo>
                    <a:pt x="168" y="0"/>
                  </a:moveTo>
                  <a:lnTo>
                    <a:pt x="0" y="65"/>
                  </a:lnTo>
                  <a:cubicBezTo>
                    <a:pt x="60" y="216"/>
                    <a:pt x="5962" y="15263"/>
                    <a:pt x="7142" y="25901"/>
                  </a:cubicBezTo>
                  <a:lnTo>
                    <a:pt x="7320" y="25881"/>
                  </a:lnTo>
                  <a:cubicBezTo>
                    <a:pt x="6137" y="15221"/>
                    <a:pt x="227" y="150"/>
                    <a:pt x="168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3624775" y="4298025"/>
              <a:ext cx="13025" cy="52675"/>
            </a:xfrm>
            <a:custGeom>
              <a:avLst/>
              <a:gdLst/>
              <a:ahLst/>
              <a:cxnLst/>
              <a:rect l="l" t="t" r="r" b="b"/>
              <a:pathLst>
                <a:path w="521" h="2107" extrusionOk="0">
                  <a:moveTo>
                    <a:pt x="223" y="0"/>
                  </a:moveTo>
                  <a:lnTo>
                    <a:pt x="47" y="35"/>
                  </a:lnTo>
                  <a:cubicBezTo>
                    <a:pt x="49" y="49"/>
                    <a:pt x="332" y="1511"/>
                    <a:pt x="1" y="2007"/>
                  </a:cubicBezTo>
                  <a:lnTo>
                    <a:pt x="150" y="2106"/>
                  </a:lnTo>
                  <a:cubicBezTo>
                    <a:pt x="520" y="1550"/>
                    <a:pt x="235" y="64"/>
                    <a:pt x="223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3869225" y="4053950"/>
              <a:ext cx="475750" cy="294425"/>
            </a:xfrm>
            <a:custGeom>
              <a:avLst/>
              <a:gdLst/>
              <a:ahLst/>
              <a:cxnLst/>
              <a:rect l="l" t="t" r="r" b="b"/>
              <a:pathLst>
                <a:path w="19030" h="11777" extrusionOk="0">
                  <a:moveTo>
                    <a:pt x="10998" y="1"/>
                  </a:moveTo>
                  <a:lnTo>
                    <a:pt x="0" y="11655"/>
                  </a:lnTo>
                  <a:lnTo>
                    <a:pt x="131" y="11777"/>
                  </a:lnTo>
                  <a:lnTo>
                    <a:pt x="11067" y="188"/>
                  </a:lnTo>
                  <a:cubicBezTo>
                    <a:pt x="11427" y="257"/>
                    <a:pt x="14183" y="1004"/>
                    <a:pt x="18879" y="8167"/>
                  </a:cubicBezTo>
                  <a:lnTo>
                    <a:pt x="19030" y="8068"/>
                  </a:lnTo>
                  <a:cubicBezTo>
                    <a:pt x="13941" y="309"/>
                    <a:pt x="11157" y="12"/>
                    <a:pt x="11041" y="3"/>
                  </a:cubicBezTo>
                  <a:lnTo>
                    <a:pt x="10998" y="1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3569400" y="4941525"/>
              <a:ext cx="156800" cy="105275"/>
            </a:xfrm>
            <a:custGeom>
              <a:avLst/>
              <a:gdLst/>
              <a:ahLst/>
              <a:cxnLst/>
              <a:rect l="l" t="t" r="r" b="b"/>
              <a:pathLst>
                <a:path w="6272" h="4211" extrusionOk="0">
                  <a:moveTo>
                    <a:pt x="5981" y="1"/>
                  </a:moveTo>
                  <a:lnTo>
                    <a:pt x="0" y="3744"/>
                  </a:lnTo>
                  <a:lnTo>
                    <a:pt x="293" y="4210"/>
                  </a:lnTo>
                  <a:lnTo>
                    <a:pt x="6272" y="466"/>
                  </a:lnTo>
                  <a:lnTo>
                    <a:pt x="5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3598575" y="4542625"/>
              <a:ext cx="50650" cy="42550"/>
            </a:xfrm>
            <a:custGeom>
              <a:avLst/>
              <a:gdLst/>
              <a:ahLst/>
              <a:cxnLst/>
              <a:rect l="l" t="t" r="r" b="b"/>
              <a:pathLst>
                <a:path w="2026" h="1702" extrusionOk="0">
                  <a:moveTo>
                    <a:pt x="1846" y="1"/>
                  </a:moveTo>
                  <a:cubicBezTo>
                    <a:pt x="1846" y="1210"/>
                    <a:pt x="18" y="1521"/>
                    <a:pt x="1" y="1524"/>
                  </a:cubicBezTo>
                  <a:lnTo>
                    <a:pt x="29" y="1701"/>
                  </a:lnTo>
                  <a:cubicBezTo>
                    <a:pt x="111" y="1689"/>
                    <a:pt x="2026" y="1364"/>
                    <a:pt x="20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2637650" y="4036725"/>
              <a:ext cx="583375" cy="1297175"/>
            </a:xfrm>
            <a:custGeom>
              <a:avLst/>
              <a:gdLst/>
              <a:ahLst/>
              <a:cxnLst/>
              <a:rect l="l" t="t" r="r" b="b"/>
              <a:pathLst>
                <a:path w="23335" h="51887" extrusionOk="0">
                  <a:moveTo>
                    <a:pt x="18635" y="0"/>
                  </a:moveTo>
                  <a:cubicBezTo>
                    <a:pt x="18635" y="0"/>
                    <a:pt x="8580" y="5025"/>
                    <a:pt x="4213" y="22963"/>
                  </a:cubicBezTo>
                  <a:cubicBezTo>
                    <a:pt x="1" y="40260"/>
                    <a:pt x="1636" y="51887"/>
                    <a:pt x="1636" y="51887"/>
                  </a:cubicBezTo>
                  <a:lnTo>
                    <a:pt x="20731" y="51887"/>
                  </a:lnTo>
                  <a:cubicBezTo>
                    <a:pt x="20731" y="51887"/>
                    <a:pt x="23334" y="27410"/>
                    <a:pt x="23148" y="17886"/>
                  </a:cubicBezTo>
                  <a:cubicBezTo>
                    <a:pt x="22906" y="5560"/>
                    <a:pt x="18635" y="0"/>
                    <a:pt x="186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2841775" y="4287950"/>
              <a:ext cx="189200" cy="1041500"/>
            </a:xfrm>
            <a:custGeom>
              <a:avLst/>
              <a:gdLst/>
              <a:ahLst/>
              <a:cxnLst/>
              <a:rect l="l" t="t" r="r" b="b"/>
              <a:pathLst>
                <a:path w="7568" h="41660" extrusionOk="0">
                  <a:moveTo>
                    <a:pt x="7393" y="0"/>
                  </a:moveTo>
                  <a:cubicBezTo>
                    <a:pt x="7320" y="270"/>
                    <a:pt x="1" y="27179"/>
                    <a:pt x="734" y="41660"/>
                  </a:cubicBezTo>
                  <a:lnTo>
                    <a:pt x="913" y="41650"/>
                  </a:lnTo>
                  <a:cubicBezTo>
                    <a:pt x="182" y="27199"/>
                    <a:pt x="7494" y="317"/>
                    <a:pt x="7567" y="48"/>
                  </a:cubicBezTo>
                  <a:lnTo>
                    <a:pt x="7393" y="0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2997000" y="4312150"/>
              <a:ext cx="11475" cy="57050"/>
            </a:xfrm>
            <a:custGeom>
              <a:avLst/>
              <a:gdLst/>
              <a:ahLst/>
              <a:cxnLst/>
              <a:rect l="l" t="t" r="r" b="b"/>
              <a:pathLst>
                <a:path w="459" h="2282" extrusionOk="0">
                  <a:moveTo>
                    <a:pt x="178" y="0"/>
                  </a:moveTo>
                  <a:lnTo>
                    <a:pt x="0" y="12"/>
                  </a:lnTo>
                  <a:cubicBezTo>
                    <a:pt x="13" y="208"/>
                    <a:pt x="131" y="1943"/>
                    <a:pt x="300" y="2281"/>
                  </a:cubicBezTo>
                  <a:lnTo>
                    <a:pt x="458" y="2203"/>
                  </a:lnTo>
                  <a:cubicBezTo>
                    <a:pt x="331" y="1943"/>
                    <a:pt x="213" y="525"/>
                    <a:pt x="178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3006700" y="4107875"/>
              <a:ext cx="202600" cy="257050"/>
            </a:xfrm>
            <a:custGeom>
              <a:avLst/>
              <a:gdLst/>
              <a:ahLst/>
              <a:cxnLst/>
              <a:rect l="l" t="t" r="r" b="b"/>
              <a:pathLst>
                <a:path w="8104" h="10282" extrusionOk="0">
                  <a:moveTo>
                    <a:pt x="99" y="0"/>
                  </a:moveTo>
                  <a:lnTo>
                    <a:pt x="1" y="154"/>
                  </a:lnTo>
                  <a:lnTo>
                    <a:pt x="4751" y="3147"/>
                  </a:lnTo>
                  <a:lnTo>
                    <a:pt x="3183" y="7720"/>
                  </a:lnTo>
                  <a:lnTo>
                    <a:pt x="8018" y="10281"/>
                  </a:lnTo>
                  <a:lnTo>
                    <a:pt x="8104" y="10120"/>
                  </a:lnTo>
                  <a:lnTo>
                    <a:pt x="3407" y="7631"/>
                  </a:lnTo>
                  <a:lnTo>
                    <a:pt x="4972" y="3069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3101725" y="4035425"/>
              <a:ext cx="125825" cy="810100"/>
            </a:xfrm>
            <a:custGeom>
              <a:avLst/>
              <a:gdLst/>
              <a:ahLst/>
              <a:cxnLst/>
              <a:rect l="l" t="t" r="r" b="b"/>
              <a:pathLst>
                <a:path w="5033" h="32404" extrusionOk="0">
                  <a:moveTo>
                    <a:pt x="146" y="0"/>
                  </a:moveTo>
                  <a:lnTo>
                    <a:pt x="1" y="105"/>
                  </a:lnTo>
                  <a:cubicBezTo>
                    <a:pt x="30" y="147"/>
                    <a:pt x="2976" y="4282"/>
                    <a:pt x="4166" y="12378"/>
                  </a:cubicBezTo>
                  <a:cubicBezTo>
                    <a:pt x="4852" y="17038"/>
                    <a:pt x="4454" y="23393"/>
                    <a:pt x="4033" y="30121"/>
                  </a:cubicBezTo>
                  <a:cubicBezTo>
                    <a:pt x="3984" y="30874"/>
                    <a:pt x="3939" y="31632"/>
                    <a:pt x="3892" y="32393"/>
                  </a:cubicBezTo>
                  <a:lnTo>
                    <a:pt x="4070" y="32403"/>
                  </a:lnTo>
                  <a:cubicBezTo>
                    <a:pt x="4117" y="31642"/>
                    <a:pt x="4164" y="30884"/>
                    <a:pt x="4211" y="30132"/>
                  </a:cubicBezTo>
                  <a:cubicBezTo>
                    <a:pt x="4634" y="23396"/>
                    <a:pt x="5033" y="17032"/>
                    <a:pt x="4344" y="12352"/>
                  </a:cubicBezTo>
                  <a:cubicBezTo>
                    <a:pt x="3147" y="4208"/>
                    <a:pt x="176" y="42"/>
                    <a:pt x="146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2683500" y="4641325"/>
              <a:ext cx="112025" cy="307975"/>
            </a:xfrm>
            <a:custGeom>
              <a:avLst/>
              <a:gdLst/>
              <a:ahLst/>
              <a:cxnLst/>
              <a:rect l="l" t="t" r="r" b="b"/>
              <a:pathLst>
                <a:path w="4481" h="12319" extrusionOk="0">
                  <a:moveTo>
                    <a:pt x="2090" y="0"/>
                  </a:moveTo>
                  <a:cubicBezTo>
                    <a:pt x="1036" y="4562"/>
                    <a:pt x="385" y="8705"/>
                    <a:pt x="1" y="12319"/>
                  </a:cubicBezTo>
                  <a:cubicBezTo>
                    <a:pt x="1186" y="11660"/>
                    <a:pt x="2607" y="10457"/>
                    <a:pt x="3368" y="8304"/>
                  </a:cubicBezTo>
                  <a:cubicBezTo>
                    <a:pt x="4481" y="5149"/>
                    <a:pt x="2894" y="1522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2936900" y="4941725"/>
              <a:ext cx="156825" cy="105300"/>
            </a:xfrm>
            <a:custGeom>
              <a:avLst/>
              <a:gdLst/>
              <a:ahLst/>
              <a:cxnLst/>
              <a:rect l="l" t="t" r="r" b="b"/>
              <a:pathLst>
                <a:path w="6273" h="4212" extrusionOk="0">
                  <a:moveTo>
                    <a:pt x="293" y="1"/>
                  </a:moveTo>
                  <a:lnTo>
                    <a:pt x="1" y="466"/>
                  </a:lnTo>
                  <a:lnTo>
                    <a:pt x="5981" y="4211"/>
                  </a:lnTo>
                  <a:lnTo>
                    <a:pt x="6272" y="3746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3015900" y="4530425"/>
              <a:ext cx="53950" cy="39450"/>
            </a:xfrm>
            <a:custGeom>
              <a:avLst/>
              <a:gdLst/>
              <a:ahLst/>
              <a:cxnLst/>
              <a:rect l="l" t="t" r="r" b="b"/>
              <a:pathLst>
                <a:path w="2158" h="1578" extrusionOk="0">
                  <a:moveTo>
                    <a:pt x="164" y="1"/>
                  </a:moveTo>
                  <a:lnTo>
                    <a:pt x="1" y="74"/>
                  </a:lnTo>
                  <a:cubicBezTo>
                    <a:pt x="24" y="128"/>
                    <a:pt x="612" y="1383"/>
                    <a:pt x="2134" y="1578"/>
                  </a:cubicBezTo>
                  <a:lnTo>
                    <a:pt x="2158" y="1400"/>
                  </a:lnTo>
                  <a:cubicBezTo>
                    <a:pt x="737" y="1219"/>
                    <a:pt x="169" y="12"/>
                    <a:pt x="1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3426425" y="3757350"/>
              <a:ext cx="73575" cy="79750"/>
            </a:xfrm>
            <a:custGeom>
              <a:avLst/>
              <a:gdLst/>
              <a:ahLst/>
              <a:cxnLst/>
              <a:rect l="l" t="t" r="r" b="b"/>
              <a:pathLst>
                <a:path w="2943" h="3190" extrusionOk="0">
                  <a:moveTo>
                    <a:pt x="1621" y="1"/>
                  </a:moveTo>
                  <a:cubicBezTo>
                    <a:pt x="879" y="1"/>
                    <a:pt x="91" y="933"/>
                    <a:pt x="91" y="933"/>
                  </a:cubicBezTo>
                  <a:lnTo>
                    <a:pt x="0" y="3109"/>
                  </a:lnTo>
                  <a:cubicBezTo>
                    <a:pt x="161" y="3164"/>
                    <a:pt x="319" y="3189"/>
                    <a:pt x="472" y="3189"/>
                  </a:cubicBezTo>
                  <a:cubicBezTo>
                    <a:pt x="1906" y="3189"/>
                    <a:pt x="2942" y="965"/>
                    <a:pt x="2191" y="238"/>
                  </a:cubicBezTo>
                  <a:cubicBezTo>
                    <a:pt x="2015" y="68"/>
                    <a:pt x="1820" y="1"/>
                    <a:pt x="1621" y="1"/>
                  </a:cubicBezTo>
                  <a:close/>
                </a:path>
              </a:pathLst>
            </a:custGeom>
            <a:solidFill>
              <a:srgbClr val="F1A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3434825" y="3775400"/>
              <a:ext cx="39775" cy="24750"/>
            </a:xfrm>
            <a:custGeom>
              <a:avLst/>
              <a:gdLst/>
              <a:ahLst/>
              <a:cxnLst/>
              <a:rect l="l" t="t" r="r" b="b"/>
              <a:pathLst>
                <a:path w="1591" h="990" extrusionOk="0">
                  <a:moveTo>
                    <a:pt x="1212" y="1"/>
                  </a:moveTo>
                  <a:cubicBezTo>
                    <a:pt x="591" y="1"/>
                    <a:pt x="29" y="847"/>
                    <a:pt x="0" y="891"/>
                  </a:cubicBezTo>
                  <a:lnTo>
                    <a:pt x="150" y="989"/>
                  </a:lnTo>
                  <a:cubicBezTo>
                    <a:pt x="156" y="980"/>
                    <a:pt x="684" y="183"/>
                    <a:pt x="1213" y="183"/>
                  </a:cubicBezTo>
                  <a:cubicBezTo>
                    <a:pt x="1307" y="183"/>
                    <a:pt x="1401" y="208"/>
                    <a:pt x="1492" y="267"/>
                  </a:cubicBezTo>
                  <a:lnTo>
                    <a:pt x="1591" y="117"/>
                  </a:lnTo>
                  <a:cubicBezTo>
                    <a:pt x="1465" y="35"/>
                    <a:pt x="1337" y="1"/>
                    <a:pt x="1212" y="1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3451150" y="3780050"/>
              <a:ext cx="13050" cy="22300"/>
            </a:xfrm>
            <a:custGeom>
              <a:avLst/>
              <a:gdLst/>
              <a:ahLst/>
              <a:cxnLst/>
              <a:rect l="l" t="t" r="r" b="b"/>
              <a:pathLst>
                <a:path w="522" h="892" extrusionOk="0">
                  <a:moveTo>
                    <a:pt x="56" y="1"/>
                  </a:moveTo>
                  <a:lnTo>
                    <a:pt x="0" y="172"/>
                  </a:lnTo>
                  <a:cubicBezTo>
                    <a:pt x="130" y="215"/>
                    <a:pt x="214" y="284"/>
                    <a:pt x="250" y="376"/>
                  </a:cubicBezTo>
                  <a:cubicBezTo>
                    <a:pt x="323" y="564"/>
                    <a:pt x="193" y="801"/>
                    <a:pt x="192" y="803"/>
                  </a:cubicBezTo>
                  <a:lnTo>
                    <a:pt x="349" y="891"/>
                  </a:lnTo>
                  <a:cubicBezTo>
                    <a:pt x="356" y="880"/>
                    <a:pt x="522" y="579"/>
                    <a:pt x="417" y="311"/>
                  </a:cubicBezTo>
                  <a:cubicBezTo>
                    <a:pt x="361" y="165"/>
                    <a:pt x="240" y="61"/>
                    <a:pt x="56" y="1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3452275" y="3817600"/>
              <a:ext cx="21075" cy="21100"/>
            </a:xfrm>
            <a:custGeom>
              <a:avLst/>
              <a:gdLst/>
              <a:ahLst/>
              <a:cxnLst/>
              <a:rect l="l" t="t" r="r" b="b"/>
              <a:pathLst>
                <a:path w="843" h="844" extrusionOk="0">
                  <a:moveTo>
                    <a:pt x="422" y="1"/>
                  </a:moveTo>
                  <a:cubicBezTo>
                    <a:pt x="190" y="1"/>
                    <a:pt x="1" y="191"/>
                    <a:pt x="1" y="422"/>
                  </a:cubicBezTo>
                  <a:cubicBezTo>
                    <a:pt x="1" y="654"/>
                    <a:pt x="189" y="844"/>
                    <a:pt x="422" y="844"/>
                  </a:cubicBezTo>
                  <a:cubicBezTo>
                    <a:pt x="654" y="844"/>
                    <a:pt x="843" y="655"/>
                    <a:pt x="843" y="422"/>
                  </a:cubicBezTo>
                  <a:cubicBezTo>
                    <a:pt x="843" y="191"/>
                    <a:pt x="655" y="1"/>
                    <a:pt x="422" y="1"/>
                  </a:cubicBezTo>
                  <a:close/>
                </a:path>
              </a:pathLst>
            </a:custGeom>
            <a:solidFill>
              <a:srgbClr val="FFFF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3109875" y="3751975"/>
              <a:ext cx="76925" cy="79750"/>
            </a:xfrm>
            <a:custGeom>
              <a:avLst/>
              <a:gdLst/>
              <a:ahLst/>
              <a:cxnLst/>
              <a:rect l="l" t="t" r="r" b="b"/>
              <a:pathLst>
                <a:path w="3077" h="3190" extrusionOk="0">
                  <a:moveTo>
                    <a:pt x="1263" y="0"/>
                  </a:moveTo>
                  <a:cubicBezTo>
                    <a:pt x="1064" y="0"/>
                    <a:pt x="873" y="67"/>
                    <a:pt x="708" y="237"/>
                  </a:cubicBezTo>
                  <a:cubicBezTo>
                    <a:pt x="0" y="965"/>
                    <a:pt x="1176" y="3189"/>
                    <a:pt x="2609" y="3189"/>
                  </a:cubicBezTo>
                  <a:cubicBezTo>
                    <a:pt x="2763" y="3189"/>
                    <a:pt x="2919" y="3164"/>
                    <a:pt x="3077" y="3108"/>
                  </a:cubicBezTo>
                  <a:lnTo>
                    <a:pt x="2852" y="934"/>
                  </a:lnTo>
                  <a:cubicBezTo>
                    <a:pt x="2852" y="934"/>
                    <a:pt x="2005" y="0"/>
                    <a:pt x="1263" y="0"/>
                  </a:cubicBezTo>
                  <a:close/>
                </a:path>
              </a:pathLst>
            </a:custGeom>
            <a:solidFill>
              <a:srgbClr val="F1A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3135200" y="3770050"/>
              <a:ext cx="40925" cy="24800"/>
            </a:xfrm>
            <a:custGeom>
              <a:avLst/>
              <a:gdLst/>
              <a:ahLst/>
              <a:cxnLst/>
              <a:rect l="l" t="t" r="r" b="b"/>
              <a:pathLst>
                <a:path w="1637" h="992" extrusionOk="0">
                  <a:moveTo>
                    <a:pt x="372" y="1"/>
                  </a:moveTo>
                  <a:cubicBezTo>
                    <a:pt x="247" y="1"/>
                    <a:pt x="121" y="35"/>
                    <a:pt x="0" y="118"/>
                  </a:cubicBezTo>
                  <a:lnTo>
                    <a:pt x="102" y="266"/>
                  </a:lnTo>
                  <a:cubicBezTo>
                    <a:pt x="189" y="207"/>
                    <a:pt x="281" y="182"/>
                    <a:pt x="374" y="182"/>
                  </a:cubicBezTo>
                  <a:cubicBezTo>
                    <a:pt x="903" y="182"/>
                    <a:pt x="1484" y="982"/>
                    <a:pt x="1491" y="992"/>
                  </a:cubicBezTo>
                  <a:lnTo>
                    <a:pt x="1637" y="887"/>
                  </a:lnTo>
                  <a:cubicBezTo>
                    <a:pt x="1606" y="844"/>
                    <a:pt x="993" y="1"/>
                    <a:pt x="372" y="1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3146425" y="3774700"/>
              <a:ext cx="12450" cy="22350"/>
            </a:xfrm>
            <a:custGeom>
              <a:avLst/>
              <a:gdLst/>
              <a:ahLst/>
              <a:cxnLst/>
              <a:rect l="l" t="t" r="r" b="b"/>
              <a:pathLst>
                <a:path w="498" h="894" extrusionOk="0">
                  <a:moveTo>
                    <a:pt x="440" y="1"/>
                  </a:moveTo>
                  <a:cubicBezTo>
                    <a:pt x="264" y="61"/>
                    <a:pt x="148" y="162"/>
                    <a:pt x="98" y="303"/>
                  </a:cubicBezTo>
                  <a:cubicBezTo>
                    <a:pt x="0" y="572"/>
                    <a:pt x="189" y="881"/>
                    <a:pt x="197" y="894"/>
                  </a:cubicBezTo>
                  <a:lnTo>
                    <a:pt x="349" y="799"/>
                  </a:lnTo>
                  <a:cubicBezTo>
                    <a:pt x="348" y="797"/>
                    <a:pt x="198" y="551"/>
                    <a:pt x="266" y="364"/>
                  </a:cubicBezTo>
                  <a:cubicBezTo>
                    <a:pt x="298" y="276"/>
                    <a:pt x="374" y="214"/>
                    <a:pt x="497" y="172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3150275" y="3813050"/>
              <a:ext cx="21075" cy="21075"/>
            </a:xfrm>
            <a:custGeom>
              <a:avLst/>
              <a:gdLst/>
              <a:ahLst/>
              <a:cxnLst/>
              <a:rect l="l" t="t" r="r" b="b"/>
              <a:pathLst>
                <a:path w="843" h="843" extrusionOk="0">
                  <a:moveTo>
                    <a:pt x="422" y="0"/>
                  </a:moveTo>
                  <a:cubicBezTo>
                    <a:pt x="190" y="0"/>
                    <a:pt x="1" y="188"/>
                    <a:pt x="1" y="421"/>
                  </a:cubicBezTo>
                  <a:cubicBezTo>
                    <a:pt x="1" y="654"/>
                    <a:pt x="189" y="842"/>
                    <a:pt x="422" y="842"/>
                  </a:cubicBezTo>
                  <a:cubicBezTo>
                    <a:pt x="654" y="842"/>
                    <a:pt x="843" y="655"/>
                    <a:pt x="843" y="421"/>
                  </a:cubicBezTo>
                  <a:cubicBezTo>
                    <a:pt x="843" y="188"/>
                    <a:pt x="655" y="0"/>
                    <a:pt x="422" y="0"/>
                  </a:cubicBezTo>
                  <a:close/>
                </a:path>
              </a:pathLst>
            </a:custGeom>
            <a:solidFill>
              <a:srgbClr val="FFFF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3166575" y="3606675"/>
              <a:ext cx="350650" cy="431475"/>
            </a:xfrm>
            <a:custGeom>
              <a:avLst/>
              <a:gdLst/>
              <a:ahLst/>
              <a:cxnLst/>
              <a:rect l="l" t="t" r="r" b="b"/>
              <a:pathLst>
                <a:path w="14026" h="17259" extrusionOk="0">
                  <a:moveTo>
                    <a:pt x="5645" y="0"/>
                  </a:moveTo>
                  <a:cubicBezTo>
                    <a:pt x="5630" y="0"/>
                    <a:pt x="5616" y="0"/>
                    <a:pt x="5601" y="0"/>
                  </a:cubicBezTo>
                  <a:cubicBezTo>
                    <a:pt x="49" y="34"/>
                    <a:pt x="0" y="7229"/>
                    <a:pt x="372" y="12050"/>
                  </a:cubicBezTo>
                  <a:cubicBezTo>
                    <a:pt x="541" y="14242"/>
                    <a:pt x="300" y="16276"/>
                    <a:pt x="300" y="16276"/>
                  </a:cubicBezTo>
                  <a:cubicBezTo>
                    <a:pt x="1640" y="17027"/>
                    <a:pt x="3044" y="17258"/>
                    <a:pt x="4266" y="17258"/>
                  </a:cubicBezTo>
                  <a:cubicBezTo>
                    <a:pt x="6221" y="17258"/>
                    <a:pt x="7707" y="16666"/>
                    <a:pt x="7707" y="16666"/>
                  </a:cubicBezTo>
                  <a:lnTo>
                    <a:pt x="7652" y="14928"/>
                  </a:lnTo>
                  <a:cubicBezTo>
                    <a:pt x="11866" y="14265"/>
                    <a:pt x="14026" y="0"/>
                    <a:pt x="5645" y="0"/>
                  </a:cubicBezTo>
                  <a:close/>
                </a:path>
              </a:pathLst>
            </a:custGeom>
            <a:solidFill>
              <a:srgbClr val="F1A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3284375" y="3973775"/>
              <a:ext cx="74625" cy="42025"/>
            </a:xfrm>
            <a:custGeom>
              <a:avLst/>
              <a:gdLst/>
              <a:ahLst/>
              <a:cxnLst/>
              <a:rect l="l" t="t" r="r" b="b"/>
              <a:pathLst>
                <a:path w="2985" h="1681" extrusionOk="0">
                  <a:moveTo>
                    <a:pt x="0" y="1"/>
                  </a:moveTo>
                  <a:cubicBezTo>
                    <a:pt x="0" y="1"/>
                    <a:pt x="1322" y="1482"/>
                    <a:pt x="2984" y="1680"/>
                  </a:cubicBezTo>
                  <a:lnTo>
                    <a:pt x="2939" y="244"/>
                  </a:lnTo>
                  <a:cubicBezTo>
                    <a:pt x="2957" y="242"/>
                    <a:pt x="2951" y="240"/>
                    <a:pt x="2926" y="240"/>
                  </a:cubicBezTo>
                  <a:cubicBezTo>
                    <a:pt x="2728" y="240"/>
                    <a:pt x="1350" y="318"/>
                    <a:pt x="135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18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3259550" y="3954975"/>
              <a:ext cx="98750" cy="29700"/>
            </a:xfrm>
            <a:custGeom>
              <a:avLst/>
              <a:gdLst/>
              <a:ahLst/>
              <a:cxnLst/>
              <a:rect l="l" t="t" r="r" b="b"/>
              <a:pathLst>
                <a:path w="3950" h="1188" extrusionOk="0">
                  <a:moveTo>
                    <a:pt x="160" y="0"/>
                  </a:moveTo>
                  <a:lnTo>
                    <a:pt x="0" y="80"/>
                  </a:lnTo>
                  <a:cubicBezTo>
                    <a:pt x="24" y="130"/>
                    <a:pt x="586" y="1187"/>
                    <a:pt x="3169" y="1187"/>
                  </a:cubicBezTo>
                  <a:cubicBezTo>
                    <a:pt x="3411" y="1187"/>
                    <a:pt x="3670" y="1178"/>
                    <a:pt x="3949" y="1157"/>
                  </a:cubicBezTo>
                  <a:lnTo>
                    <a:pt x="3937" y="979"/>
                  </a:lnTo>
                  <a:cubicBezTo>
                    <a:pt x="3665" y="999"/>
                    <a:pt x="3413" y="1008"/>
                    <a:pt x="3177" y="1008"/>
                  </a:cubicBezTo>
                  <a:cubicBezTo>
                    <a:pt x="711" y="1008"/>
                    <a:pt x="166" y="10"/>
                    <a:pt x="160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3172600" y="4011125"/>
              <a:ext cx="187675" cy="30025"/>
            </a:xfrm>
            <a:custGeom>
              <a:avLst/>
              <a:gdLst/>
              <a:ahLst/>
              <a:cxnLst/>
              <a:rect l="l" t="t" r="r" b="b"/>
              <a:pathLst>
                <a:path w="7507" h="1201" extrusionOk="0">
                  <a:moveTo>
                    <a:pt x="119" y="1"/>
                  </a:moveTo>
                  <a:lnTo>
                    <a:pt x="1" y="196"/>
                  </a:lnTo>
                  <a:cubicBezTo>
                    <a:pt x="23" y="210"/>
                    <a:pt x="1696" y="1200"/>
                    <a:pt x="4179" y="1200"/>
                  </a:cubicBezTo>
                  <a:cubicBezTo>
                    <a:pt x="5175" y="1200"/>
                    <a:pt x="6301" y="1041"/>
                    <a:pt x="7506" y="595"/>
                  </a:cubicBezTo>
                  <a:lnTo>
                    <a:pt x="7426" y="382"/>
                  </a:lnTo>
                  <a:cubicBezTo>
                    <a:pt x="6251" y="818"/>
                    <a:pt x="5151" y="973"/>
                    <a:pt x="4178" y="973"/>
                  </a:cubicBezTo>
                  <a:cubicBezTo>
                    <a:pt x="1765" y="973"/>
                    <a:pt x="141" y="15"/>
                    <a:pt x="119" y="1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3203675" y="3810850"/>
              <a:ext cx="101500" cy="75200"/>
            </a:xfrm>
            <a:custGeom>
              <a:avLst/>
              <a:gdLst/>
              <a:ahLst/>
              <a:cxnLst/>
              <a:rect l="l" t="t" r="r" b="b"/>
              <a:pathLst>
                <a:path w="4060" h="3008" extrusionOk="0">
                  <a:moveTo>
                    <a:pt x="1983" y="0"/>
                  </a:moveTo>
                  <a:cubicBezTo>
                    <a:pt x="877" y="0"/>
                    <a:pt x="1" y="673"/>
                    <a:pt x="27" y="1504"/>
                  </a:cubicBezTo>
                  <a:cubicBezTo>
                    <a:pt x="53" y="2333"/>
                    <a:pt x="970" y="3007"/>
                    <a:pt x="2076" y="3007"/>
                  </a:cubicBezTo>
                  <a:cubicBezTo>
                    <a:pt x="3184" y="3007"/>
                    <a:pt x="4060" y="2334"/>
                    <a:pt x="4034" y="1504"/>
                  </a:cubicBezTo>
                  <a:cubicBezTo>
                    <a:pt x="4009" y="674"/>
                    <a:pt x="3090" y="0"/>
                    <a:pt x="1983" y="0"/>
                  </a:cubicBezTo>
                  <a:close/>
                </a:path>
              </a:pathLst>
            </a:custGeom>
            <a:solidFill>
              <a:srgbClr val="F18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3381625" y="3819500"/>
              <a:ext cx="66975" cy="68500"/>
            </a:xfrm>
            <a:custGeom>
              <a:avLst/>
              <a:gdLst/>
              <a:ahLst/>
              <a:cxnLst/>
              <a:rect l="l" t="t" r="r" b="b"/>
              <a:pathLst>
                <a:path w="2679" h="2740" extrusionOk="0">
                  <a:moveTo>
                    <a:pt x="1808" y="1"/>
                  </a:moveTo>
                  <a:cubicBezTo>
                    <a:pt x="800" y="1"/>
                    <a:pt x="1" y="613"/>
                    <a:pt x="24" y="1370"/>
                  </a:cubicBezTo>
                  <a:cubicBezTo>
                    <a:pt x="48" y="2127"/>
                    <a:pt x="885" y="2740"/>
                    <a:pt x="1894" y="2740"/>
                  </a:cubicBezTo>
                  <a:cubicBezTo>
                    <a:pt x="1968" y="2740"/>
                    <a:pt x="2042" y="2736"/>
                    <a:pt x="2117" y="2728"/>
                  </a:cubicBezTo>
                  <a:cubicBezTo>
                    <a:pt x="2382" y="1932"/>
                    <a:pt x="2575" y="1060"/>
                    <a:pt x="2679" y="163"/>
                  </a:cubicBezTo>
                  <a:cubicBezTo>
                    <a:pt x="2418" y="60"/>
                    <a:pt x="2122" y="1"/>
                    <a:pt x="1808" y="1"/>
                  </a:cubicBezTo>
                  <a:close/>
                </a:path>
              </a:pathLst>
            </a:custGeom>
            <a:solidFill>
              <a:srgbClr val="F18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3353400" y="3770925"/>
              <a:ext cx="20650" cy="55550"/>
            </a:xfrm>
            <a:custGeom>
              <a:avLst/>
              <a:gdLst/>
              <a:ahLst/>
              <a:cxnLst/>
              <a:rect l="l" t="t" r="r" b="b"/>
              <a:pathLst>
                <a:path w="826" h="2222" extrusionOk="0">
                  <a:moveTo>
                    <a:pt x="0" y="1"/>
                  </a:moveTo>
                  <a:lnTo>
                    <a:pt x="8" y="2221"/>
                  </a:lnTo>
                  <a:lnTo>
                    <a:pt x="826" y="1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8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3351325" y="3770050"/>
              <a:ext cx="25725" cy="58575"/>
            </a:xfrm>
            <a:custGeom>
              <a:avLst/>
              <a:gdLst/>
              <a:ahLst/>
              <a:cxnLst/>
              <a:rect l="l" t="t" r="r" b="b"/>
              <a:pathLst>
                <a:path w="1029" h="2343" extrusionOk="0">
                  <a:moveTo>
                    <a:pt x="166" y="0"/>
                  </a:moveTo>
                  <a:lnTo>
                    <a:pt x="0" y="71"/>
                  </a:lnTo>
                  <a:lnTo>
                    <a:pt x="787" y="1935"/>
                  </a:lnTo>
                  <a:lnTo>
                    <a:pt x="63" y="2173"/>
                  </a:lnTo>
                  <a:lnTo>
                    <a:pt x="119" y="2343"/>
                  </a:lnTo>
                  <a:lnTo>
                    <a:pt x="1029" y="204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3308550" y="3793475"/>
              <a:ext cx="13775" cy="13350"/>
            </a:xfrm>
            <a:custGeom>
              <a:avLst/>
              <a:gdLst/>
              <a:ahLst/>
              <a:cxnLst/>
              <a:rect l="l" t="t" r="r" b="b"/>
              <a:pathLst>
                <a:path w="551" h="534" extrusionOk="0">
                  <a:moveTo>
                    <a:pt x="267" y="1"/>
                  </a:moveTo>
                  <a:cubicBezTo>
                    <a:pt x="264" y="1"/>
                    <a:pt x="261" y="1"/>
                    <a:pt x="259" y="1"/>
                  </a:cubicBezTo>
                  <a:cubicBezTo>
                    <a:pt x="112" y="5"/>
                    <a:pt x="1" y="127"/>
                    <a:pt x="8" y="274"/>
                  </a:cubicBezTo>
                  <a:cubicBezTo>
                    <a:pt x="17" y="420"/>
                    <a:pt x="139" y="534"/>
                    <a:pt x="285" y="534"/>
                  </a:cubicBezTo>
                  <a:cubicBezTo>
                    <a:pt x="287" y="534"/>
                    <a:pt x="289" y="534"/>
                    <a:pt x="291" y="534"/>
                  </a:cubicBezTo>
                  <a:cubicBezTo>
                    <a:pt x="437" y="529"/>
                    <a:pt x="550" y="406"/>
                    <a:pt x="541" y="260"/>
                  </a:cubicBezTo>
                  <a:cubicBezTo>
                    <a:pt x="532" y="114"/>
                    <a:pt x="410" y="1"/>
                    <a:pt x="267" y="1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3277800" y="3766725"/>
              <a:ext cx="42700" cy="22300"/>
            </a:xfrm>
            <a:custGeom>
              <a:avLst/>
              <a:gdLst/>
              <a:ahLst/>
              <a:cxnLst/>
              <a:rect l="l" t="t" r="r" b="b"/>
              <a:pathLst>
                <a:path w="1708" h="892" extrusionOk="0">
                  <a:moveTo>
                    <a:pt x="1467" y="0"/>
                  </a:moveTo>
                  <a:cubicBezTo>
                    <a:pt x="1091" y="0"/>
                    <a:pt x="372" y="84"/>
                    <a:pt x="0" y="681"/>
                  </a:cubicBezTo>
                  <a:lnTo>
                    <a:pt x="339" y="891"/>
                  </a:lnTo>
                  <a:cubicBezTo>
                    <a:pt x="608" y="459"/>
                    <a:pt x="1178" y="399"/>
                    <a:pt x="1473" y="399"/>
                  </a:cubicBezTo>
                  <a:cubicBezTo>
                    <a:pt x="1583" y="399"/>
                    <a:pt x="1654" y="408"/>
                    <a:pt x="1657" y="408"/>
                  </a:cubicBezTo>
                  <a:lnTo>
                    <a:pt x="1708" y="13"/>
                  </a:lnTo>
                  <a:cubicBezTo>
                    <a:pt x="1695" y="11"/>
                    <a:pt x="1603" y="0"/>
                    <a:pt x="1467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3390100" y="3795150"/>
              <a:ext cx="13775" cy="13375"/>
            </a:xfrm>
            <a:custGeom>
              <a:avLst/>
              <a:gdLst/>
              <a:ahLst/>
              <a:cxnLst/>
              <a:rect l="l" t="t" r="r" b="b"/>
              <a:pathLst>
                <a:path w="551" h="535" extrusionOk="0">
                  <a:moveTo>
                    <a:pt x="266" y="1"/>
                  </a:moveTo>
                  <a:cubicBezTo>
                    <a:pt x="264" y="1"/>
                    <a:pt x="261" y="1"/>
                    <a:pt x="259" y="1"/>
                  </a:cubicBezTo>
                  <a:cubicBezTo>
                    <a:pt x="113" y="3"/>
                    <a:pt x="1" y="126"/>
                    <a:pt x="9" y="275"/>
                  </a:cubicBezTo>
                  <a:cubicBezTo>
                    <a:pt x="17" y="420"/>
                    <a:pt x="140" y="534"/>
                    <a:pt x="285" y="534"/>
                  </a:cubicBezTo>
                  <a:cubicBezTo>
                    <a:pt x="287" y="534"/>
                    <a:pt x="289" y="534"/>
                    <a:pt x="291" y="534"/>
                  </a:cubicBezTo>
                  <a:cubicBezTo>
                    <a:pt x="439" y="530"/>
                    <a:pt x="550" y="406"/>
                    <a:pt x="541" y="260"/>
                  </a:cubicBezTo>
                  <a:cubicBezTo>
                    <a:pt x="533" y="115"/>
                    <a:pt x="410" y="1"/>
                    <a:pt x="266" y="1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3383850" y="3760900"/>
              <a:ext cx="41425" cy="23250"/>
            </a:xfrm>
            <a:custGeom>
              <a:avLst/>
              <a:gdLst/>
              <a:ahLst/>
              <a:cxnLst/>
              <a:rect l="l" t="t" r="r" b="b"/>
              <a:pathLst>
                <a:path w="1657" h="930" extrusionOk="0">
                  <a:moveTo>
                    <a:pt x="106" y="0"/>
                  </a:moveTo>
                  <a:cubicBezTo>
                    <a:pt x="46" y="0"/>
                    <a:pt x="9" y="3"/>
                    <a:pt x="1" y="3"/>
                  </a:cubicBezTo>
                  <a:lnTo>
                    <a:pt x="31" y="402"/>
                  </a:lnTo>
                  <a:cubicBezTo>
                    <a:pt x="32" y="401"/>
                    <a:pt x="59" y="400"/>
                    <a:pt x="103" y="400"/>
                  </a:cubicBezTo>
                  <a:cubicBezTo>
                    <a:pt x="326" y="400"/>
                    <a:pt x="1001" y="442"/>
                    <a:pt x="1325" y="929"/>
                  </a:cubicBezTo>
                  <a:lnTo>
                    <a:pt x="1656" y="709"/>
                  </a:lnTo>
                  <a:cubicBezTo>
                    <a:pt x="1225" y="60"/>
                    <a:pt x="399" y="0"/>
                    <a:pt x="106" y="0"/>
                  </a:cubicBezTo>
                  <a:close/>
                </a:path>
              </a:pathLst>
            </a:custGeom>
            <a:solidFill>
              <a:srgbClr val="1C02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3171675" y="3605750"/>
              <a:ext cx="281200" cy="211875"/>
            </a:xfrm>
            <a:custGeom>
              <a:avLst/>
              <a:gdLst/>
              <a:ahLst/>
              <a:cxnLst/>
              <a:rect l="l" t="t" r="r" b="b"/>
              <a:pathLst>
                <a:path w="11248" h="8475" extrusionOk="0">
                  <a:moveTo>
                    <a:pt x="5397" y="1"/>
                  </a:moveTo>
                  <a:cubicBezTo>
                    <a:pt x="2008" y="23"/>
                    <a:pt x="198" y="2726"/>
                    <a:pt x="17" y="8035"/>
                  </a:cubicBezTo>
                  <a:lnTo>
                    <a:pt x="16" y="8086"/>
                  </a:lnTo>
                  <a:lnTo>
                    <a:pt x="0" y="8475"/>
                  </a:lnTo>
                  <a:cubicBezTo>
                    <a:pt x="653" y="8282"/>
                    <a:pt x="6383" y="6124"/>
                    <a:pt x="7211" y="3041"/>
                  </a:cubicBezTo>
                  <a:cubicBezTo>
                    <a:pt x="7282" y="3433"/>
                    <a:pt x="7432" y="4429"/>
                    <a:pt x="7241" y="4977"/>
                  </a:cubicBezTo>
                  <a:lnTo>
                    <a:pt x="7216" y="5053"/>
                  </a:lnTo>
                  <a:lnTo>
                    <a:pt x="7291" y="5023"/>
                  </a:lnTo>
                  <a:cubicBezTo>
                    <a:pt x="7304" y="5018"/>
                    <a:pt x="8562" y="4503"/>
                    <a:pt x="8609" y="3463"/>
                  </a:cubicBezTo>
                  <a:cubicBezTo>
                    <a:pt x="8910" y="4073"/>
                    <a:pt x="10086" y="6381"/>
                    <a:pt x="11142" y="7448"/>
                  </a:cubicBezTo>
                  <a:lnTo>
                    <a:pt x="11202" y="7511"/>
                  </a:lnTo>
                  <a:lnTo>
                    <a:pt x="11204" y="7424"/>
                  </a:lnTo>
                  <a:cubicBezTo>
                    <a:pt x="11248" y="4903"/>
                    <a:pt x="10573" y="2798"/>
                    <a:pt x="9297" y="1500"/>
                  </a:cubicBezTo>
                  <a:cubicBezTo>
                    <a:pt x="8322" y="506"/>
                    <a:pt x="7025" y="1"/>
                    <a:pt x="5441" y="1"/>
                  </a:cubicBezTo>
                  <a:close/>
                </a:path>
              </a:pathLst>
            </a:custGeom>
            <a:solidFill>
              <a:srgbClr val="3A17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3172600" y="3645325"/>
              <a:ext cx="162050" cy="138825"/>
            </a:xfrm>
            <a:custGeom>
              <a:avLst/>
              <a:gdLst/>
              <a:ahLst/>
              <a:cxnLst/>
              <a:rect l="l" t="t" r="r" b="b"/>
              <a:pathLst>
                <a:path w="6482" h="5553" extrusionOk="0">
                  <a:moveTo>
                    <a:pt x="6299" y="0"/>
                  </a:moveTo>
                  <a:cubicBezTo>
                    <a:pt x="6046" y="2626"/>
                    <a:pt x="61" y="5357"/>
                    <a:pt x="1" y="5384"/>
                  </a:cubicBezTo>
                  <a:lnTo>
                    <a:pt x="75" y="5552"/>
                  </a:lnTo>
                  <a:cubicBezTo>
                    <a:pt x="327" y="5439"/>
                    <a:pt x="6218" y="2750"/>
                    <a:pt x="6482" y="18"/>
                  </a:cubicBezTo>
                  <a:lnTo>
                    <a:pt x="6299" y="0"/>
                  </a:ln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3143350" y="3616125"/>
              <a:ext cx="151025" cy="117825"/>
            </a:xfrm>
            <a:custGeom>
              <a:avLst/>
              <a:gdLst/>
              <a:ahLst/>
              <a:cxnLst/>
              <a:rect l="l" t="t" r="r" b="b"/>
              <a:pathLst>
                <a:path w="6041" h="4713" extrusionOk="0">
                  <a:moveTo>
                    <a:pt x="5867" y="1"/>
                  </a:moveTo>
                  <a:cubicBezTo>
                    <a:pt x="4856" y="3093"/>
                    <a:pt x="48" y="4521"/>
                    <a:pt x="0" y="4536"/>
                  </a:cubicBezTo>
                  <a:lnTo>
                    <a:pt x="52" y="4712"/>
                  </a:lnTo>
                  <a:cubicBezTo>
                    <a:pt x="253" y="4654"/>
                    <a:pt x="5002" y="3242"/>
                    <a:pt x="6041" y="58"/>
                  </a:cubicBezTo>
                  <a:lnTo>
                    <a:pt x="5867" y="1"/>
                  </a:ln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3207600" y="3600250"/>
              <a:ext cx="118475" cy="133300"/>
            </a:xfrm>
            <a:custGeom>
              <a:avLst/>
              <a:gdLst/>
              <a:ahLst/>
              <a:cxnLst/>
              <a:rect l="l" t="t" r="r" b="b"/>
              <a:pathLst>
                <a:path w="4739" h="5332" extrusionOk="0">
                  <a:moveTo>
                    <a:pt x="4557" y="0"/>
                  </a:moveTo>
                  <a:cubicBezTo>
                    <a:pt x="4119" y="3340"/>
                    <a:pt x="42" y="5145"/>
                    <a:pt x="0" y="5164"/>
                  </a:cubicBezTo>
                  <a:lnTo>
                    <a:pt x="73" y="5331"/>
                  </a:lnTo>
                  <a:cubicBezTo>
                    <a:pt x="114" y="5314"/>
                    <a:pt x="4287" y="3468"/>
                    <a:pt x="4739" y="23"/>
                  </a:cubicBezTo>
                  <a:lnTo>
                    <a:pt x="4557" y="0"/>
                  </a:ln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3364450" y="3631325"/>
              <a:ext cx="14825" cy="58000"/>
            </a:xfrm>
            <a:custGeom>
              <a:avLst/>
              <a:gdLst/>
              <a:ahLst/>
              <a:cxnLst/>
              <a:rect l="l" t="t" r="r" b="b"/>
              <a:pathLst>
                <a:path w="593" h="2320" extrusionOk="0">
                  <a:moveTo>
                    <a:pt x="164" y="0"/>
                  </a:moveTo>
                  <a:lnTo>
                    <a:pt x="0" y="84"/>
                  </a:lnTo>
                  <a:cubicBezTo>
                    <a:pt x="4" y="92"/>
                    <a:pt x="397" y="885"/>
                    <a:pt x="76" y="2278"/>
                  </a:cubicBezTo>
                  <a:lnTo>
                    <a:pt x="254" y="2320"/>
                  </a:lnTo>
                  <a:cubicBezTo>
                    <a:pt x="592" y="856"/>
                    <a:pt x="181" y="35"/>
                    <a:pt x="164" y="0"/>
                  </a:cubicBez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3402800" y="3641325"/>
              <a:ext cx="40675" cy="96475"/>
            </a:xfrm>
            <a:custGeom>
              <a:avLst/>
              <a:gdLst/>
              <a:ahLst/>
              <a:cxnLst/>
              <a:rect l="l" t="t" r="r" b="b"/>
              <a:pathLst>
                <a:path w="1627" h="3859" extrusionOk="0">
                  <a:moveTo>
                    <a:pt x="104" y="1"/>
                  </a:moveTo>
                  <a:lnTo>
                    <a:pt x="1" y="152"/>
                  </a:lnTo>
                  <a:cubicBezTo>
                    <a:pt x="15" y="162"/>
                    <a:pt x="1364" y="1112"/>
                    <a:pt x="1442" y="3859"/>
                  </a:cubicBezTo>
                  <a:lnTo>
                    <a:pt x="1626" y="3852"/>
                  </a:lnTo>
                  <a:cubicBezTo>
                    <a:pt x="1545" y="1013"/>
                    <a:pt x="162" y="41"/>
                    <a:pt x="104" y="1"/>
                  </a:cubicBezTo>
                  <a:close/>
                </a:path>
              </a:pathLst>
            </a:custGeom>
            <a:solidFill>
              <a:srgbClr val="5923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2"/>
          <p:cNvSpPr txBox="1">
            <a:spLocks noGrp="1"/>
          </p:cNvSpPr>
          <p:nvPr>
            <p:ph type="title"/>
          </p:nvPr>
        </p:nvSpPr>
        <p:spPr>
          <a:xfrm>
            <a:off x="1710125" y="445887"/>
            <a:ext cx="5723700" cy="867600"/>
          </a:xfrm>
          <a:prstGeom prst="rect">
            <a:avLst/>
          </a:prstGeom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800" dirty="0" smtClean="0"/>
              <a:t>ŠTO JE LH?</a:t>
            </a:r>
            <a:endParaRPr sz="4800" dirty="0"/>
          </a:p>
        </p:txBody>
      </p:sp>
      <p:sp>
        <p:nvSpPr>
          <p:cNvPr id="538" name="Google Shape;538;p32"/>
          <p:cNvSpPr txBox="1">
            <a:spLocks noGrp="1"/>
          </p:cNvSpPr>
          <p:nvPr>
            <p:ph type="subTitle" idx="1"/>
          </p:nvPr>
        </p:nvSpPr>
        <p:spPr>
          <a:xfrm>
            <a:off x="1385825" y="2466225"/>
            <a:ext cx="6372300" cy="1730092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hr-HR" sz="1400" dirty="0" err="1" smtClean="0"/>
              <a:t>gonadotropni</a:t>
            </a:r>
            <a:r>
              <a:rPr lang="hr-HR" sz="1400" dirty="0" smtClean="0"/>
              <a:t> hormon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hr-HR" sz="1400" dirty="0"/>
              <a:t>l</a:t>
            </a:r>
            <a:r>
              <a:rPr lang="hr-HR" sz="1400" dirty="0" smtClean="0"/>
              <a:t>uči ga hipofiza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hr-HR" sz="1400" dirty="0"/>
              <a:t>u</a:t>
            </a:r>
            <a:r>
              <a:rPr lang="hr-HR" sz="1400" dirty="0" smtClean="0"/>
              <a:t>zrokuje ovulaciju tj. pucanje </a:t>
            </a:r>
            <a:r>
              <a:rPr lang="hr-HR" sz="1400" dirty="0" err="1" smtClean="0"/>
              <a:t>Graafovog</a:t>
            </a:r>
            <a:r>
              <a:rPr lang="hr-HR" sz="1400" dirty="0" smtClean="0"/>
              <a:t> </a:t>
            </a:r>
            <a:r>
              <a:rPr lang="hr-HR" sz="1400" dirty="0" err="1" smtClean="0"/>
              <a:t>folikula</a:t>
            </a:r>
            <a:r>
              <a:rPr lang="hr-HR" sz="1400" dirty="0" smtClean="0"/>
              <a:t> kod žena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hr-HR" sz="1400" dirty="0"/>
              <a:t>u</a:t>
            </a:r>
            <a:r>
              <a:rPr lang="hr-HR" sz="1400" dirty="0" smtClean="0"/>
              <a:t> </a:t>
            </a:r>
            <a:r>
              <a:rPr lang="hr-HR" sz="1400" dirty="0" err="1" smtClean="0"/>
              <a:t>intersticijskim</a:t>
            </a:r>
            <a:r>
              <a:rPr lang="hr-HR" sz="1400" dirty="0" smtClean="0"/>
              <a:t> stanicama testisa stimulira proizvodnju testosterona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1"/>
          <p:cNvSpPr txBox="1">
            <a:spLocks noGrp="1"/>
          </p:cNvSpPr>
          <p:nvPr>
            <p:ph type="title"/>
          </p:nvPr>
        </p:nvSpPr>
        <p:spPr>
          <a:xfrm>
            <a:off x="713363" y="1742775"/>
            <a:ext cx="23364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dirty="0"/>
              <a:t>H</a:t>
            </a:r>
            <a:r>
              <a:rPr lang="hr-HR" sz="1600" dirty="0" smtClean="0"/>
              <a:t>ipofiza</a:t>
            </a:r>
            <a:endParaRPr sz="1600" dirty="0"/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 idx="2"/>
          </p:nvPr>
        </p:nvSpPr>
        <p:spPr>
          <a:xfrm>
            <a:off x="713373" y="1149600"/>
            <a:ext cx="107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516" name="Google Shape;516;p31"/>
          <p:cNvSpPr txBox="1">
            <a:spLocks noGrp="1"/>
          </p:cNvSpPr>
          <p:nvPr>
            <p:ph type="subTitle" idx="1"/>
          </p:nvPr>
        </p:nvSpPr>
        <p:spPr>
          <a:xfrm>
            <a:off x="713374" y="2101901"/>
            <a:ext cx="2029826" cy="555523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Lučenje LH u krv</a:t>
            </a:r>
            <a:endParaRPr dirty="0"/>
          </a:p>
        </p:txBody>
      </p:sp>
      <p:sp>
        <p:nvSpPr>
          <p:cNvPr id="517" name="Google Shape;517;p31"/>
          <p:cNvSpPr txBox="1">
            <a:spLocks noGrp="1"/>
          </p:cNvSpPr>
          <p:nvPr>
            <p:ph type="title" idx="3"/>
          </p:nvPr>
        </p:nvSpPr>
        <p:spPr>
          <a:xfrm>
            <a:off x="3469163" y="1742775"/>
            <a:ext cx="23364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dirty="0" smtClean="0"/>
              <a:t>Sazrijevanje </a:t>
            </a:r>
            <a:r>
              <a:rPr lang="hr-HR" sz="1600" dirty="0" err="1" smtClean="0"/>
              <a:t>folikula</a:t>
            </a:r>
            <a:endParaRPr sz="1600" dirty="0"/>
          </a:p>
        </p:txBody>
      </p:sp>
      <p:sp>
        <p:nvSpPr>
          <p:cNvPr id="518" name="Google Shape;518;p31"/>
          <p:cNvSpPr txBox="1">
            <a:spLocks noGrp="1"/>
          </p:cNvSpPr>
          <p:nvPr>
            <p:ph type="title" idx="4"/>
          </p:nvPr>
        </p:nvSpPr>
        <p:spPr>
          <a:xfrm>
            <a:off x="3469173" y="1149600"/>
            <a:ext cx="107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519" name="Google Shape;519;p31"/>
          <p:cNvSpPr txBox="1">
            <a:spLocks noGrp="1"/>
          </p:cNvSpPr>
          <p:nvPr>
            <p:ph type="subTitle" idx="5"/>
          </p:nvPr>
        </p:nvSpPr>
        <p:spPr>
          <a:xfrm>
            <a:off x="3469174" y="2096350"/>
            <a:ext cx="2085600" cy="5319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 smtClean="0"/>
              <a:t>Graafov</a:t>
            </a:r>
            <a:r>
              <a:rPr lang="hr-HR" dirty="0" smtClean="0"/>
              <a:t> </a:t>
            </a:r>
            <a:r>
              <a:rPr lang="hr-HR" dirty="0" err="1" smtClean="0"/>
              <a:t>folikul</a:t>
            </a:r>
            <a:r>
              <a:rPr lang="hr-HR" dirty="0" smtClean="0"/>
              <a:t> sazrijeva i puca te izbacuje jajnu stanicu u jajovod</a:t>
            </a:r>
            <a:endParaRPr dirty="0"/>
          </a:p>
        </p:txBody>
      </p:sp>
      <p:sp>
        <p:nvSpPr>
          <p:cNvPr id="520" name="Google Shape;520;p31"/>
          <p:cNvSpPr txBox="1">
            <a:spLocks noGrp="1"/>
          </p:cNvSpPr>
          <p:nvPr>
            <p:ph type="title" idx="6"/>
          </p:nvPr>
        </p:nvSpPr>
        <p:spPr>
          <a:xfrm>
            <a:off x="6094213" y="1742775"/>
            <a:ext cx="23364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dirty="0" smtClean="0"/>
              <a:t>Žuto tijelo</a:t>
            </a:r>
            <a:endParaRPr sz="1600" dirty="0"/>
          </a:p>
        </p:txBody>
      </p:sp>
      <p:sp>
        <p:nvSpPr>
          <p:cNvPr id="521" name="Google Shape;521;p31"/>
          <p:cNvSpPr txBox="1">
            <a:spLocks noGrp="1"/>
          </p:cNvSpPr>
          <p:nvPr>
            <p:ph type="title" idx="7"/>
          </p:nvPr>
        </p:nvSpPr>
        <p:spPr>
          <a:xfrm>
            <a:off x="6094223" y="1149600"/>
            <a:ext cx="107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522" name="Google Shape;522;p31"/>
          <p:cNvSpPr txBox="1">
            <a:spLocks noGrp="1"/>
          </p:cNvSpPr>
          <p:nvPr>
            <p:ph type="subTitle" idx="8"/>
          </p:nvPr>
        </p:nvSpPr>
        <p:spPr>
          <a:xfrm>
            <a:off x="6094224" y="2096350"/>
            <a:ext cx="2085600" cy="5319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Pod utjecajem LH </a:t>
            </a:r>
            <a:r>
              <a:rPr lang="hr-HR" dirty="0" err="1" smtClean="0"/>
              <a:t>folikul</a:t>
            </a:r>
            <a:r>
              <a:rPr lang="hr-HR" dirty="0" smtClean="0"/>
              <a:t> se pretvara u žuto tijelo (žljezdano tkivo)</a:t>
            </a:r>
            <a:endParaRPr dirty="0"/>
          </a:p>
        </p:txBody>
      </p:sp>
      <p:sp>
        <p:nvSpPr>
          <p:cNvPr id="523" name="Google Shape;523;p31"/>
          <p:cNvSpPr txBox="1">
            <a:spLocks noGrp="1"/>
          </p:cNvSpPr>
          <p:nvPr>
            <p:ph type="title" idx="9"/>
          </p:nvPr>
        </p:nvSpPr>
        <p:spPr>
          <a:xfrm>
            <a:off x="713363" y="3608375"/>
            <a:ext cx="23364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dirty="0" err="1" smtClean="0"/>
              <a:t>Zadebljavanje</a:t>
            </a:r>
            <a:r>
              <a:rPr lang="hr-HR" sz="1600" dirty="0" smtClean="0"/>
              <a:t> endometrija</a:t>
            </a:r>
            <a:endParaRPr sz="1600" dirty="0"/>
          </a:p>
        </p:txBody>
      </p:sp>
      <p:sp>
        <p:nvSpPr>
          <p:cNvPr id="524" name="Google Shape;524;p31"/>
          <p:cNvSpPr txBox="1">
            <a:spLocks noGrp="1"/>
          </p:cNvSpPr>
          <p:nvPr>
            <p:ph type="title" idx="13"/>
          </p:nvPr>
        </p:nvSpPr>
        <p:spPr>
          <a:xfrm>
            <a:off x="713373" y="3015200"/>
            <a:ext cx="107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525" name="Google Shape;525;p31"/>
          <p:cNvSpPr txBox="1">
            <a:spLocks noGrp="1"/>
          </p:cNvSpPr>
          <p:nvPr>
            <p:ph type="subTitle" idx="14"/>
          </p:nvPr>
        </p:nvSpPr>
        <p:spPr>
          <a:xfrm>
            <a:off x="657600" y="4197350"/>
            <a:ext cx="2085600" cy="5319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Žuto tijelo luči estrogen i </a:t>
            </a:r>
            <a:r>
              <a:rPr lang="hr-HR" dirty="0" err="1" smtClean="0"/>
              <a:t>progesteron</a:t>
            </a:r>
            <a:r>
              <a:rPr lang="hr-HR" dirty="0" smtClean="0"/>
              <a:t>  </a:t>
            </a:r>
            <a:endParaRPr dirty="0"/>
          </a:p>
        </p:txBody>
      </p:sp>
      <p:sp>
        <p:nvSpPr>
          <p:cNvPr id="526" name="Google Shape;526;p31"/>
          <p:cNvSpPr txBox="1">
            <a:spLocks noGrp="1"/>
          </p:cNvSpPr>
          <p:nvPr>
            <p:ph type="title" idx="15"/>
          </p:nvPr>
        </p:nvSpPr>
        <p:spPr>
          <a:xfrm>
            <a:off x="3469163" y="3608375"/>
            <a:ext cx="23364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dirty="0" smtClean="0"/>
              <a:t>Prolazak ovulacije</a:t>
            </a:r>
            <a:endParaRPr sz="1600" dirty="0"/>
          </a:p>
        </p:txBody>
      </p:sp>
      <p:sp>
        <p:nvSpPr>
          <p:cNvPr id="527" name="Google Shape;527;p31"/>
          <p:cNvSpPr txBox="1">
            <a:spLocks noGrp="1"/>
          </p:cNvSpPr>
          <p:nvPr>
            <p:ph type="title" idx="16"/>
          </p:nvPr>
        </p:nvSpPr>
        <p:spPr>
          <a:xfrm>
            <a:off x="3469173" y="3015200"/>
            <a:ext cx="107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528" name="Google Shape;528;p31"/>
          <p:cNvSpPr txBox="1">
            <a:spLocks noGrp="1"/>
          </p:cNvSpPr>
          <p:nvPr>
            <p:ph type="subTitle" idx="17"/>
          </p:nvPr>
        </p:nvSpPr>
        <p:spPr>
          <a:xfrm>
            <a:off x="3469174" y="3961950"/>
            <a:ext cx="2085600" cy="5319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Ne dolazi do oplodnje u prvoj trećini jajovoda</a:t>
            </a:r>
            <a:endParaRPr dirty="0"/>
          </a:p>
        </p:txBody>
      </p:sp>
      <p:sp>
        <p:nvSpPr>
          <p:cNvPr id="529" name="Google Shape;529;p31"/>
          <p:cNvSpPr txBox="1">
            <a:spLocks noGrp="1"/>
          </p:cNvSpPr>
          <p:nvPr>
            <p:ph type="title" idx="18"/>
          </p:nvPr>
        </p:nvSpPr>
        <p:spPr>
          <a:xfrm>
            <a:off x="6094213" y="3608375"/>
            <a:ext cx="23364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dirty="0" smtClean="0"/>
              <a:t>Propadanje žutog tijela i menstruacija</a:t>
            </a:r>
            <a:endParaRPr sz="1600" dirty="0"/>
          </a:p>
        </p:txBody>
      </p:sp>
      <p:sp>
        <p:nvSpPr>
          <p:cNvPr id="530" name="Google Shape;530;p31"/>
          <p:cNvSpPr txBox="1">
            <a:spLocks noGrp="1"/>
          </p:cNvSpPr>
          <p:nvPr>
            <p:ph type="title" idx="19"/>
          </p:nvPr>
        </p:nvSpPr>
        <p:spPr>
          <a:xfrm>
            <a:off x="6094223" y="3015200"/>
            <a:ext cx="107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531" name="Google Shape;531;p31"/>
          <p:cNvSpPr txBox="1">
            <a:spLocks noGrp="1"/>
          </p:cNvSpPr>
          <p:nvPr>
            <p:ph type="subTitle" idx="20"/>
          </p:nvPr>
        </p:nvSpPr>
        <p:spPr>
          <a:xfrm>
            <a:off x="6094224" y="4056825"/>
            <a:ext cx="2085600" cy="5319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Žuto tijelo nakon 12. dana prestaje lučiti hormone što uzrokuje menstruaciju</a:t>
            </a:r>
            <a:endParaRPr dirty="0"/>
          </a:p>
        </p:txBody>
      </p:sp>
      <p:sp>
        <p:nvSpPr>
          <p:cNvPr id="532" name="Google Shape;532;p31"/>
          <p:cNvSpPr txBox="1">
            <a:spLocks noGrp="1"/>
          </p:cNvSpPr>
          <p:nvPr>
            <p:ph type="title" idx="21"/>
          </p:nvPr>
        </p:nvSpPr>
        <p:spPr>
          <a:xfrm>
            <a:off x="715100" y="502675"/>
            <a:ext cx="7713600" cy="490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ciklus LH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1"/>
          <p:cNvSpPr txBox="1">
            <a:spLocks noGrp="1"/>
          </p:cNvSpPr>
          <p:nvPr>
            <p:ph type="title"/>
          </p:nvPr>
        </p:nvSpPr>
        <p:spPr>
          <a:xfrm>
            <a:off x="715100" y="502675"/>
            <a:ext cx="7713600" cy="490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smtClean="0"/>
              <a:t>Graf lučenja LH kroz menstrualni ciklus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71" name="Google Shape;771;p41"/>
          <p:cNvSpPr txBox="1"/>
          <p:nvPr/>
        </p:nvSpPr>
        <p:spPr>
          <a:xfrm>
            <a:off x="4983800" y="3891625"/>
            <a:ext cx="830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Years old</a:t>
            </a:r>
            <a:endParaRPr>
              <a:solidFill>
                <a:schemeClr val="dk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772" name="Google Shape;772;p41"/>
          <p:cNvSpPr txBox="1"/>
          <p:nvPr/>
        </p:nvSpPr>
        <p:spPr>
          <a:xfrm>
            <a:off x="5820675" y="3891625"/>
            <a:ext cx="830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Years old</a:t>
            </a:r>
            <a:endParaRPr>
              <a:solidFill>
                <a:schemeClr val="dk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775" name="Google Shape;775;p41"/>
          <p:cNvSpPr txBox="1"/>
          <p:nvPr/>
        </p:nvSpPr>
        <p:spPr>
          <a:xfrm>
            <a:off x="6406900" y="2037576"/>
            <a:ext cx="1595100" cy="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776" name="Google Shape;776;p41"/>
          <p:cNvSpPr txBox="1">
            <a:spLocks noGrp="1"/>
          </p:cNvSpPr>
          <p:nvPr>
            <p:ph type="title" idx="4294967295"/>
          </p:nvPr>
        </p:nvSpPr>
        <p:spPr>
          <a:xfrm>
            <a:off x="5820676" y="1761999"/>
            <a:ext cx="536474" cy="349675"/>
          </a:xfrm>
          <a:prstGeom prst="rect">
            <a:avLst/>
          </a:prstGeom>
          <a:solidFill>
            <a:srgbClr val="7030A0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dirty="0" smtClean="0">
                <a:solidFill>
                  <a:schemeClr val="accent1"/>
                </a:solidFill>
              </a:rPr>
              <a:t>LH</a:t>
            </a:r>
            <a:endParaRPr sz="2000" dirty="0">
              <a:solidFill>
                <a:schemeClr val="accent1"/>
              </a:solidFill>
            </a:endParaRPr>
          </a:p>
        </p:txBody>
      </p:sp>
      <p:sp>
        <p:nvSpPr>
          <p:cNvPr id="779" name="Google Shape;779;p41"/>
          <p:cNvSpPr txBox="1"/>
          <p:nvPr/>
        </p:nvSpPr>
        <p:spPr>
          <a:xfrm>
            <a:off x="6005250" y="3493049"/>
            <a:ext cx="1595100" cy="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" name="Slik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0" y="1310713"/>
            <a:ext cx="4459803" cy="29676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 txBox="1">
            <a:spLocks noGrp="1"/>
          </p:cNvSpPr>
          <p:nvPr>
            <p:ph type="title"/>
          </p:nvPr>
        </p:nvSpPr>
        <p:spPr>
          <a:xfrm>
            <a:off x="3554830" y="810434"/>
            <a:ext cx="5265040" cy="132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000" dirty="0" smtClean="0"/>
              <a:t>Poremećaji lučenja</a:t>
            </a:r>
            <a:endParaRPr sz="4000" dirty="0"/>
          </a:p>
        </p:txBody>
      </p:sp>
      <p:sp>
        <p:nvSpPr>
          <p:cNvPr id="545" name="Google Shape;545;p33"/>
          <p:cNvSpPr txBox="1">
            <a:spLocks noGrp="1"/>
          </p:cNvSpPr>
          <p:nvPr>
            <p:ph type="subTitle" idx="1"/>
          </p:nvPr>
        </p:nvSpPr>
        <p:spPr>
          <a:xfrm>
            <a:off x="3942115" y="2526003"/>
            <a:ext cx="4486800" cy="18727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sz="1400" dirty="0" err="1" smtClean="0"/>
              <a:t>Policistični</a:t>
            </a:r>
            <a:r>
              <a:rPr lang="hr-HR" sz="1400" dirty="0" smtClean="0"/>
              <a:t> jajnici – pojačano lučenje LH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sz="1400" dirty="0" err="1" smtClean="0"/>
              <a:t>Hiperprolaktinemija</a:t>
            </a:r>
            <a:r>
              <a:rPr lang="hr-HR" sz="1400" dirty="0" smtClean="0"/>
              <a:t> – inhibirano lučenje LH zbog povećane količine </a:t>
            </a:r>
            <a:r>
              <a:rPr lang="hr-HR" sz="1400" dirty="0" err="1" smtClean="0"/>
              <a:t>prolaktina</a:t>
            </a:r>
            <a:r>
              <a:rPr lang="hr-HR" sz="1400" dirty="0" smtClean="0"/>
              <a:t> u krvi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sz="1400" dirty="0" smtClean="0"/>
              <a:t>Stres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sz="1400" dirty="0" err="1" smtClean="0"/>
              <a:t>Amenoreja</a:t>
            </a:r>
            <a:r>
              <a:rPr lang="hr-HR" sz="1400" dirty="0" smtClean="0"/>
              <a:t> – snižen LH uz FSH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sz="1400" dirty="0" err="1" smtClean="0"/>
              <a:t>Turnerov</a:t>
            </a:r>
            <a:r>
              <a:rPr lang="hr-HR" sz="1400" dirty="0" smtClean="0"/>
              <a:t> sindrom – nedostatak dijela X kromosoma, nemogućnost puberteta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400" dirty="0"/>
          </a:p>
        </p:txBody>
      </p:sp>
      <p:grpSp>
        <p:nvGrpSpPr>
          <p:cNvPr id="546" name="Google Shape;546;p33"/>
          <p:cNvGrpSpPr/>
          <p:nvPr/>
        </p:nvGrpSpPr>
        <p:grpSpPr>
          <a:xfrm>
            <a:off x="589225" y="1296623"/>
            <a:ext cx="2693511" cy="3846888"/>
            <a:chOff x="589225" y="1296623"/>
            <a:chExt cx="2693511" cy="3846888"/>
          </a:xfrm>
        </p:grpSpPr>
        <p:sp>
          <p:nvSpPr>
            <p:cNvPr id="547" name="Google Shape;547;p33"/>
            <p:cNvSpPr/>
            <p:nvPr/>
          </p:nvSpPr>
          <p:spPr>
            <a:xfrm>
              <a:off x="589225" y="2928545"/>
              <a:ext cx="2693511" cy="2214966"/>
            </a:xfrm>
            <a:custGeom>
              <a:avLst/>
              <a:gdLst/>
              <a:ahLst/>
              <a:cxnLst/>
              <a:rect l="l" t="t" r="r" b="b"/>
              <a:pathLst>
                <a:path w="55142" h="12810" extrusionOk="0">
                  <a:moveTo>
                    <a:pt x="1" y="0"/>
                  </a:moveTo>
                  <a:lnTo>
                    <a:pt x="1" y="12809"/>
                  </a:lnTo>
                  <a:lnTo>
                    <a:pt x="55141" y="12809"/>
                  </a:lnTo>
                  <a:lnTo>
                    <a:pt x="551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795164" y="3099614"/>
              <a:ext cx="2281618" cy="454577"/>
            </a:xfrm>
            <a:custGeom>
              <a:avLst/>
              <a:gdLst/>
              <a:ahLst/>
              <a:cxnLst/>
              <a:rect l="l" t="t" r="r" b="b"/>
              <a:pathLst>
                <a:path w="46709" h="9307" extrusionOk="0">
                  <a:moveTo>
                    <a:pt x="1" y="1"/>
                  </a:moveTo>
                  <a:lnTo>
                    <a:pt x="1" y="9306"/>
                  </a:lnTo>
                  <a:lnTo>
                    <a:pt x="46708" y="9306"/>
                  </a:lnTo>
                  <a:lnTo>
                    <a:pt x="467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1660510" y="3313367"/>
              <a:ext cx="550902" cy="64912"/>
            </a:xfrm>
            <a:custGeom>
              <a:avLst/>
              <a:gdLst/>
              <a:ahLst/>
              <a:cxnLst/>
              <a:rect l="l" t="t" r="r" b="b"/>
              <a:pathLst>
                <a:path w="11278" h="1329" extrusionOk="0">
                  <a:moveTo>
                    <a:pt x="1" y="1"/>
                  </a:moveTo>
                  <a:lnTo>
                    <a:pt x="1" y="1328"/>
                  </a:lnTo>
                  <a:lnTo>
                    <a:pt x="11277" y="1328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812700" y="1296623"/>
              <a:ext cx="2246563" cy="1429049"/>
            </a:xfrm>
            <a:custGeom>
              <a:avLst/>
              <a:gdLst/>
              <a:ahLst/>
              <a:cxnLst/>
              <a:rect l="l" t="t" r="r" b="b"/>
              <a:pathLst>
                <a:path w="45992" h="29258" extrusionOk="0">
                  <a:moveTo>
                    <a:pt x="47" y="1"/>
                  </a:moveTo>
                  <a:cubicBezTo>
                    <a:pt x="21" y="1"/>
                    <a:pt x="0" y="21"/>
                    <a:pt x="0" y="47"/>
                  </a:cubicBezTo>
                  <a:lnTo>
                    <a:pt x="0" y="29211"/>
                  </a:lnTo>
                  <a:cubicBezTo>
                    <a:pt x="0" y="29237"/>
                    <a:pt x="21" y="29258"/>
                    <a:pt x="47" y="29258"/>
                  </a:cubicBezTo>
                  <a:lnTo>
                    <a:pt x="45945" y="29258"/>
                  </a:lnTo>
                  <a:cubicBezTo>
                    <a:pt x="45971" y="29258"/>
                    <a:pt x="45992" y="29237"/>
                    <a:pt x="45992" y="29211"/>
                  </a:cubicBezTo>
                  <a:lnTo>
                    <a:pt x="45992" y="47"/>
                  </a:lnTo>
                  <a:cubicBezTo>
                    <a:pt x="45992" y="21"/>
                    <a:pt x="45971" y="1"/>
                    <a:pt x="45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1585994" y="2688503"/>
              <a:ext cx="699926" cy="133390"/>
            </a:xfrm>
            <a:custGeom>
              <a:avLst/>
              <a:gdLst/>
              <a:ahLst/>
              <a:cxnLst/>
              <a:rect l="l" t="t" r="r" b="b"/>
              <a:pathLst>
                <a:path w="14329" h="2731" extrusionOk="0">
                  <a:moveTo>
                    <a:pt x="1" y="1"/>
                  </a:moveTo>
                  <a:lnTo>
                    <a:pt x="1" y="2731"/>
                  </a:lnTo>
                  <a:lnTo>
                    <a:pt x="14328" y="2731"/>
                  </a:lnTo>
                  <a:lnTo>
                    <a:pt x="143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1431589" y="2821844"/>
              <a:ext cx="1008784" cy="135979"/>
            </a:xfrm>
            <a:custGeom>
              <a:avLst/>
              <a:gdLst/>
              <a:ahLst/>
              <a:cxnLst/>
              <a:rect l="l" t="t" r="r" b="b"/>
              <a:pathLst>
                <a:path w="20652" h="2784" extrusionOk="0">
                  <a:moveTo>
                    <a:pt x="0" y="1"/>
                  </a:moveTo>
                  <a:lnTo>
                    <a:pt x="0" y="2784"/>
                  </a:lnTo>
                  <a:lnTo>
                    <a:pt x="20652" y="2784"/>
                  </a:lnTo>
                  <a:lnTo>
                    <a:pt x="206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1709576" y="2817888"/>
              <a:ext cx="499947" cy="11771"/>
            </a:xfrm>
            <a:custGeom>
              <a:avLst/>
              <a:gdLst/>
              <a:ahLst/>
              <a:cxnLst/>
              <a:rect l="l" t="t" r="r" b="b"/>
              <a:pathLst>
                <a:path w="10235" h="241" extrusionOk="0">
                  <a:moveTo>
                    <a:pt x="0" y="1"/>
                  </a:moveTo>
                  <a:lnTo>
                    <a:pt x="0" y="240"/>
                  </a:lnTo>
                  <a:lnTo>
                    <a:pt x="10235" y="240"/>
                  </a:lnTo>
                  <a:lnTo>
                    <a:pt x="102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896277" y="1423420"/>
              <a:ext cx="2079458" cy="1175407"/>
            </a:xfrm>
            <a:custGeom>
              <a:avLst/>
              <a:gdLst/>
              <a:ahLst/>
              <a:cxnLst/>
              <a:rect l="l" t="t" r="r" b="b"/>
              <a:pathLst>
                <a:path w="42571" h="24065" extrusionOk="0">
                  <a:moveTo>
                    <a:pt x="0" y="1"/>
                  </a:moveTo>
                  <a:lnTo>
                    <a:pt x="0" y="24065"/>
                  </a:lnTo>
                  <a:lnTo>
                    <a:pt x="42571" y="24065"/>
                  </a:lnTo>
                  <a:lnTo>
                    <a:pt x="425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1171187" y="1423469"/>
              <a:ext cx="1529540" cy="1175358"/>
            </a:xfrm>
            <a:custGeom>
              <a:avLst/>
              <a:gdLst/>
              <a:ahLst/>
              <a:cxnLst/>
              <a:rect l="l" t="t" r="r" b="b"/>
              <a:pathLst>
                <a:path w="31313" h="24064" extrusionOk="0">
                  <a:moveTo>
                    <a:pt x="5641" y="1"/>
                  </a:moveTo>
                  <a:cubicBezTo>
                    <a:pt x="2195" y="2872"/>
                    <a:pt x="1" y="7195"/>
                    <a:pt x="1" y="12032"/>
                  </a:cubicBezTo>
                  <a:cubicBezTo>
                    <a:pt x="1" y="16869"/>
                    <a:pt x="2195" y="21193"/>
                    <a:pt x="5641" y="24064"/>
                  </a:cubicBezTo>
                  <a:lnTo>
                    <a:pt x="25673" y="24064"/>
                  </a:lnTo>
                  <a:cubicBezTo>
                    <a:pt x="29119" y="21192"/>
                    <a:pt x="31313" y="16868"/>
                    <a:pt x="31313" y="12032"/>
                  </a:cubicBezTo>
                  <a:cubicBezTo>
                    <a:pt x="31313" y="7197"/>
                    <a:pt x="29119" y="2872"/>
                    <a:pt x="256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988109" y="1550558"/>
              <a:ext cx="464777" cy="73020"/>
            </a:xfrm>
            <a:custGeom>
              <a:avLst/>
              <a:gdLst/>
              <a:ahLst/>
              <a:cxnLst/>
              <a:rect l="l" t="t" r="r" b="b"/>
              <a:pathLst>
                <a:path w="9515" h="1495" extrusionOk="0">
                  <a:moveTo>
                    <a:pt x="1" y="0"/>
                  </a:moveTo>
                  <a:lnTo>
                    <a:pt x="1" y="1494"/>
                  </a:lnTo>
                  <a:lnTo>
                    <a:pt x="9515" y="1494"/>
                  </a:lnTo>
                  <a:lnTo>
                    <a:pt x="95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2418050" y="2431637"/>
              <a:ext cx="464777" cy="94365"/>
            </a:xfrm>
            <a:custGeom>
              <a:avLst/>
              <a:gdLst/>
              <a:ahLst/>
              <a:cxnLst/>
              <a:rect l="l" t="t" r="r" b="b"/>
              <a:pathLst>
                <a:path w="9515" h="1932" extrusionOk="0">
                  <a:moveTo>
                    <a:pt x="0" y="0"/>
                  </a:moveTo>
                  <a:lnTo>
                    <a:pt x="0" y="1932"/>
                  </a:lnTo>
                  <a:lnTo>
                    <a:pt x="9514" y="1932"/>
                  </a:lnTo>
                  <a:lnTo>
                    <a:pt x="95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988109" y="1650344"/>
              <a:ext cx="464777" cy="46059"/>
            </a:xfrm>
            <a:custGeom>
              <a:avLst/>
              <a:gdLst/>
              <a:ahLst/>
              <a:cxnLst/>
              <a:rect l="l" t="t" r="r" b="b"/>
              <a:pathLst>
                <a:path w="9515" h="943" extrusionOk="0">
                  <a:moveTo>
                    <a:pt x="1" y="1"/>
                  </a:moveTo>
                  <a:lnTo>
                    <a:pt x="1" y="942"/>
                  </a:lnTo>
                  <a:lnTo>
                    <a:pt x="9515" y="942"/>
                  </a:lnTo>
                  <a:lnTo>
                    <a:pt x="95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2150174" y="1930263"/>
              <a:ext cx="147951" cy="115604"/>
            </a:xfrm>
            <a:custGeom>
              <a:avLst/>
              <a:gdLst/>
              <a:ahLst/>
              <a:cxnLst/>
              <a:rect l="l" t="t" r="r" b="b"/>
              <a:pathLst>
                <a:path w="4926" h="3849" extrusionOk="0">
                  <a:moveTo>
                    <a:pt x="2463" y="0"/>
                  </a:moveTo>
                  <a:cubicBezTo>
                    <a:pt x="1103" y="0"/>
                    <a:pt x="1" y="862"/>
                    <a:pt x="1" y="1924"/>
                  </a:cubicBezTo>
                  <a:cubicBezTo>
                    <a:pt x="1" y="2987"/>
                    <a:pt x="1103" y="3849"/>
                    <a:pt x="2463" y="3849"/>
                  </a:cubicBezTo>
                  <a:cubicBezTo>
                    <a:pt x="3824" y="3849"/>
                    <a:pt x="4926" y="2987"/>
                    <a:pt x="4926" y="1924"/>
                  </a:cubicBezTo>
                  <a:cubicBezTo>
                    <a:pt x="4926" y="862"/>
                    <a:pt x="3824" y="0"/>
                    <a:pt x="2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2116114" y="1701068"/>
              <a:ext cx="394687" cy="334227"/>
            </a:xfrm>
            <a:custGeom>
              <a:avLst/>
              <a:gdLst/>
              <a:ahLst/>
              <a:cxnLst/>
              <a:rect l="l" t="t" r="r" b="b"/>
              <a:pathLst>
                <a:path w="13141" h="11128" extrusionOk="0">
                  <a:moveTo>
                    <a:pt x="4543" y="1"/>
                  </a:moveTo>
                  <a:cubicBezTo>
                    <a:pt x="4051" y="1"/>
                    <a:pt x="3556" y="33"/>
                    <a:pt x="3059" y="99"/>
                  </a:cubicBezTo>
                  <a:cubicBezTo>
                    <a:pt x="2027" y="242"/>
                    <a:pt x="981" y="537"/>
                    <a:pt x="1" y="1071"/>
                  </a:cubicBezTo>
                  <a:cubicBezTo>
                    <a:pt x="693" y="1504"/>
                    <a:pt x="1214" y="2018"/>
                    <a:pt x="1591" y="2588"/>
                  </a:cubicBezTo>
                  <a:cubicBezTo>
                    <a:pt x="2128" y="2252"/>
                    <a:pt x="2745" y="1999"/>
                    <a:pt x="3393" y="1831"/>
                  </a:cubicBezTo>
                  <a:cubicBezTo>
                    <a:pt x="4129" y="1634"/>
                    <a:pt x="4909" y="1547"/>
                    <a:pt x="5695" y="1547"/>
                  </a:cubicBezTo>
                  <a:cubicBezTo>
                    <a:pt x="5838" y="1547"/>
                    <a:pt x="5980" y="1550"/>
                    <a:pt x="6123" y="1555"/>
                  </a:cubicBezTo>
                  <a:cubicBezTo>
                    <a:pt x="7053" y="1605"/>
                    <a:pt x="7986" y="1770"/>
                    <a:pt x="8868" y="2081"/>
                  </a:cubicBezTo>
                  <a:cubicBezTo>
                    <a:pt x="9744" y="2396"/>
                    <a:pt x="10579" y="2844"/>
                    <a:pt x="11239" y="3471"/>
                  </a:cubicBezTo>
                  <a:cubicBezTo>
                    <a:pt x="11892" y="4098"/>
                    <a:pt x="12348" y="4916"/>
                    <a:pt x="12391" y="5814"/>
                  </a:cubicBezTo>
                  <a:cubicBezTo>
                    <a:pt x="12411" y="6269"/>
                    <a:pt x="12364" y="6728"/>
                    <a:pt x="12198" y="7124"/>
                  </a:cubicBezTo>
                  <a:cubicBezTo>
                    <a:pt x="12041" y="7525"/>
                    <a:pt x="11746" y="7849"/>
                    <a:pt x="11367" y="8062"/>
                  </a:cubicBezTo>
                  <a:cubicBezTo>
                    <a:pt x="10988" y="8281"/>
                    <a:pt x="10534" y="8398"/>
                    <a:pt x="10070" y="8440"/>
                  </a:cubicBezTo>
                  <a:cubicBezTo>
                    <a:pt x="9887" y="8457"/>
                    <a:pt x="9702" y="8465"/>
                    <a:pt x="9515" y="8465"/>
                  </a:cubicBezTo>
                  <a:cubicBezTo>
                    <a:pt x="9227" y="8465"/>
                    <a:pt x="8937" y="8446"/>
                    <a:pt x="8648" y="8410"/>
                  </a:cubicBezTo>
                  <a:cubicBezTo>
                    <a:pt x="8170" y="8353"/>
                    <a:pt x="7697" y="8254"/>
                    <a:pt x="7227" y="8130"/>
                  </a:cubicBezTo>
                  <a:cubicBezTo>
                    <a:pt x="6763" y="8004"/>
                    <a:pt x="6291" y="7846"/>
                    <a:pt x="5863" y="7664"/>
                  </a:cubicBezTo>
                  <a:lnTo>
                    <a:pt x="5851" y="7659"/>
                  </a:lnTo>
                  <a:cubicBezTo>
                    <a:pt x="5796" y="7636"/>
                    <a:pt x="5739" y="7625"/>
                    <a:pt x="5682" y="7625"/>
                  </a:cubicBezTo>
                  <a:cubicBezTo>
                    <a:pt x="5515" y="7625"/>
                    <a:pt x="5357" y="7721"/>
                    <a:pt x="5286" y="7884"/>
                  </a:cubicBezTo>
                  <a:cubicBezTo>
                    <a:pt x="5194" y="8104"/>
                    <a:pt x="5296" y="8357"/>
                    <a:pt x="5515" y="8449"/>
                  </a:cubicBezTo>
                  <a:cubicBezTo>
                    <a:pt x="5529" y="8457"/>
                    <a:pt x="5548" y="8463"/>
                    <a:pt x="5562" y="8468"/>
                  </a:cubicBezTo>
                  <a:cubicBezTo>
                    <a:pt x="5568" y="8469"/>
                    <a:pt x="5576" y="8472"/>
                    <a:pt x="5582" y="8473"/>
                  </a:cubicBezTo>
                  <a:cubicBezTo>
                    <a:pt x="5565" y="8473"/>
                    <a:pt x="5548" y="8472"/>
                    <a:pt x="5531" y="8472"/>
                  </a:cubicBezTo>
                  <a:cubicBezTo>
                    <a:pt x="5235" y="8472"/>
                    <a:pt x="5028" y="8534"/>
                    <a:pt x="5011" y="8702"/>
                  </a:cubicBezTo>
                  <a:cubicBezTo>
                    <a:pt x="4951" y="9237"/>
                    <a:pt x="5475" y="9285"/>
                    <a:pt x="5667" y="9285"/>
                  </a:cubicBezTo>
                  <a:cubicBezTo>
                    <a:pt x="5710" y="9285"/>
                    <a:pt x="5736" y="9283"/>
                    <a:pt x="5736" y="9283"/>
                  </a:cubicBezTo>
                  <a:lnTo>
                    <a:pt x="5736" y="9283"/>
                  </a:lnTo>
                  <a:cubicBezTo>
                    <a:pt x="5736" y="9283"/>
                    <a:pt x="5192" y="9573"/>
                    <a:pt x="5265" y="9972"/>
                  </a:cubicBezTo>
                  <a:cubicBezTo>
                    <a:pt x="5294" y="10135"/>
                    <a:pt x="5420" y="10183"/>
                    <a:pt x="5559" y="10183"/>
                  </a:cubicBezTo>
                  <a:cubicBezTo>
                    <a:pt x="5761" y="10183"/>
                    <a:pt x="5990" y="10081"/>
                    <a:pt x="5990" y="10081"/>
                  </a:cubicBezTo>
                  <a:lnTo>
                    <a:pt x="5990" y="10081"/>
                  </a:lnTo>
                  <a:cubicBezTo>
                    <a:pt x="5990" y="10081"/>
                    <a:pt x="5410" y="10553"/>
                    <a:pt x="5845" y="11061"/>
                  </a:cubicBezTo>
                  <a:cubicBezTo>
                    <a:pt x="5884" y="11107"/>
                    <a:pt x="5934" y="11127"/>
                    <a:pt x="5991" y="11127"/>
                  </a:cubicBezTo>
                  <a:cubicBezTo>
                    <a:pt x="6573" y="11127"/>
                    <a:pt x="7984" y="8994"/>
                    <a:pt x="7984" y="8994"/>
                  </a:cubicBezTo>
                  <a:cubicBezTo>
                    <a:pt x="7984" y="8994"/>
                    <a:pt x="7977" y="8991"/>
                    <a:pt x="7967" y="8987"/>
                  </a:cubicBezTo>
                  <a:lnTo>
                    <a:pt x="7967" y="8987"/>
                  </a:lnTo>
                  <a:cubicBezTo>
                    <a:pt x="8170" y="9016"/>
                    <a:pt x="8373" y="9043"/>
                    <a:pt x="8579" y="9063"/>
                  </a:cubicBezTo>
                  <a:cubicBezTo>
                    <a:pt x="8866" y="9085"/>
                    <a:pt x="9156" y="9101"/>
                    <a:pt x="9447" y="9101"/>
                  </a:cubicBezTo>
                  <a:cubicBezTo>
                    <a:pt x="9676" y="9101"/>
                    <a:pt x="9905" y="9091"/>
                    <a:pt x="10135" y="9067"/>
                  </a:cubicBezTo>
                  <a:cubicBezTo>
                    <a:pt x="10654" y="9007"/>
                    <a:pt x="11190" y="8891"/>
                    <a:pt x="11680" y="8621"/>
                  </a:cubicBezTo>
                  <a:cubicBezTo>
                    <a:pt x="12173" y="8357"/>
                    <a:pt x="12590" y="7913"/>
                    <a:pt x="12823" y="7397"/>
                  </a:cubicBezTo>
                  <a:cubicBezTo>
                    <a:pt x="13059" y="6880"/>
                    <a:pt x="13132" y="6329"/>
                    <a:pt x="13135" y="5794"/>
                  </a:cubicBezTo>
                  <a:cubicBezTo>
                    <a:pt x="13140" y="5246"/>
                    <a:pt x="13023" y="4692"/>
                    <a:pt x="12804" y="4186"/>
                  </a:cubicBezTo>
                  <a:cubicBezTo>
                    <a:pt x="12586" y="3679"/>
                    <a:pt x="12271" y="3222"/>
                    <a:pt x="11909" y="2823"/>
                  </a:cubicBezTo>
                  <a:cubicBezTo>
                    <a:pt x="11173" y="2025"/>
                    <a:pt x="10263" y="1437"/>
                    <a:pt x="9300" y="1008"/>
                  </a:cubicBezTo>
                  <a:cubicBezTo>
                    <a:pt x="8336" y="577"/>
                    <a:pt x="7315" y="283"/>
                    <a:pt x="6266" y="132"/>
                  </a:cubicBezTo>
                  <a:cubicBezTo>
                    <a:pt x="5699" y="45"/>
                    <a:pt x="5124" y="1"/>
                    <a:pt x="4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1660878" y="1692178"/>
              <a:ext cx="545100" cy="687165"/>
            </a:xfrm>
            <a:custGeom>
              <a:avLst/>
              <a:gdLst/>
              <a:ahLst/>
              <a:cxnLst/>
              <a:rect l="l" t="t" r="r" b="b"/>
              <a:pathLst>
                <a:path w="18149" h="22879" extrusionOk="0">
                  <a:moveTo>
                    <a:pt x="9408" y="0"/>
                  </a:moveTo>
                  <a:cubicBezTo>
                    <a:pt x="9318" y="0"/>
                    <a:pt x="9227" y="1"/>
                    <a:pt x="9135" y="2"/>
                  </a:cubicBezTo>
                  <a:cubicBezTo>
                    <a:pt x="6245" y="33"/>
                    <a:pt x="4184" y="574"/>
                    <a:pt x="2768" y="1412"/>
                  </a:cubicBezTo>
                  <a:cubicBezTo>
                    <a:pt x="2051" y="1836"/>
                    <a:pt x="1501" y="2335"/>
                    <a:pt x="1091" y="2880"/>
                  </a:cubicBezTo>
                  <a:cubicBezTo>
                    <a:pt x="252" y="3990"/>
                    <a:pt x="0" y="5296"/>
                    <a:pt x="132" y="6553"/>
                  </a:cubicBezTo>
                  <a:cubicBezTo>
                    <a:pt x="486" y="9911"/>
                    <a:pt x="3190" y="9960"/>
                    <a:pt x="5364" y="12264"/>
                  </a:cubicBezTo>
                  <a:cubicBezTo>
                    <a:pt x="6013" y="12954"/>
                    <a:pt x="5585" y="22729"/>
                    <a:pt x="9063" y="22875"/>
                  </a:cubicBezTo>
                  <a:cubicBezTo>
                    <a:pt x="9114" y="22877"/>
                    <a:pt x="9165" y="22878"/>
                    <a:pt x="9214" y="22878"/>
                  </a:cubicBezTo>
                  <a:cubicBezTo>
                    <a:pt x="12545" y="22878"/>
                    <a:pt x="12577" y="18119"/>
                    <a:pt x="12844" y="14570"/>
                  </a:cubicBezTo>
                  <a:cubicBezTo>
                    <a:pt x="13114" y="10968"/>
                    <a:pt x="17778" y="9873"/>
                    <a:pt x="18045" y="6519"/>
                  </a:cubicBezTo>
                  <a:cubicBezTo>
                    <a:pt x="18149" y="5229"/>
                    <a:pt x="17940" y="3957"/>
                    <a:pt x="17225" y="2883"/>
                  </a:cubicBezTo>
                  <a:cubicBezTo>
                    <a:pt x="16848" y="2313"/>
                    <a:pt x="16327" y="1797"/>
                    <a:pt x="15635" y="1366"/>
                  </a:cubicBezTo>
                  <a:cubicBezTo>
                    <a:pt x="14284" y="525"/>
                    <a:pt x="12279" y="0"/>
                    <a:pt x="9408" y="0"/>
                  </a:cubicBezTo>
                  <a:close/>
                </a:path>
              </a:pathLst>
            </a:custGeom>
            <a:solidFill>
              <a:srgbClr val="F1A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1565369" y="1928371"/>
              <a:ext cx="147951" cy="115634"/>
            </a:xfrm>
            <a:custGeom>
              <a:avLst/>
              <a:gdLst/>
              <a:ahLst/>
              <a:cxnLst/>
              <a:rect l="l" t="t" r="r" b="b"/>
              <a:pathLst>
                <a:path w="4926" h="3850" extrusionOk="0">
                  <a:moveTo>
                    <a:pt x="2463" y="1"/>
                  </a:moveTo>
                  <a:cubicBezTo>
                    <a:pt x="1103" y="1"/>
                    <a:pt x="1" y="863"/>
                    <a:pt x="1" y="1925"/>
                  </a:cubicBezTo>
                  <a:cubicBezTo>
                    <a:pt x="1" y="2988"/>
                    <a:pt x="1103" y="3850"/>
                    <a:pt x="2463" y="3850"/>
                  </a:cubicBezTo>
                  <a:cubicBezTo>
                    <a:pt x="3823" y="3850"/>
                    <a:pt x="4926" y="2988"/>
                    <a:pt x="4926" y="1925"/>
                  </a:cubicBezTo>
                  <a:cubicBezTo>
                    <a:pt x="4926" y="863"/>
                    <a:pt x="3823" y="1"/>
                    <a:pt x="2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1361162" y="1701068"/>
              <a:ext cx="397149" cy="334197"/>
            </a:xfrm>
            <a:custGeom>
              <a:avLst/>
              <a:gdLst/>
              <a:ahLst/>
              <a:cxnLst/>
              <a:rect l="l" t="t" r="r" b="b"/>
              <a:pathLst>
                <a:path w="13223" h="11127" extrusionOk="0">
                  <a:moveTo>
                    <a:pt x="8597" y="1"/>
                  </a:moveTo>
                  <a:cubicBezTo>
                    <a:pt x="8016" y="1"/>
                    <a:pt x="7441" y="45"/>
                    <a:pt x="6873" y="132"/>
                  </a:cubicBezTo>
                  <a:cubicBezTo>
                    <a:pt x="5825" y="283"/>
                    <a:pt x="4804" y="577"/>
                    <a:pt x="3839" y="1008"/>
                  </a:cubicBezTo>
                  <a:cubicBezTo>
                    <a:pt x="2876" y="1437"/>
                    <a:pt x="1966" y="2026"/>
                    <a:pt x="1233" y="2823"/>
                  </a:cubicBezTo>
                  <a:cubicBezTo>
                    <a:pt x="869" y="3222"/>
                    <a:pt x="554" y="3679"/>
                    <a:pt x="337" y="4186"/>
                  </a:cubicBezTo>
                  <a:cubicBezTo>
                    <a:pt x="117" y="4691"/>
                    <a:pt x="0" y="5247"/>
                    <a:pt x="5" y="5794"/>
                  </a:cubicBezTo>
                  <a:cubicBezTo>
                    <a:pt x="9" y="6329"/>
                    <a:pt x="82" y="6882"/>
                    <a:pt x="321" y="7397"/>
                  </a:cubicBezTo>
                  <a:cubicBezTo>
                    <a:pt x="553" y="7914"/>
                    <a:pt x="970" y="8356"/>
                    <a:pt x="1461" y="8620"/>
                  </a:cubicBezTo>
                  <a:cubicBezTo>
                    <a:pt x="1952" y="8892"/>
                    <a:pt x="2486" y="9008"/>
                    <a:pt x="3009" y="9066"/>
                  </a:cubicBezTo>
                  <a:cubicBezTo>
                    <a:pt x="3244" y="9091"/>
                    <a:pt x="3477" y="9101"/>
                    <a:pt x="3710" y="9101"/>
                  </a:cubicBezTo>
                  <a:cubicBezTo>
                    <a:pt x="3996" y="9101"/>
                    <a:pt x="4280" y="9086"/>
                    <a:pt x="4561" y="9063"/>
                  </a:cubicBezTo>
                  <a:cubicBezTo>
                    <a:pt x="4767" y="9043"/>
                    <a:pt x="4971" y="9014"/>
                    <a:pt x="5174" y="8986"/>
                  </a:cubicBezTo>
                  <a:lnTo>
                    <a:pt x="5174" y="8986"/>
                  </a:lnTo>
                  <a:cubicBezTo>
                    <a:pt x="5164" y="8990"/>
                    <a:pt x="5156" y="8992"/>
                    <a:pt x="5156" y="8992"/>
                  </a:cubicBezTo>
                  <a:cubicBezTo>
                    <a:pt x="5156" y="8992"/>
                    <a:pt x="6568" y="11126"/>
                    <a:pt x="7150" y="11126"/>
                  </a:cubicBezTo>
                  <a:cubicBezTo>
                    <a:pt x="7208" y="11126"/>
                    <a:pt x="7257" y="11106"/>
                    <a:pt x="7296" y="11060"/>
                  </a:cubicBezTo>
                  <a:cubicBezTo>
                    <a:pt x="7732" y="10552"/>
                    <a:pt x="7151" y="10080"/>
                    <a:pt x="7151" y="10080"/>
                  </a:cubicBezTo>
                  <a:lnTo>
                    <a:pt x="7151" y="10080"/>
                  </a:lnTo>
                  <a:cubicBezTo>
                    <a:pt x="7151" y="10080"/>
                    <a:pt x="7381" y="10182"/>
                    <a:pt x="7582" y="10182"/>
                  </a:cubicBezTo>
                  <a:cubicBezTo>
                    <a:pt x="7721" y="10182"/>
                    <a:pt x="7847" y="10134"/>
                    <a:pt x="7877" y="9971"/>
                  </a:cubicBezTo>
                  <a:cubicBezTo>
                    <a:pt x="7949" y="9572"/>
                    <a:pt x="7405" y="9282"/>
                    <a:pt x="7405" y="9282"/>
                  </a:cubicBezTo>
                  <a:lnTo>
                    <a:pt x="7405" y="9282"/>
                  </a:lnTo>
                  <a:cubicBezTo>
                    <a:pt x="7405" y="9282"/>
                    <a:pt x="7432" y="9284"/>
                    <a:pt x="7474" y="9284"/>
                  </a:cubicBezTo>
                  <a:cubicBezTo>
                    <a:pt x="7667" y="9284"/>
                    <a:pt x="8190" y="9236"/>
                    <a:pt x="8131" y="8701"/>
                  </a:cubicBezTo>
                  <a:cubicBezTo>
                    <a:pt x="8112" y="8533"/>
                    <a:pt x="7906" y="8471"/>
                    <a:pt x="7609" y="8471"/>
                  </a:cubicBezTo>
                  <a:cubicBezTo>
                    <a:pt x="7592" y="8471"/>
                    <a:pt x="7575" y="8472"/>
                    <a:pt x="7558" y="8472"/>
                  </a:cubicBezTo>
                  <a:cubicBezTo>
                    <a:pt x="7564" y="8470"/>
                    <a:pt x="7571" y="8468"/>
                    <a:pt x="7577" y="8467"/>
                  </a:cubicBezTo>
                  <a:cubicBezTo>
                    <a:pt x="7592" y="8462"/>
                    <a:pt x="7610" y="8454"/>
                    <a:pt x="7628" y="8448"/>
                  </a:cubicBezTo>
                  <a:cubicBezTo>
                    <a:pt x="7844" y="8356"/>
                    <a:pt x="7946" y="8102"/>
                    <a:pt x="7853" y="7883"/>
                  </a:cubicBezTo>
                  <a:cubicBezTo>
                    <a:pt x="7783" y="7720"/>
                    <a:pt x="7625" y="7623"/>
                    <a:pt x="7458" y="7623"/>
                  </a:cubicBezTo>
                  <a:cubicBezTo>
                    <a:pt x="7401" y="7623"/>
                    <a:pt x="7344" y="7634"/>
                    <a:pt x="7288" y="7658"/>
                  </a:cubicBezTo>
                  <a:lnTo>
                    <a:pt x="7277" y="7663"/>
                  </a:lnTo>
                  <a:cubicBezTo>
                    <a:pt x="6848" y="7845"/>
                    <a:pt x="6377" y="8001"/>
                    <a:pt x="5912" y="8128"/>
                  </a:cubicBezTo>
                  <a:cubicBezTo>
                    <a:pt x="5446" y="8252"/>
                    <a:pt x="4970" y="8350"/>
                    <a:pt x="4492" y="8408"/>
                  </a:cubicBezTo>
                  <a:cubicBezTo>
                    <a:pt x="4204" y="8444"/>
                    <a:pt x="3914" y="8464"/>
                    <a:pt x="3627" y="8464"/>
                  </a:cubicBezTo>
                  <a:cubicBezTo>
                    <a:pt x="3440" y="8464"/>
                    <a:pt x="3253" y="8455"/>
                    <a:pt x="3069" y="8438"/>
                  </a:cubicBezTo>
                  <a:cubicBezTo>
                    <a:pt x="2605" y="8395"/>
                    <a:pt x="2150" y="8278"/>
                    <a:pt x="1772" y="8060"/>
                  </a:cubicBezTo>
                  <a:cubicBezTo>
                    <a:pt x="1393" y="7846"/>
                    <a:pt x="1098" y="7524"/>
                    <a:pt x="942" y="7122"/>
                  </a:cubicBezTo>
                  <a:cubicBezTo>
                    <a:pt x="777" y="6726"/>
                    <a:pt x="729" y="6267"/>
                    <a:pt x="749" y="5813"/>
                  </a:cubicBezTo>
                  <a:cubicBezTo>
                    <a:pt x="791" y="4914"/>
                    <a:pt x="1246" y="4097"/>
                    <a:pt x="1901" y="3470"/>
                  </a:cubicBezTo>
                  <a:cubicBezTo>
                    <a:pt x="2560" y="2843"/>
                    <a:pt x="3396" y="2394"/>
                    <a:pt x="4272" y="2080"/>
                  </a:cubicBezTo>
                  <a:cubicBezTo>
                    <a:pt x="5153" y="1769"/>
                    <a:pt x="6086" y="1604"/>
                    <a:pt x="7016" y="1553"/>
                  </a:cubicBezTo>
                  <a:cubicBezTo>
                    <a:pt x="7161" y="1547"/>
                    <a:pt x="7305" y="1545"/>
                    <a:pt x="7450" y="1545"/>
                  </a:cubicBezTo>
                  <a:cubicBezTo>
                    <a:pt x="8234" y="1545"/>
                    <a:pt x="9013" y="1632"/>
                    <a:pt x="9746" y="1829"/>
                  </a:cubicBezTo>
                  <a:cubicBezTo>
                    <a:pt x="10394" y="1998"/>
                    <a:pt x="11009" y="2252"/>
                    <a:pt x="11545" y="2585"/>
                  </a:cubicBezTo>
                  <a:cubicBezTo>
                    <a:pt x="11955" y="2040"/>
                    <a:pt x="12506" y="1541"/>
                    <a:pt x="13223" y="1117"/>
                  </a:cubicBezTo>
                  <a:cubicBezTo>
                    <a:pt x="12221" y="555"/>
                    <a:pt x="11144" y="246"/>
                    <a:pt x="10082" y="99"/>
                  </a:cubicBezTo>
                  <a:cubicBezTo>
                    <a:pt x="9585" y="33"/>
                    <a:pt x="9089" y="1"/>
                    <a:pt x="8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795281" y="3798050"/>
              <a:ext cx="2281618" cy="454577"/>
            </a:xfrm>
            <a:custGeom>
              <a:avLst/>
              <a:gdLst/>
              <a:ahLst/>
              <a:cxnLst/>
              <a:rect l="l" t="t" r="r" b="b"/>
              <a:pathLst>
                <a:path w="46709" h="9307" extrusionOk="0">
                  <a:moveTo>
                    <a:pt x="1" y="1"/>
                  </a:moveTo>
                  <a:lnTo>
                    <a:pt x="1" y="9306"/>
                  </a:lnTo>
                  <a:lnTo>
                    <a:pt x="46708" y="9306"/>
                  </a:lnTo>
                  <a:lnTo>
                    <a:pt x="467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1660614" y="3992881"/>
              <a:ext cx="550902" cy="64912"/>
            </a:xfrm>
            <a:custGeom>
              <a:avLst/>
              <a:gdLst/>
              <a:ahLst/>
              <a:cxnLst/>
              <a:rect l="l" t="t" r="r" b="b"/>
              <a:pathLst>
                <a:path w="11278" h="1329" extrusionOk="0">
                  <a:moveTo>
                    <a:pt x="1" y="1"/>
                  </a:moveTo>
                  <a:lnTo>
                    <a:pt x="1" y="1328"/>
                  </a:lnTo>
                  <a:lnTo>
                    <a:pt x="11277" y="1328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795281" y="4496480"/>
              <a:ext cx="2281618" cy="454577"/>
            </a:xfrm>
            <a:custGeom>
              <a:avLst/>
              <a:gdLst/>
              <a:ahLst/>
              <a:cxnLst/>
              <a:rect l="l" t="t" r="r" b="b"/>
              <a:pathLst>
                <a:path w="46709" h="9307" extrusionOk="0">
                  <a:moveTo>
                    <a:pt x="1" y="1"/>
                  </a:moveTo>
                  <a:lnTo>
                    <a:pt x="1" y="9306"/>
                  </a:lnTo>
                  <a:lnTo>
                    <a:pt x="46708" y="9306"/>
                  </a:lnTo>
                  <a:lnTo>
                    <a:pt x="467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1660614" y="4672406"/>
              <a:ext cx="550902" cy="64912"/>
            </a:xfrm>
            <a:custGeom>
              <a:avLst/>
              <a:gdLst/>
              <a:ahLst/>
              <a:cxnLst/>
              <a:rect l="l" t="t" r="r" b="b"/>
              <a:pathLst>
                <a:path w="11278" h="1329" extrusionOk="0">
                  <a:moveTo>
                    <a:pt x="1" y="1"/>
                  </a:moveTo>
                  <a:lnTo>
                    <a:pt x="1" y="1328"/>
                  </a:lnTo>
                  <a:lnTo>
                    <a:pt x="11277" y="1328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2"/>
          <p:cNvSpPr txBox="1">
            <a:spLocks noGrp="1"/>
          </p:cNvSpPr>
          <p:nvPr>
            <p:ph type="title"/>
          </p:nvPr>
        </p:nvSpPr>
        <p:spPr>
          <a:xfrm>
            <a:off x="1412415" y="2140007"/>
            <a:ext cx="6065818" cy="1134819"/>
          </a:xfrm>
          <a:prstGeom prst="rect">
            <a:avLst/>
          </a:prstGeom>
        </p:spPr>
        <p:txBody>
          <a:bodyPr spcFirstLastPara="1" wrap="square" lIns="91425" tIns="182875" rIns="91425" bIns="91425" anchor="ctr" anchorCtr="0">
            <a:noAutofit/>
          </a:bodyPr>
          <a:lstStyle/>
          <a:p>
            <a:r>
              <a:rPr lang="hr-HR" sz="4800" dirty="0"/>
              <a:t>HVALA NA PAŽNJI</a:t>
            </a:r>
            <a:br>
              <a:rPr lang="hr-HR" sz="4800" dirty="0"/>
            </a:b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491939143"/>
      </p:ext>
    </p:extLst>
  </p:cSld>
  <p:clrMapOvr>
    <a:masterClrMapping/>
  </p:clrMapOvr>
</p:sld>
</file>

<file path=ppt/theme/theme1.xml><?xml version="1.0" encoding="utf-8"?>
<a:theme xmlns:a="http://schemas.openxmlformats.org/drawingml/2006/main" name="Uterus Fibroids Disease by Slidesgo">
  <a:themeElements>
    <a:clrScheme name="Simple Light">
      <a:dk1>
        <a:srgbClr val="FDE4DC"/>
      </a:dk1>
      <a:lt1>
        <a:srgbClr val="330008"/>
      </a:lt1>
      <a:dk2>
        <a:srgbClr val="FD9E96"/>
      </a:dk2>
      <a:lt2>
        <a:srgbClr val="FE4515"/>
      </a:lt2>
      <a:accent1>
        <a:srgbClr val="FFFFFD"/>
      </a:accent1>
      <a:accent2>
        <a:srgbClr val="003349"/>
      </a:accent2>
      <a:accent3>
        <a:srgbClr val="FCD4C7"/>
      </a:accent3>
      <a:accent4>
        <a:srgbClr val="FFFFFF"/>
      </a:accent4>
      <a:accent5>
        <a:srgbClr val="FFFFFF"/>
      </a:accent5>
      <a:accent6>
        <a:srgbClr val="FFFFFF"/>
      </a:accent6>
      <a:hlink>
        <a:srgbClr val="33000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166</Words>
  <Application>Microsoft Office PowerPoint</Application>
  <PresentationFormat>Prikaz na zaslonu 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6</vt:i4>
      </vt:variant>
    </vt:vector>
  </HeadingPairs>
  <TitlesOfParts>
    <vt:vector size="11" baseType="lpstr">
      <vt:lpstr>Paytone One</vt:lpstr>
      <vt:lpstr>Abel</vt:lpstr>
      <vt:lpstr>Arial</vt:lpstr>
      <vt:lpstr>Advent Pro</vt:lpstr>
      <vt:lpstr>Uterus Fibroids Disease by Slidesgo</vt:lpstr>
      <vt:lpstr>LUTEINIZIRAJUĆI HORMON</vt:lpstr>
      <vt:lpstr>ŠTO JE LH?</vt:lpstr>
      <vt:lpstr>Hipofiza</vt:lpstr>
      <vt:lpstr>Graf lučenja LH kroz menstrualni ciklus</vt:lpstr>
      <vt:lpstr>Poremećaji lučenja</vt:lpstr>
      <vt:lpstr>HVALA NA PAŽNJI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LUTEINIZIRAJUĆI HORMON</dc:title>
  <cp:lastModifiedBy>Ucenik</cp:lastModifiedBy>
  <cp:revision>4</cp:revision>
  <dcterms:modified xsi:type="dcterms:W3CDTF">2024-12-18T13:40:02Z</dcterms:modified>
</cp:coreProperties>
</file>