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84" r:id="rId3"/>
    <p:sldId id="309" r:id="rId4"/>
    <p:sldId id="310" r:id="rId5"/>
    <p:sldId id="311" r:id="rId6"/>
    <p:sldId id="312" r:id="rId7"/>
    <p:sldId id="313" r:id="rId8"/>
    <p:sldId id="314" r:id="rId9"/>
    <p:sldId id="315" r:id="rId10"/>
    <p:sldId id="318" r:id="rId11"/>
    <p:sldId id="319" r:id="rId12"/>
    <p:sldId id="321" r:id="rId13"/>
    <p:sldId id="322" r:id="rId14"/>
    <p:sldId id="323" r:id="rId15"/>
    <p:sldId id="324" r:id="rId16"/>
    <p:sldId id="325" r:id="rId17"/>
    <p:sldId id="326" r:id="rId18"/>
    <p:sldId id="27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57" d="100"/>
          <a:sy n="57" d="100"/>
        </p:scale>
        <p:origin x="123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zaglavlja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Rezervirano mjesto datum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B949F6-1E84-4552-A8DE-52F8D4BE6E76}" type="datetimeFigureOut">
              <a:rPr lang="en-US" smtClean="0"/>
              <a:t>4/5/2020</a:t>
            </a:fld>
            <a:endParaRPr lang="en-US"/>
          </a:p>
        </p:txBody>
      </p:sp>
      <p:sp>
        <p:nvSpPr>
          <p:cNvPr id="4" name="Rezervirano mjesto slike slajd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Rezervirano mjesto bilježaka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hr-HR"/>
              <a:t>Uredite stilove teksta matrice</a:t>
            </a:r>
          </a:p>
          <a:p>
            <a:pPr lvl="1"/>
            <a:r>
              <a:rPr lang="hr-HR"/>
              <a:t>Druga razina</a:t>
            </a:r>
          </a:p>
          <a:p>
            <a:pPr lvl="2"/>
            <a:r>
              <a:rPr lang="hr-HR"/>
              <a:t>Treća razina</a:t>
            </a:r>
          </a:p>
          <a:p>
            <a:pPr lvl="3"/>
            <a:r>
              <a:rPr lang="hr-HR"/>
              <a:t>Četvrta razina</a:t>
            </a:r>
          </a:p>
          <a:p>
            <a:pPr lvl="4"/>
            <a:r>
              <a:rPr lang="hr-HR"/>
              <a:t>Peta razina</a:t>
            </a:r>
            <a:endParaRPr lang="en-US"/>
          </a:p>
        </p:txBody>
      </p:sp>
      <p:sp>
        <p:nvSpPr>
          <p:cNvPr id="6" name="Rezervirano mjesto podnožj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Rezervirano mjesto broja slajd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BE0E4C-9F2C-4B7F-8E43-52B63988E15A}" type="slidenum">
              <a:rPr lang="en-US" smtClean="0"/>
              <a:t>‹#›</a:t>
            </a:fld>
            <a:endParaRPr lang="en-US"/>
          </a:p>
        </p:txBody>
      </p:sp>
    </p:spTree>
    <p:extLst>
      <p:ext uri="{BB962C8B-B14F-4D97-AF65-F5344CB8AC3E}">
        <p14:creationId xmlns:p14="http://schemas.microsoft.com/office/powerpoint/2010/main" val="2398297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Naslovni slajd">
    <p:bg>
      <p:bgRef idx="1002">
        <a:schemeClr val="bg1"/>
      </p:bgRef>
    </p:bg>
    <p:spTree>
      <p:nvGrpSpPr>
        <p:cNvPr id="1" name=""/>
        <p:cNvGrpSpPr/>
        <p:nvPr/>
      </p:nvGrpSpPr>
      <p:grpSpPr>
        <a:xfrm>
          <a:off x="0" y="0"/>
          <a:ext cx="0" cy="0"/>
          <a:chOff x="0" y="0"/>
          <a:chExt cx="0" cy="0"/>
        </a:xfrm>
      </p:grpSpPr>
      <p:sp>
        <p:nvSpPr>
          <p:cNvPr id="8" name="Pravokutnik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avni poveznik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Naslov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hr-HR"/>
              <a:t>Uredite stil naslova matrice</a:t>
            </a:r>
            <a:endParaRPr kumimoji="0" lang="en-US"/>
          </a:p>
        </p:txBody>
      </p:sp>
      <p:sp>
        <p:nvSpPr>
          <p:cNvPr id="25" name="Podnaslov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hr-HR"/>
              <a:t>Uredite stil podnaslova matrice</a:t>
            </a:r>
            <a:endParaRPr kumimoji="0" lang="en-US"/>
          </a:p>
        </p:txBody>
      </p:sp>
      <p:sp>
        <p:nvSpPr>
          <p:cNvPr id="31" name="Rezervirano mjesto datuma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BA7B2B56-39FD-47F0-A688-A773078BB0D6}" type="datetimeFigureOut">
              <a:rPr lang="en-US" smtClean="0"/>
              <a:t>4/5/2020</a:t>
            </a:fld>
            <a:endParaRPr lang="en-US"/>
          </a:p>
        </p:txBody>
      </p:sp>
      <p:sp>
        <p:nvSpPr>
          <p:cNvPr id="18" name="Rezervirano mjesto podnožja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Rezervirano mjesto broja slajda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6318910C-EF42-4F21-8742-C6FCDC917967}"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kumimoji="0" lang="hr-HR"/>
              <a:t>Uredite stil naslova matrice</a:t>
            </a:r>
            <a:endParaRPr kumimoji="0" lang="en-US"/>
          </a:p>
        </p:txBody>
      </p:sp>
      <p:sp>
        <p:nvSpPr>
          <p:cNvPr id="3" name="Rezervirano mjesto sadržaja 2"/>
          <p:cNvSpPr>
            <a:spLocks noGrp="1"/>
          </p:cNvSpPr>
          <p:nvPr>
            <p:ph idx="1"/>
          </p:nvPr>
        </p:nvSpPr>
        <p:spPr/>
        <p:txBody>
          <a:bodyPr/>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4" name="Rezervirano mjesto datuma 3"/>
          <p:cNvSpPr>
            <a:spLocks noGrp="1"/>
          </p:cNvSpPr>
          <p:nvPr>
            <p:ph type="dt" sz="half" idx="10"/>
          </p:nvPr>
        </p:nvSpPr>
        <p:spPr/>
        <p:txBody>
          <a:bodyPr/>
          <a:lstStyle/>
          <a:p>
            <a:fld id="{BA7B2B56-39FD-47F0-A688-A773078BB0D6}" type="datetimeFigureOut">
              <a:rPr lang="en-US" smtClean="0"/>
              <a:t>4/5/2020</a:t>
            </a:fld>
            <a:endParaRPr lang="en-US"/>
          </a:p>
        </p:txBody>
      </p:sp>
      <p:sp>
        <p:nvSpPr>
          <p:cNvPr id="5" name="Rezervirano mjesto podnožja 4"/>
          <p:cNvSpPr>
            <a:spLocks noGrp="1"/>
          </p:cNvSpPr>
          <p:nvPr>
            <p:ph type="ftr" sz="quarter" idx="11"/>
          </p:nvPr>
        </p:nvSpPr>
        <p:spPr/>
        <p:txBody>
          <a:bodyPr/>
          <a:lstStyle/>
          <a:p>
            <a:endParaRPr lang="en-US"/>
          </a:p>
        </p:txBody>
      </p:sp>
      <p:sp>
        <p:nvSpPr>
          <p:cNvPr id="6" name="Rezervirano mjesto broja slajda 5"/>
          <p:cNvSpPr>
            <a:spLocks noGrp="1"/>
          </p:cNvSpPr>
          <p:nvPr>
            <p:ph type="sldNum" sz="quarter" idx="12"/>
          </p:nvPr>
        </p:nvSpPr>
        <p:spPr/>
        <p:txBody>
          <a:bodyPr/>
          <a:lstStyle/>
          <a:p>
            <a:fld id="{6318910C-EF42-4F21-8742-C6FCDC91796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aglavlje odjeljka">
    <p:bg>
      <p:bgRef idx="1001">
        <a:schemeClr val="bg1"/>
      </p:bgRef>
    </p:bg>
    <p:spTree>
      <p:nvGrpSpPr>
        <p:cNvPr id="1" name=""/>
        <p:cNvGrpSpPr/>
        <p:nvPr/>
      </p:nvGrpSpPr>
      <p:grpSpPr>
        <a:xfrm>
          <a:off x="0" y="0"/>
          <a:ext cx="0" cy="0"/>
          <a:chOff x="0" y="0"/>
          <a:chExt cx="0" cy="0"/>
        </a:xfrm>
      </p:grpSpPr>
      <p:sp>
        <p:nvSpPr>
          <p:cNvPr id="2" name="Naslov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hr-HR"/>
              <a:t>Uredite stil naslova matrice</a:t>
            </a:r>
            <a:endParaRPr kumimoji="0" lang="en-US"/>
          </a:p>
        </p:txBody>
      </p:sp>
      <p:sp>
        <p:nvSpPr>
          <p:cNvPr id="3" name="Rezervirano mjesto teksta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hr-HR"/>
              <a:t>Uredite stilove teksta matrice</a:t>
            </a:r>
          </a:p>
        </p:txBody>
      </p:sp>
      <p:sp>
        <p:nvSpPr>
          <p:cNvPr id="4" name="Rezervirano mjesto datuma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BA7B2B56-39FD-47F0-A688-A773078BB0D6}" type="datetimeFigureOut">
              <a:rPr lang="en-US" smtClean="0"/>
              <a:t>4/5/2020</a:t>
            </a:fld>
            <a:endParaRPr lang="en-US"/>
          </a:p>
        </p:txBody>
      </p:sp>
      <p:sp>
        <p:nvSpPr>
          <p:cNvPr id="5" name="Rezervirano mjesto podnožja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Rezervirano mjesto broja slajda 5"/>
          <p:cNvSpPr>
            <a:spLocks noGrp="1"/>
          </p:cNvSpPr>
          <p:nvPr>
            <p:ph type="sldNum" sz="quarter" idx="12"/>
          </p:nvPr>
        </p:nvSpPr>
        <p:spPr>
          <a:xfrm>
            <a:off x="6733952" y="6555112"/>
            <a:ext cx="588336" cy="228600"/>
          </a:xfrm>
        </p:spPr>
        <p:txBody>
          <a:bodyPr/>
          <a:lstStyle/>
          <a:p>
            <a:fld id="{6318910C-EF42-4F21-8742-C6FCDC917967}"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p:cNvSpPr>
            <a:spLocks noGrp="1"/>
          </p:cNvSpPr>
          <p:nvPr>
            <p:ph type="title"/>
          </p:nvPr>
        </p:nvSpPr>
        <p:spPr>
          <a:xfrm>
            <a:off x="457200" y="320040"/>
            <a:ext cx="7242048" cy="1143000"/>
          </a:xfrm>
        </p:spPr>
        <p:txBody>
          <a:bodyPr/>
          <a:lstStyle/>
          <a:p>
            <a:r>
              <a:rPr kumimoji="0" lang="hr-HR"/>
              <a:t>Uredite stil naslova matrice</a:t>
            </a:r>
            <a:endParaRPr kumimoji="0" lang="en-US"/>
          </a:p>
        </p:txBody>
      </p:sp>
      <p:sp>
        <p:nvSpPr>
          <p:cNvPr id="3" name="Rezervirano mjesto sadržaja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4" name="Rezervirano mjesto sadržaja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5" name="Rezervirano mjesto datuma 4"/>
          <p:cNvSpPr>
            <a:spLocks noGrp="1"/>
          </p:cNvSpPr>
          <p:nvPr>
            <p:ph type="dt" sz="half" idx="10"/>
          </p:nvPr>
        </p:nvSpPr>
        <p:spPr/>
        <p:txBody>
          <a:bodyPr/>
          <a:lstStyle/>
          <a:p>
            <a:fld id="{BA7B2B56-39FD-47F0-A688-A773078BB0D6}" type="datetimeFigureOut">
              <a:rPr lang="en-US" smtClean="0"/>
              <a:t>4/5/2020</a:t>
            </a:fld>
            <a:endParaRPr lang="en-US"/>
          </a:p>
        </p:txBody>
      </p:sp>
      <p:sp>
        <p:nvSpPr>
          <p:cNvPr id="6" name="Rezervirano mjesto podnožja 5"/>
          <p:cNvSpPr>
            <a:spLocks noGrp="1"/>
          </p:cNvSpPr>
          <p:nvPr>
            <p:ph type="ftr" sz="quarter" idx="11"/>
          </p:nvPr>
        </p:nvSpPr>
        <p:spPr/>
        <p:txBody>
          <a:bodyPr/>
          <a:lstStyle/>
          <a:p>
            <a:endParaRPr lang="en-US"/>
          </a:p>
        </p:txBody>
      </p:sp>
      <p:sp>
        <p:nvSpPr>
          <p:cNvPr id="7" name="Rezervirano mjesto broja slajda 6"/>
          <p:cNvSpPr>
            <a:spLocks noGrp="1"/>
          </p:cNvSpPr>
          <p:nvPr>
            <p:ph type="sldNum" sz="quarter" idx="12"/>
          </p:nvPr>
        </p:nvSpPr>
        <p:spPr/>
        <p:txBody>
          <a:bodyPr/>
          <a:lstStyle/>
          <a:p>
            <a:fld id="{6318910C-EF42-4F21-8742-C6FCDC91796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Usporedba">
    <p:spTree>
      <p:nvGrpSpPr>
        <p:cNvPr id="1" name=""/>
        <p:cNvGrpSpPr/>
        <p:nvPr/>
      </p:nvGrpSpPr>
      <p:grpSpPr>
        <a:xfrm>
          <a:off x="0" y="0"/>
          <a:ext cx="0" cy="0"/>
          <a:chOff x="0" y="0"/>
          <a:chExt cx="0" cy="0"/>
        </a:xfrm>
      </p:grpSpPr>
      <p:sp>
        <p:nvSpPr>
          <p:cNvPr id="2" name="Naslov 1"/>
          <p:cNvSpPr>
            <a:spLocks noGrp="1"/>
          </p:cNvSpPr>
          <p:nvPr>
            <p:ph type="title"/>
          </p:nvPr>
        </p:nvSpPr>
        <p:spPr>
          <a:xfrm>
            <a:off x="457200" y="320040"/>
            <a:ext cx="7242048" cy="1143000"/>
          </a:xfrm>
        </p:spPr>
        <p:txBody>
          <a:bodyPr anchor="b"/>
          <a:lstStyle>
            <a:lvl1pPr>
              <a:defRPr/>
            </a:lvl1pPr>
            <a:extLst/>
          </a:lstStyle>
          <a:p>
            <a:r>
              <a:rPr kumimoji="0" lang="hr-HR"/>
              <a:t>Uredite stil naslova matrice</a:t>
            </a:r>
            <a:endParaRPr kumimoji="0" lang="en-US"/>
          </a:p>
        </p:txBody>
      </p:sp>
      <p:sp>
        <p:nvSpPr>
          <p:cNvPr id="3" name="Rezervirano mjesto teksta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hr-HR"/>
              <a:t>Uredite stilove teksta matrice</a:t>
            </a:r>
          </a:p>
        </p:txBody>
      </p:sp>
      <p:sp>
        <p:nvSpPr>
          <p:cNvPr id="4" name="Rezervirano mjesto teksta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hr-HR"/>
              <a:t>Uredite stilove teksta matrice</a:t>
            </a:r>
          </a:p>
        </p:txBody>
      </p:sp>
      <p:sp>
        <p:nvSpPr>
          <p:cNvPr id="5" name="Rezervirano mjesto sadržaja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6" name="Rezervirano mjesto sadržaja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7" name="Rezervirano mjesto datuma 6"/>
          <p:cNvSpPr>
            <a:spLocks noGrp="1"/>
          </p:cNvSpPr>
          <p:nvPr>
            <p:ph type="dt" sz="half" idx="10"/>
          </p:nvPr>
        </p:nvSpPr>
        <p:spPr/>
        <p:txBody>
          <a:bodyPr/>
          <a:lstStyle/>
          <a:p>
            <a:fld id="{BA7B2B56-39FD-47F0-A688-A773078BB0D6}" type="datetimeFigureOut">
              <a:rPr lang="en-US" smtClean="0"/>
              <a:t>4/5/2020</a:t>
            </a:fld>
            <a:endParaRPr lang="en-US"/>
          </a:p>
        </p:txBody>
      </p:sp>
      <p:sp>
        <p:nvSpPr>
          <p:cNvPr id="8" name="Rezervirano mjesto podnožja 7"/>
          <p:cNvSpPr>
            <a:spLocks noGrp="1"/>
          </p:cNvSpPr>
          <p:nvPr>
            <p:ph type="ftr" sz="quarter" idx="11"/>
          </p:nvPr>
        </p:nvSpPr>
        <p:spPr/>
        <p:txBody>
          <a:bodyPr/>
          <a:lstStyle/>
          <a:p>
            <a:endParaRPr lang="en-US"/>
          </a:p>
        </p:txBody>
      </p:sp>
      <p:sp>
        <p:nvSpPr>
          <p:cNvPr id="9" name="Rezervirano mjesto broja slajda 8"/>
          <p:cNvSpPr>
            <a:spLocks noGrp="1"/>
          </p:cNvSpPr>
          <p:nvPr>
            <p:ph type="sldNum" sz="quarter" idx="12"/>
          </p:nvPr>
        </p:nvSpPr>
        <p:spPr/>
        <p:txBody>
          <a:bodyPr/>
          <a:lstStyle/>
          <a:p>
            <a:fld id="{6318910C-EF42-4F21-8742-C6FCDC91796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p:cNvSpPr>
            <a:spLocks noGrp="1"/>
          </p:cNvSpPr>
          <p:nvPr>
            <p:ph type="title"/>
          </p:nvPr>
        </p:nvSpPr>
        <p:spPr>
          <a:xfrm>
            <a:off x="457200" y="320040"/>
            <a:ext cx="7242048" cy="1143000"/>
          </a:xfrm>
        </p:spPr>
        <p:txBody>
          <a:bodyPr/>
          <a:lstStyle/>
          <a:p>
            <a:r>
              <a:rPr kumimoji="0" lang="hr-HR"/>
              <a:t>Uredite stil naslova matrice</a:t>
            </a:r>
            <a:endParaRPr kumimoji="0" lang="en-US"/>
          </a:p>
        </p:txBody>
      </p:sp>
      <p:sp>
        <p:nvSpPr>
          <p:cNvPr id="3" name="Rezervirano mjesto datuma 2"/>
          <p:cNvSpPr>
            <a:spLocks noGrp="1"/>
          </p:cNvSpPr>
          <p:nvPr>
            <p:ph type="dt" sz="half" idx="10"/>
          </p:nvPr>
        </p:nvSpPr>
        <p:spPr/>
        <p:txBody>
          <a:bodyPr/>
          <a:lstStyle/>
          <a:p>
            <a:fld id="{BA7B2B56-39FD-47F0-A688-A773078BB0D6}" type="datetimeFigureOut">
              <a:rPr lang="en-US" smtClean="0"/>
              <a:t>4/5/2020</a:t>
            </a:fld>
            <a:endParaRPr lang="en-US"/>
          </a:p>
        </p:txBody>
      </p:sp>
      <p:sp>
        <p:nvSpPr>
          <p:cNvPr id="4" name="Rezervirano mjesto podnožja 3"/>
          <p:cNvSpPr>
            <a:spLocks noGrp="1"/>
          </p:cNvSpPr>
          <p:nvPr>
            <p:ph type="ftr" sz="quarter" idx="11"/>
          </p:nvPr>
        </p:nvSpPr>
        <p:spPr/>
        <p:txBody>
          <a:bodyPr/>
          <a:lstStyle/>
          <a:p>
            <a:endParaRPr lang="en-US"/>
          </a:p>
        </p:txBody>
      </p:sp>
      <p:sp>
        <p:nvSpPr>
          <p:cNvPr id="5" name="Rezervirano mjesto broja slajda 4"/>
          <p:cNvSpPr>
            <a:spLocks noGrp="1"/>
          </p:cNvSpPr>
          <p:nvPr>
            <p:ph type="sldNum" sz="quarter" idx="12"/>
          </p:nvPr>
        </p:nvSpPr>
        <p:spPr/>
        <p:txBody>
          <a:bodyPr/>
          <a:lstStyle/>
          <a:p>
            <a:fld id="{6318910C-EF42-4F21-8742-C6FCDC91796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no">
    <p:spTree>
      <p:nvGrpSpPr>
        <p:cNvPr id="1" name=""/>
        <p:cNvGrpSpPr/>
        <p:nvPr/>
      </p:nvGrpSpPr>
      <p:grpSpPr>
        <a:xfrm>
          <a:off x="0" y="0"/>
          <a:ext cx="0" cy="0"/>
          <a:chOff x="0" y="0"/>
          <a:chExt cx="0" cy="0"/>
        </a:xfrm>
      </p:grpSpPr>
      <p:sp>
        <p:nvSpPr>
          <p:cNvPr id="2" name="Rezervirano mjesto datuma 1"/>
          <p:cNvSpPr>
            <a:spLocks noGrp="1"/>
          </p:cNvSpPr>
          <p:nvPr>
            <p:ph type="dt" sz="half" idx="10"/>
          </p:nvPr>
        </p:nvSpPr>
        <p:spPr/>
        <p:txBody>
          <a:bodyPr/>
          <a:lstStyle>
            <a:lvl1pPr>
              <a:defRPr>
                <a:solidFill>
                  <a:schemeClr val="tx2"/>
                </a:solidFill>
              </a:defRPr>
            </a:lvl1pPr>
            <a:extLst/>
          </a:lstStyle>
          <a:p>
            <a:fld id="{BA7B2B56-39FD-47F0-A688-A773078BB0D6}" type="datetimeFigureOut">
              <a:rPr lang="en-US" smtClean="0"/>
              <a:t>4/5/2020</a:t>
            </a:fld>
            <a:endParaRPr lang="en-US"/>
          </a:p>
        </p:txBody>
      </p:sp>
      <p:sp>
        <p:nvSpPr>
          <p:cNvPr id="3" name="Rezervirano mjesto podnožja 2"/>
          <p:cNvSpPr>
            <a:spLocks noGrp="1"/>
          </p:cNvSpPr>
          <p:nvPr>
            <p:ph type="ftr" sz="quarter" idx="11"/>
          </p:nvPr>
        </p:nvSpPr>
        <p:spPr/>
        <p:txBody>
          <a:bodyPr/>
          <a:lstStyle>
            <a:lvl1pPr>
              <a:defRPr>
                <a:solidFill>
                  <a:schemeClr val="tx2"/>
                </a:solidFill>
              </a:defRPr>
            </a:lvl1pPr>
            <a:extLst/>
          </a:lstStyle>
          <a:p>
            <a:endParaRPr lang="en-US"/>
          </a:p>
        </p:txBody>
      </p:sp>
      <p:sp>
        <p:nvSpPr>
          <p:cNvPr id="4" name="Rezervirano mjesto broja slajda 3"/>
          <p:cNvSpPr>
            <a:spLocks noGrp="1"/>
          </p:cNvSpPr>
          <p:nvPr>
            <p:ph type="sldNum" sz="quarter" idx="12"/>
          </p:nvPr>
        </p:nvSpPr>
        <p:spPr/>
        <p:txBody>
          <a:bodyPr/>
          <a:lstStyle/>
          <a:p>
            <a:fld id="{6318910C-EF42-4F21-8742-C6FCDC91796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držaj s opisom">
    <p:spTree>
      <p:nvGrpSpPr>
        <p:cNvPr id="1" name=""/>
        <p:cNvGrpSpPr/>
        <p:nvPr/>
      </p:nvGrpSpPr>
      <p:grpSpPr>
        <a:xfrm>
          <a:off x="0" y="0"/>
          <a:ext cx="0" cy="0"/>
          <a:chOff x="0" y="0"/>
          <a:chExt cx="0" cy="0"/>
        </a:xfrm>
      </p:grpSpPr>
      <p:sp>
        <p:nvSpPr>
          <p:cNvPr id="2" name="Naslov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hr-HR"/>
              <a:t>Uredite stil naslova matrice</a:t>
            </a:r>
            <a:endParaRPr kumimoji="0" lang="en-US"/>
          </a:p>
        </p:txBody>
      </p:sp>
      <p:sp>
        <p:nvSpPr>
          <p:cNvPr id="3" name="Rezervirano mjesto teksta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hr-HR"/>
              <a:t>Uredite stilove teksta matrice</a:t>
            </a:r>
          </a:p>
        </p:txBody>
      </p:sp>
      <p:sp>
        <p:nvSpPr>
          <p:cNvPr id="4" name="Rezervirano mjesto sadržaja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5" name="Rezervirano mjesto datuma 4"/>
          <p:cNvSpPr>
            <a:spLocks noGrp="1"/>
          </p:cNvSpPr>
          <p:nvPr>
            <p:ph type="dt" sz="half" idx="10"/>
          </p:nvPr>
        </p:nvSpPr>
        <p:spPr/>
        <p:txBody>
          <a:bodyPr/>
          <a:lstStyle/>
          <a:p>
            <a:fld id="{BA7B2B56-39FD-47F0-A688-A773078BB0D6}" type="datetimeFigureOut">
              <a:rPr lang="en-US" smtClean="0"/>
              <a:t>4/5/2020</a:t>
            </a:fld>
            <a:endParaRPr lang="en-US"/>
          </a:p>
        </p:txBody>
      </p:sp>
      <p:sp>
        <p:nvSpPr>
          <p:cNvPr id="6" name="Rezervirano mjesto podnožja 5"/>
          <p:cNvSpPr>
            <a:spLocks noGrp="1"/>
          </p:cNvSpPr>
          <p:nvPr>
            <p:ph type="ftr" sz="quarter" idx="11"/>
          </p:nvPr>
        </p:nvSpPr>
        <p:spPr/>
        <p:txBody>
          <a:bodyPr/>
          <a:lstStyle/>
          <a:p>
            <a:endParaRPr lang="en-US"/>
          </a:p>
        </p:txBody>
      </p:sp>
      <p:sp>
        <p:nvSpPr>
          <p:cNvPr id="7" name="Rezervirano mjesto broja slajda 6"/>
          <p:cNvSpPr>
            <a:spLocks noGrp="1"/>
          </p:cNvSpPr>
          <p:nvPr>
            <p:ph type="sldNum" sz="quarter" idx="12"/>
          </p:nvPr>
        </p:nvSpPr>
        <p:spPr/>
        <p:txBody>
          <a:bodyPr/>
          <a:lstStyle/>
          <a:p>
            <a:fld id="{6318910C-EF42-4F21-8742-C6FCDC91796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Slika s opisom">
    <p:bg>
      <p:bgRef idx="1002">
        <a:schemeClr val="bg2"/>
      </p:bgRef>
    </p:bg>
    <p:spTree>
      <p:nvGrpSpPr>
        <p:cNvPr id="1" name=""/>
        <p:cNvGrpSpPr/>
        <p:nvPr/>
      </p:nvGrpSpPr>
      <p:grpSpPr>
        <a:xfrm>
          <a:off x="0" y="0"/>
          <a:ext cx="0" cy="0"/>
          <a:chOff x="0" y="0"/>
          <a:chExt cx="0" cy="0"/>
        </a:xfrm>
      </p:grpSpPr>
      <p:sp>
        <p:nvSpPr>
          <p:cNvPr id="8" name="Pravokutnik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Pravokutnik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Naslov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hr-HR"/>
              <a:t>Uredite stil naslova matrice</a:t>
            </a:r>
            <a:endParaRPr kumimoji="0" lang="en-US" dirty="0"/>
          </a:p>
        </p:txBody>
      </p:sp>
      <p:sp>
        <p:nvSpPr>
          <p:cNvPr id="4" name="Rezervirano mjesto teksta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hr-HR"/>
              <a:t>Uredite stilove teksta matrice</a:t>
            </a:r>
          </a:p>
        </p:txBody>
      </p:sp>
      <p:sp>
        <p:nvSpPr>
          <p:cNvPr id="5" name="Rezervirano mjesto datuma 4"/>
          <p:cNvSpPr>
            <a:spLocks noGrp="1"/>
          </p:cNvSpPr>
          <p:nvPr>
            <p:ph type="dt" sz="half" idx="10"/>
          </p:nvPr>
        </p:nvSpPr>
        <p:spPr/>
        <p:txBody>
          <a:bodyPr/>
          <a:lstStyle/>
          <a:p>
            <a:fld id="{BA7B2B56-39FD-47F0-A688-A773078BB0D6}" type="datetimeFigureOut">
              <a:rPr lang="en-US" smtClean="0"/>
              <a:t>4/5/2020</a:t>
            </a:fld>
            <a:endParaRPr lang="en-US"/>
          </a:p>
        </p:txBody>
      </p:sp>
      <p:sp>
        <p:nvSpPr>
          <p:cNvPr id="6" name="Rezervirano mjesto podnožja 5"/>
          <p:cNvSpPr>
            <a:spLocks noGrp="1"/>
          </p:cNvSpPr>
          <p:nvPr>
            <p:ph type="ftr" sz="quarter" idx="11"/>
          </p:nvPr>
        </p:nvSpPr>
        <p:spPr/>
        <p:txBody>
          <a:bodyPr/>
          <a:lstStyle/>
          <a:p>
            <a:endParaRPr lang="en-US"/>
          </a:p>
        </p:txBody>
      </p:sp>
      <p:sp>
        <p:nvSpPr>
          <p:cNvPr id="7" name="Rezervirano mjesto broja slajda 6"/>
          <p:cNvSpPr>
            <a:spLocks noGrp="1"/>
          </p:cNvSpPr>
          <p:nvPr>
            <p:ph type="sldNum" sz="quarter" idx="12"/>
          </p:nvPr>
        </p:nvSpPr>
        <p:spPr/>
        <p:txBody>
          <a:bodyPr/>
          <a:lstStyle/>
          <a:p>
            <a:fld id="{6318910C-EF42-4F21-8742-C6FCDC917967}" type="slidenum">
              <a:rPr lang="en-US" smtClean="0"/>
              <a:t>‹#›</a:t>
            </a:fld>
            <a:endParaRPr lang="en-US"/>
          </a:p>
        </p:txBody>
      </p:sp>
      <p:sp>
        <p:nvSpPr>
          <p:cNvPr id="10" name="Rezervirano mjesto slike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hr-HR"/>
              <a:t>Kliknite ikonu da biste dodali  sliku</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slov i okomiti tekst">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kumimoji="0" lang="hr-HR"/>
              <a:t>Uredite stil naslova matrice</a:t>
            </a:r>
            <a:endParaRPr kumimoji="0" lang="en-US"/>
          </a:p>
        </p:txBody>
      </p:sp>
      <p:sp>
        <p:nvSpPr>
          <p:cNvPr id="3" name="Rezervirano mjesto okomitog teksta 2"/>
          <p:cNvSpPr>
            <a:spLocks noGrp="1"/>
          </p:cNvSpPr>
          <p:nvPr>
            <p:ph type="body" orient="vert" idx="1"/>
          </p:nvPr>
        </p:nvSpPr>
        <p:spPr/>
        <p:txBody>
          <a:bodyPr vert="eaVert"/>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4" name="Rezervirano mjesto datuma 3"/>
          <p:cNvSpPr>
            <a:spLocks noGrp="1"/>
          </p:cNvSpPr>
          <p:nvPr>
            <p:ph type="dt" sz="half" idx="10"/>
          </p:nvPr>
        </p:nvSpPr>
        <p:spPr/>
        <p:txBody>
          <a:bodyPr/>
          <a:lstStyle/>
          <a:p>
            <a:fld id="{BA7B2B56-39FD-47F0-A688-A773078BB0D6}" type="datetimeFigureOut">
              <a:rPr lang="en-US" smtClean="0"/>
              <a:t>4/5/2020</a:t>
            </a:fld>
            <a:endParaRPr lang="en-US"/>
          </a:p>
        </p:txBody>
      </p:sp>
      <p:sp>
        <p:nvSpPr>
          <p:cNvPr id="5" name="Rezervirano mjesto podnožja 4"/>
          <p:cNvSpPr>
            <a:spLocks noGrp="1"/>
          </p:cNvSpPr>
          <p:nvPr>
            <p:ph type="ftr" sz="quarter" idx="11"/>
          </p:nvPr>
        </p:nvSpPr>
        <p:spPr/>
        <p:txBody>
          <a:bodyPr/>
          <a:lstStyle/>
          <a:p>
            <a:endParaRPr lang="en-US"/>
          </a:p>
        </p:txBody>
      </p:sp>
      <p:sp>
        <p:nvSpPr>
          <p:cNvPr id="6" name="Rezervirano mjesto broja slajda 5"/>
          <p:cNvSpPr>
            <a:spLocks noGrp="1"/>
          </p:cNvSpPr>
          <p:nvPr>
            <p:ph type="sldNum" sz="quarter" idx="12"/>
          </p:nvPr>
        </p:nvSpPr>
        <p:spPr/>
        <p:txBody>
          <a:bodyPr/>
          <a:lstStyle/>
          <a:p>
            <a:fld id="{6318910C-EF42-4F21-8742-C6FCDC91796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Okomiti naslov i tekst">
    <p:spTree>
      <p:nvGrpSpPr>
        <p:cNvPr id="1" name=""/>
        <p:cNvGrpSpPr/>
        <p:nvPr/>
      </p:nvGrpSpPr>
      <p:grpSpPr>
        <a:xfrm>
          <a:off x="0" y="0"/>
          <a:ext cx="0" cy="0"/>
          <a:chOff x="0" y="0"/>
          <a:chExt cx="0" cy="0"/>
        </a:xfrm>
      </p:grpSpPr>
      <p:sp>
        <p:nvSpPr>
          <p:cNvPr id="2" name="Okomiti naslov 1"/>
          <p:cNvSpPr>
            <a:spLocks noGrp="1"/>
          </p:cNvSpPr>
          <p:nvPr>
            <p:ph type="title" orient="vert"/>
          </p:nvPr>
        </p:nvSpPr>
        <p:spPr>
          <a:xfrm>
            <a:off x="6553200" y="274955"/>
            <a:ext cx="1524000" cy="5851525"/>
          </a:xfrm>
        </p:spPr>
        <p:txBody>
          <a:bodyPr vert="eaVert" anchor="t"/>
          <a:lstStyle/>
          <a:p>
            <a:r>
              <a:rPr kumimoji="0" lang="hr-HR"/>
              <a:t>Uredite stil naslova matrice</a:t>
            </a:r>
            <a:endParaRPr kumimoji="0" lang="en-US"/>
          </a:p>
        </p:txBody>
      </p:sp>
      <p:sp>
        <p:nvSpPr>
          <p:cNvPr id="3" name="Rezervirano mjesto okomitog teksta 2"/>
          <p:cNvSpPr>
            <a:spLocks noGrp="1"/>
          </p:cNvSpPr>
          <p:nvPr>
            <p:ph type="body" orient="vert" idx="1"/>
          </p:nvPr>
        </p:nvSpPr>
        <p:spPr>
          <a:xfrm>
            <a:off x="457200" y="274642"/>
            <a:ext cx="6019800" cy="5851525"/>
          </a:xfrm>
        </p:spPr>
        <p:txBody>
          <a:bodyPr vert="eaVert"/>
          <a:lstStyle/>
          <a:p>
            <a:pPr lvl="0" eaLnBrk="1" latinLnBrk="0" hangingPunct="1"/>
            <a:r>
              <a:rPr lang="hr-HR"/>
              <a:t>Uredite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4" name="Rezervirano mjesto datuma 3"/>
          <p:cNvSpPr>
            <a:spLocks noGrp="1"/>
          </p:cNvSpPr>
          <p:nvPr>
            <p:ph type="dt" sz="half" idx="10"/>
          </p:nvPr>
        </p:nvSpPr>
        <p:spPr>
          <a:xfrm>
            <a:off x="4242816" y="6557946"/>
            <a:ext cx="2002464" cy="226902"/>
          </a:xfrm>
        </p:spPr>
        <p:txBody>
          <a:bodyPr/>
          <a:lstStyle/>
          <a:p>
            <a:fld id="{BA7B2B56-39FD-47F0-A688-A773078BB0D6}" type="datetimeFigureOut">
              <a:rPr lang="en-US" smtClean="0"/>
              <a:t>4/5/2020</a:t>
            </a:fld>
            <a:endParaRPr lang="en-US"/>
          </a:p>
        </p:txBody>
      </p:sp>
      <p:sp>
        <p:nvSpPr>
          <p:cNvPr id="5" name="Rezervirano mjesto podnožja 4"/>
          <p:cNvSpPr>
            <a:spLocks noGrp="1"/>
          </p:cNvSpPr>
          <p:nvPr>
            <p:ph type="ftr" sz="quarter" idx="11"/>
          </p:nvPr>
        </p:nvSpPr>
        <p:spPr>
          <a:xfrm>
            <a:off x="457200" y="6556248"/>
            <a:ext cx="3657600" cy="228600"/>
          </a:xfrm>
        </p:spPr>
        <p:txBody>
          <a:bodyPr/>
          <a:lstStyle/>
          <a:p>
            <a:endParaRPr lang="en-US"/>
          </a:p>
        </p:txBody>
      </p:sp>
      <p:sp>
        <p:nvSpPr>
          <p:cNvPr id="6" name="Rezervirano mjesto broja slajda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6318910C-EF42-4F21-8742-C6FCDC91796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Pravokutnik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Rezervirano mjesto naslova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hr-HR"/>
              <a:t>Uredite stil naslova matrice</a:t>
            </a:r>
            <a:endParaRPr kumimoji="0" lang="en-US"/>
          </a:p>
        </p:txBody>
      </p:sp>
      <p:sp>
        <p:nvSpPr>
          <p:cNvPr id="31" name="Rezervirano mjesto teksta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hr-HR"/>
              <a:t>Uredite stilove teksta matrice</a:t>
            </a:r>
          </a:p>
          <a:p>
            <a:pPr lvl="1" eaLnBrk="1" latinLnBrk="0" hangingPunct="1"/>
            <a:r>
              <a:rPr kumimoji="0" lang="hr-HR"/>
              <a:t>Druga razina</a:t>
            </a:r>
          </a:p>
          <a:p>
            <a:pPr lvl="2" eaLnBrk="1" latinLnBrk="0" hangingPunct="1"/>
            <a:r>
              <a:rPr kumimoji="0" lang="hr-HR"/>
              <a:t>Treća razina</a:t>
            </a:r>
          </a:p>
          <a:p>
            <a:pPr lvl="3" eaLnBrk="1" latinLnBrk="0" hangingPunct="1"/>
            <a:r>
              <a:rPr kumimoji="0" lang="hr-HR"/>
              <a:t>Četvrta razina</a:t>
            </a:r>
          </a:p>
          <a:p>
            <a:pPr lvl="4" eaLnBrk="1" latinLnBrk="0" hangingPunct="1"/>
            <a:r>
              <a:rPr kumimoji="0" lang="hr-HR"/>
              <a:t>Peta razina</a:t>
            </a:r>
            <a:endParaRPr kumimoji="0" lang="en-US"/>
          </a:p>
        </p:txBody>
      </p:sp>
      <p:sp>
        <p:nvSpPr>
          <p:cNvPr id="27" name="Rezervirano mjesto datuma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BA7B2B56-39FD-47F0-A688-A773078BB0D6}" type="datetimeFigureOut">
              <a:rPr lang="en-US" smtClean="0"/>
              <a:t>4/5/2020</a:t>
            </a:fld>
            <a:endParaRPr lang="en-US"/>
          </a:p>
        </p:txBody>
      </p:sp>
      <p:sp>
        <p:nvSpPr>
          <p:cNvPr id="4" name="Rezervirano mjesto podnožja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Rezervirano mjesto broja slajda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6318910C-EF42-4F21-8742-C6FCDC91796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ctrTitle"/>
          </p:nvPr>
        </p:nvSpPr>
        <p:spPr>
          <a:xfrm>
            <a:off x="3429000" y="1828800"/>
            <a:ext cx="5105400" cy="3706368"/>
          </a:xfrm>
        </p:spPr>
        <p:txBody>
          <a:bodyPr/>
          <a:lstStyle/>
          <a:p>
            <a:r>
              <a:rPr lang="hr-HR" sz="2800" dirty="0"/>
              <a:t/>
            </a:r>
            <a:br>
              <a:rPr lang="hr-HR" sz="2800" dirty="0"/>
            </a:br>
            <a:r>
              <a:rPr lang="hr-HR" sz="2800" dirty="0"/>
              <a:t/>
            </a:r>
            <a:br>
              <a:rPr lang="hr-HR" sz="2800" dirty="0"/>
            </a:br>
            <a:r>
              <a:rPr lang="hr-HR" sz="2800" dirty="0"/>
              <a:t/>
            </a:r>
            <a:br>
              <a:rPr lang="hr-HR" sz="2800" dirty="0"/>
            </a:br>
            <a:r>
              <a:rPr lang="hr-HR" sz="2800" dirty="0"/>
              <a:t>for </a:t>
            </a:r>
            <a:r>
              <a:rPr lang="hr-HR" sz="2800" dirty="0" err="1"/>
              <a:t>and</a:t>
            </a:r>
            <a:r>
              <a:rPr lang="hr-HR" sz="2800" dirty="0"/>
              <a:t> </a:t>
            </a:r>
            <a:r>
              <a:rPr lang="hr-HR" sz="2800" dirty="0" err="1"/>
              <a:t>against</a:t>
            </a:r>
            <a:r>
              <a:rPr lang="hr-HR" sz="2800" dirty="0"/>
              <a:t> </a:t>
            </a:r>
            <a:r>
              <a:rPr lang="hr-HR" sz="2800" dirty="0" err="1"/>
              <a:t>essay</a:t>
            </a:r>
            <a:r>
              <a:rPr lang="hr-HR" sz="2800" dirty="0"/>
              <a:t>: </a:t>
            </a:r>
            <a:r>
              <a:rPr lang="hr-HR" sz="2800" dirty="0" err="1"/>
              <a:t>check</a:t>
            </a:r>
            <a:r>
              <a:rPr lang="hr-HR" sz="2800" dirty="0"/>
              <a:t> </a:t>
            </a:r>
            <a:r>
              <a:rPr lang="hr-HR" sz="2800" dirty="0" err="1"/>
              <a:t>up</a:t>
            </a:r>
            <a:endParaRPr lang="en-US" sz="2800" dirty="0"/>
          </a:p>
        </p:txBody>
      </p:sp>
      <p:sp>
        <p:nvSpPr>
          <p:cNvPr id="3" name="Podnaslov 2"/>
          <p:cNvSpPr>
            <a:spLocks noGrp="1"/>
          </p:cNvSpPr>
          <p:nvPr>
            <p:ph type="subTitle" idx="1"/>
          </p:nvPr>
        </p:nvSpPr>
        <p:spPr>
          <a:xfrm>
            <a:off x="3505200" y="457200"/>
            <a:ext cx="5114778" cy="1101248"/>
          </a:xfrm>
        </p:spPr>
        <p:txBody>
          <a:bodyPr>
            <a:normAutofit/>
          </a:bodyPr>
          <a:lstStyle/>
          <a:p>
            <a:endParaRPr lang="en-US" sz="1600" dirty="0"/>
          </a:p>
        </p:txBody>
      </p:sp>
      <p:sp>
        <p:nvSpPr>
          <p:cNvPr id="4" name="Podnaslov 2"/>
          <p:cNvSpPr txBox="1">
            <a:spLocks/>
          </p:cNvSpPr>
          <p:nvPr/>
        </p:nvSpPr>
        <p:spPr>
          <a:xfrm>
            <a:off x="3429000" y="5743812"/>
            <a:ext cx="5114778" cy="550624"/>
          </a:xfrm>
          <a:prstGeom prst="rect">
            <a:avLst/>
          </a:prstGeom>
        </p:spPr>
        <p:txBody>
          <a:bodyPr vert="horz" lIns="45720" tIns="0" rIns="45720" bIns="0">
            <a:normAutofit/>
          </a:bodyPr>
          <a:lstStyle>
            <a:lvl1pPr marL="0" indent="0" algn="r" rtl="0" eaLnBrk="1" latinLnBrk="0" hangingPunct="1">
              <a:spcBef>
                <a:spcPts val="600"/>
              </a:spcBef>
              <a:buClr>
                <a:schemeClr val="tx2"/>
              </a:buClr>
              <a:buSzPct val="73000"/>
              <a:buFont typeface="Wingdings 2"/>
              <a:buNone/>
              <a:defRPr kumimoji="0" sz="2200" kern="1200" baseline="0">
                <a:solidFill>
                  <a:srgbClr val="FFFFFF"/>
                </a:solidFill>
                <a:effectLst/>
                <a:latin typeface="+mn-lt"/>
                <a:ea typeface="+mn-ea"/>
                <a:cs typeface="+mn-cs"/>
              </a:defRPr>
            </a:lvl1pPr>
            <a:lvl2pPr marL="457200" indent="0" algn="ctr" rtl="0" eaLnBrk="1" latinLnBrk="0" hangingPunct="1">
              <a:spcBef>
                <a:spcPts val="500"/>
              </a:spcBef>
              <a:buClr>
                <a:schemeClr val="accent4"/>
              </a:buClr>
              <a:buSzPct val="80000"/>
              <a:buFont typeface="Wingdings 2"/>
              <a:buNone/>
              <a:defRPr kumimoji="0" sz="2300" kern="1200">
                <a:solidFill>
                  <a:schemeClr val="tx1">
                    <a:tint val="85000"/>
                  </a:schemeClr>
                </a:solidFill>
                <a:latin typeface="+mn-lt"/>
                <a:ea typeface="+mn-ea"/>
                <a:cs typeface="+mn-cs"/>
              </a:defRPr>
            </a:lvl2pPr>
            <a:lvl3pPr marL="914400" indent="0" algn="ctr" rtl="0" eaLnBrk="1" latinLnBrk="0" hangingPunct="1">
              <a:spcBef>
                <a:spcPts val="400"/>
              </a:spcBef>
              <a:buClr>
                <a:schemeClr val="accent4"/>
              </a:buClr>
              <a:buSzPct val="60000"/>
              <a:buFont typeface="Wingdings"/>
              <a:buNone/>
              <a:defRPr kumimoji="0" sz="2000" kern="1200">
                <a:solidFill>
                  <a:schemeClr val="tx1"/>
                </a:solidFill>
                <a:latin typeface="+mn-lt"/>
                <a:ea typeface="+mn-ea"/>
                <a:cs typeface="+mn-cs"/>
              </a:defRPr>
            </a:lvl3pPr>
            <a:lvl4pPr marL="1371600" indent="0" algn="ctr" rtl="0" eaLnBrk="1" latinLnBrk="0" hangingPunct="1">
              <a:spcBef>
                <a:spcPct val="20000"/>
              </a:spcBef>
              <a:buClr>
                <a:schemeClr val="accent4"/>
              </a:buClr>
              <a:buSzPct val="80000"/>
              <a:buFont typeface="Wingdings 2"/>
              <a:buNone/>
              <a:defRPr kumimoji="0" sz="2000" kern="1200">
                <a:solidFill>
                  <a:schemeClr val="tx1">
                    <a:tint val="85000"/>
                  </a:schemeClr>
                </a:solidFill>
                <a:latin typeface="+mn-lt"/>
                <a:ea typeface="+mn-ea"/>
                <a:cs typeface="+mn-cs"/>
              </a:defRPr>
            </a:lvl4pPr>
            <a:lvl5pPr marL="1828800" indent="0" algn="ctr" rtl="0" eaLnBrk="1" latinLnBrk="0" hangingPunct="1">
              <a:spcBef>
                <a:spcPts val="400"/>
              </a:spcBef>
              <a:buClr>
                <a:schemeClr val="accent4"/>
              </a:buClr>
              <a:buSzPct val="70000"/>
              <a:buFont typeface="Wingdings"/>
              <a:buNone/>
              <a:defRPr kumimoji="0" sz="1800" kern="1200">
                <a:solidFill>
                  <a:schemeClr val="tx1"/>
                </a:solidFill>
                <a:latin typeface="+mn-lt"/>
                <a:ea typeface="+mn-ea"/>
                <a:cs typeface="+mn-cs"/>
              </a:defRPr>
            </a:lvl5pPr>
            <a:lvl6pPr marL="2286000" indent="0" algn="ctr" rtl="0" eaLnBrk="1" latinLnBrk="0" hangingPunct="1">
              <a:spcBef>
                <a:spcPts val="400"/>
              </a:spcBef>
              <a:buClr>
                <a:schemeClr val="accent4"/>
              </a:buClr>
              <a:buSzPct val="80000"/>
              <a:buFont typeface="Wingdings 2"/>
              <a:buNone/>
              <a:defRPr kumimoji="0" sz="1800" kern="1200">
                <a:solidFill>
                  <a:schemeClr val="tx1">
                    <a:tint val="85000"/>
                  </a:schemeClr>
                </a:solidFill>
                <a:latin typeface="+mn-lt"/>
                <a:ea typeface="+mn-ea"/>
                <a:cs typeface="+mn-cs"/>
              </a:defRPr>
            </a:lvl6pPr>
            <a:lvl7pPr marL="2743200" indent="0" algn="ctr" rtl="0" eaLnBrk="1" latinLnBrk="0" hangingPunct="1">
              <a:spcBef>
                <a:spcPct val="20000"/>
              </a:spcBef>
              <a:buClr>
                <a:schemeClr val="accent4"/>
              </a:buClr>
              <a:buSzPct val="80000"/>
              <a:buFont typeface="Wingdings 2"/>
              <a:buNone/>
              <a:defRPr kumimoji="0" sz="1600" kern="1200" baseline="0">
                <a:solidFill>
                  <a:schemeClr val="tx1"/>
                </a:solidFill>
                <a:latin typeface="+mn-lt"/>
                <a:ea typeface="+mn-ea"/>
                <a:cs typeface="+mn-cs"/>
              </a:defRPr>
            </a:lvl7pPr>
            <a:lvl8pPr marL="3200400" indent="0" algn="ctr" rtl="0" eaLnBrk="1" latinLnBrk="0" hangingPunct="1">
              <a:spcBef>
                <a:spcPts val="300"/>
              </a:spcBef>
              <a:buClr>
                <a:schemeClr val="accent4"/>
              </a:buClr>
              <a:buSzPct val="100000"/>
              <a:buNone/>
              <a:defRPr kumimoji="0" sz="1600" kern="1200" baseline="0">
                <a:solidFill>
                  <a:schemeClr val="tx1">
                    <a:tint val="85000"/>
                  </a:schemeClr>
                </a:solidFill>
                <a:latin typeface="+mn-lt"/>
                <a:ea typeface="+mn-ea"/>
                <a:cs typeface="+mn-cs"/>
              </a:defRPr>
            </a:lvl8pPr>
            <a:lvl9pPr marL="3657600" indent="0" algn="ctr" rtl="0" eaLnBrk="1" latinLnBrk="0" hangingPunct="1">
              <a:spcBef>
                <a:spcPct val="20000"/>
              </a:spcBef>
              <a:buClr>
                <a:schemeClr val="accent4"/>
              </a:buClr>
              <a:buSzPct val="100000"/>
              <a:buFont typeface="Wingdings"/>
              <a:buNone/>
              <a:defRPr kumimoji="0" sz="1400" kern="1200" baseline="0">
                <a:solidFill>
                  <a:schemeClr val="tx1"/>
                </a:solidFill>
                <a:latin typeface="+mn-lt"/>
                <a:ea typeface="+mn-ea"/>
                <a:cs typeface="+mn-cs"/>
              </a:defRPr>
            </a:lvl9pPr>
            <a:extLst/>
          </a:lstStyle>
          <a:p>
            <a:endParaRPr lang="en-US" sz="1800" dirty="0"/>
          </a:p>
        </p:txBody>
      </p:sp>
      <p:pic>
        <p:nvPicPr>
          <p:cNvPr id="1026" name="Picture 2" descr="Slikovni rezultat za for and against">
            <a:extLst>
              <a:ext uri="{FF2B5EF4-FFF2-40B4-BE49-F238E27FC236}">
                <a16:creationId xmlns:a16="http://schemas.microsoft.com/office/drawing/2014/main" id="{EE6C674A-DC5D-44ED-8619-C775977E6FA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4627" r="19412"/>
          <a:stretch/>
        </p:blipFill>
        <p:spPr bwMode="auto">
          <a:xfrm>
            <a:off x="228600" y="228600"/>
            <a:ext cx="2143126"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411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2F7A2B38-054D-420B-AD23-514C34F1C3D1}"/>
              </a:ext>
            </a:extLst>
          </p:cNvPr>
          <p:cNvSpPr>
            <a:spLocks noGrp="1"/>
          </p:cNvSpPr>
          <p:nvPr>
            <p:ph type="title"/>
          </p:nvPr>
        </p:nvSpPr>
        <p:spPr/>
        <p:txBody>
          <a:bodyPr/>
          <a:lstStyle/>
          <a:p>
            <a:endParaRPr lang="hr-HR"/>
          </a:p>
        </p:txBody>
      </p:sp>
      <p:pic>
        <p:nvPicPr>
          <p:cNvPr id="4" name="Rezervirano mjesto sadržaja 3">
            <a:extLst>
              <a:ext uri="{FF2B5EF4-FFF2-40B4-BE49-F238E27FC236}">
                <a16:creationId xmlns:a16="http://schemas.microsoft.com/office/drawing/2014/main" id="{46C44A3C-1040-4D91-928C-7BAF01BB12DC}"/>
              </a:ext>
            </a:extLst>
          </p:cNvPr>
          <p:cNvPicPr>
            <a:picLocks noGrp="1" noChangeAspect="1"/>
          </p:cNvPicPr>
          <p:nvPr>
            <p:ph idx="1"/>
          </p:nvPr>
        </p:nvPicPr>
        <p:blipFill rotWithShape="1">
          <a:blip r:embed="rId2"/>
          <a:srcRect l="4211" t="18323" r="10527" b="16179"/>
          <a:stretch/>
        </p:blipFill>
        <p:spPr>
          <a:xfrm>
            <a:off x="228600" y="1828800"/>
            <a:ext cx="7759337" cy="3352800"/>
          </a:xfrm>
          <a:prstGeom prst="rect">
            <a:avLst/>
          </a:prstGeom>
        </p:spPr>
      </p:pic>
    </p:spTree>
    <p:extLst>
      <p:ext uri="{BB962C8B-B14F-4D97-AF65-F5344CB8AC3E}">
        <p14:creationId xmlns:p14="http://schemas.microsoft.com/office/powerpoint/2010/main" val="3031509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2A2791B5-AF04-4602-9F78-312098694836}"/>
              </a:ext>
            </a:extLst>
          </p:cNvPr>
          <p:cNvSpPr>
            <a:spLocks noGrp="1"/>
          </p:cNvSpPr>
          <p:nvPr>
            <p:ph type="title"/>
          </p:nvPr>
        </p:nvSpPr>
        <p:spPr/>
        <p:txBody>
          <a:bodyPr/>
          <a:lstStyle/>
          <a:p>
            <a:r>
              <a:rPr lang="hr-HR" dirty="0" err="1"/>
              <a:t>Essay</a:t>
            </a:r>
            <a:r>
              <a:rPr lang="hr-HR" dirty="0"/>
              <a:t> 2.</a:t>
            </a:r>
          </a:p>
        </p:txBody>
      </p:sp>
      <p:sp>
        <p:nvSpPr>
          <p:cNvPr id="3" name="Rezervirano mjesto sadržaja 2">
            <a:extLst>
              <a:ext uri="{FF2B5EF4-FFF2-40B4-BE49-F238E27FC236}">
                <a16:creationId xmlns:a16="http://schemas.microsoft.com/office/drawing/2014/main" id="{4577E058-4C22-4AD4-9838-E77B9FA0D86B}"/>
              </a:ext>
            </a:extLst>
          </p:cNvPr>
          <p:cNvSpPr>
            <a:spLocks noGrp="1"/>
          </p:cNvSpPr>
          <p:nvPr>
            <p:ph idx="1"/>
          </p:nvPr>
        </p:nvSpPr>
        <p:spPr/>
        <p:txBody>
          <a:bodyPr/>
          <a:lstStyle/>
          <a:p>
            <a:endParaRPr lang="hr-HR" dirty="0"/>
          </a:p>
        </p:txBody>
      </p:sp>
      <p:pic>
        <p:nvPicPr>
          <p:cNvPr id="4" name="Slika 3">
            <a:extLst>
              <a:ext uri="{FF2B5EF4-FFF2-40B4-BE49-F238E27FC236}">
                <a16:creationId xmlns:a16="http://schemas.microsoft.com/office/drawing/2014/main" id="{4E2B86FF-73D6-4079-899F-2682A2C15D53}"/>
              </a:ext>
            </a:extLst>
          </p:cNvPr>
          <p:cNvPicPr>
            <a:picLocks noChangeAspect="1"/>
          </p:cNvPicPr>
          <p:nvPr/>
        </p:nvPicPr>
        <p:blipFill rotWithShape="1">
          <a:blip r:embed="rId2"/>
          <a:srcRect l="11667" t="23333" r="27500" b="14623"/>
          <a:stretch/>
        </p:blipFill>
        <p:spPr>
          <a:xfrm>
            <a:off x="368846" y="1589441"/>
            <a:ext cx="7555954" cy="4334743"/>
          </a:xfrm>
          <a:prstGeom prst="rect">
            <a:avLst/>
          </a:prstGeom>
        </p:spPr>
      </p:pic>
    </p:spTree>
    <p:extLst>
      <p:ext uri="{BB962C8B-B14F-4D97-AF65-F5344CB8AC3E}">
        <p14:creationId xmlns:p14="http://schemas.microsoft.com/office/powerpoint/2010/main" val="195919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5A8E410A-C7D0-404C-AF7F-20D84BBF9A64}"/>
              </a:ext>
            </a:extLst>
          </p:cNvPr>
          <p:cNvSpPr>
            <a:spLocks noGrp="1"/>
          </p:cNvSpPr>
          <p:nvPr>
            <p:ph type="title"/>
          </p:nvPr>
        </p:nvSpPr>
        <p:spPr/>
        <p:txBody>
          <a:bodyPr/>
          <a:lstStyle/>
          <a:p>
            <a:endParaRPr lang="hr-HR"/>
          </a:p>
        </p:txBody>
      </p:sp>
      <p:sp>
        <p:nvSpPr>
          <p:cNvPr id="3" name="Rezervirano mjesto sadržaja 2">
            <a:extLst>
              <a:ext uri="{FF2B5EF4-FFF2-40B4-BE49-F238E27FC236}">
                <a16:creationId xmlns:a16="http://schemas.microsoft.com/office/drawing/2014/main" id="{68114336-6A02-4438-A4E8-3AB2AB3FB14F}"/>
              </a:ext>
            </a:extLst>
          </p:cNvPr>
          <p:cNvSpPr>
            <a:spLocks noGrp="1"/>
          </p:cNvSpPr>
          <p:nvPr>
            <p:ph idx="1"/>
          </p:nvPr>
        </p:nvSpPr>
        <p:spPr/>
        <p:txBody>
          <a:bodyPr/>
          <a:lstStyle/>
          <a:p>
            <a:endParaRPr lang="hr-HR" dirty="0"/>
          </a:p>
        </p:txBody>
      </p:sp>
      <p:pic>
        <p:nvPicPr>
          <p:cNvPr id="4" name="Slika 3">
            <a:extLst>
              <a:ext uri="{FF2B5EF4-FFF2-40B4-BE49-F238E27FC236}">
                <a16:creationId xmlns:a16="http://schemas.microsoft.com/office/drawing/2014/main" id="{425B7341-9D97-405A-8C80-E5F6F998A0D3}"/>
              </a:ext>
            </a:extLst>
          </p:cNvPr>
          <p:cNvPicPr>
            <a:picLocks noChangeAspect="1"/>
          </p:cNvPicPr>
          <p:nvPr/>
        </p:nvPicPr>
        <p:blipFill rotWithShape="1">
          <a:blip r:embed="rId2"/>
          <a:srcRect l="7500" t="32222" r="43333" b="26297"/>
          <a:stretch/>
        </p:blipFill>
        <p:spPr>
          <a:xfrm>
            <a:off x="152400" y="1463040"/>
            <a:ext cx="7543800" cy="3580108"/>
          </a:xfrm>
          <a:prstGeom prst="rect">
            <a:avLst/>
          </a:prstGeom>
        </p:spPr>
      </p:pic>
    </p:spTree>
    <p:extLst>
      <p:ext uri="{BB962C8B-B14F-4D97-AF65-F5344CB8AC3E}">
        <p14:creationId xmlns:p14="http://schemas.microsoft.com/office/powerpoint/2010/main" val="2912419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3940A40B-BCEF-446D-AECB-2CA6A2DA53A0}"/>
              </a:ext>
            </a:extLst>
          </p:cNvPr>
          <p:cNvSpPr>
            <a:spLocks noGrp="1"/>
          </p:cNvSpPr>
          <p:nvPr>
            <p:ph type="title"/>
          </p:nvPr>
        </p:nvSpPr>
        <p:spPr/>
        <p:txBody>
          <a:bodyPr/>
          <a:lstStyle/>
          <a:p>
            <a:endParaRPr lang="hr-HR"/>
          </a:p>
        </p:txBody>
      </p:sp>
      <p:sp>
        <p:nvSpPr>
          <p:cNvPr id="3" name="Rezervirano mjesto sadržaja 2">
            <a:extLst>
              <a:ext uri="{FF2B5EF4-FFF2-40B4-BE49-F238E27FC236}">
                <a16:creationId xmlns:a16="http://schemas.microsoft.com/office/drawing/2014/main" id="{6936977A-91DA-4342-A131-5B4C013467CB}"/>
              </a:ext>
            </a:extLst>
          </p:cNvPr>
          <p:cNvSpPr>
            <a:spLocks noGrp="1"/>
          </p:cNvSpPr>
          <p:nvPr>
            <p:ph idx="1"/>
          </p:nvPr>
        </p:nvSpPr>
        <p:spPr/>
        <p:txBody>
          <a:bodyPr/>
          <a:lstStyle/>
          <a:p>
            <a:endParaRPr lang="hr-HR"/>
          </a:p>
        </p:txBody>
      </p:sp>
      <p:pic>
        <p:nvPicPr>
          <p:cNvPr id="4" name="Slika 3">
            <a:extLst>
              <a:ext uri="{FF2B5EF4-FFF2-40B4-BE49-F238E27FC236}">
                <a16:creationId xmlns:a16="http://schemas.microsoft.com/office/drawing/2014/main" id="{5D61098F-A184-461D-BE60-DAB1322B3B22}"/>
              </a:ext>
            </a:extLst>
          </p:cNvPr>
          <p:cNvPicPr>
            <a:picLocks noChangeAspect="1"/>
          </p:cNvPicPr>
          <p:nvPr/>
        </p:nvPicPr>
        <p:blipFill rotWithShape="1">
          <a:blip r:embed="rId2"/>
          <a:srcRect l="8333" t="20370" r="45001" b="30741"/>
          <a:stretch/>
        </p:blipFill>
        <p:spPr>
          <a:xfrm>
            <a:off x="457199" y="1615334"/>
            <a:ext cx="7215627" cy="4252066"/>
          </a:xfrm>
          <a:prstGeom prst="rect">
            <a:avLst/>
          </a:prstGeom>
        </p:spPr>
      </p:pic>
    </p:spTree>
    <p:extLst>
      <p:ext uri="{BB962C8B-B14F-4D97-AF65-F5344CB8AC3E}">
        <p14:creationId xmlns:p14="http://schemas.microsoft.com/office/powerpoint/2010/main" val="1527238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C58FB044-03E4-4BD1-BD3A-3EE8933756C5}"/>
              </a:ext>
            </a:extLst>
          </p:cNvPr>
          <p:cNvSpPr>
            <a:spLocks noGrp="1"/>
          </p:cNvSpPr>
          <p:nvPr>
            <p:ph type="title"/>
          </p:nvPr>
        </p:nvSpPr>
        <p:spPr/>
        <p:txBody>
          <a:bodyPr/>
          <a:lstStyle/>
          <a:p>
            <a:endParaRPr lang="hr-HR"/>
          </a:p>
        </p:txBody>
      </p:sp>
      <p:sp>
        <p:nvSpPr>
          <p:cNvPr id="3" name="Rezervirano mjesto sadržaja 2">
            <a:extLst>
              <a:ext uri="{FF2B5EF4-FFF2-40B4-BE49-F238E27FC236}">
                <a16:creationId xmlns:a16="http://schemas.microsoft.com/office/drawing/2014/main" id="{26AB0C78-2FBB-4DA0-9CEF-1BDF18D94BCA}"/>
              </a:ext>
            </a:extLst>
          </p:cNvPr>
          <p:cNvSpPr>
            <a:spLocks noGrp="1"/>
          </p:cNvSpPr>
          <p:nvPr>
            <p:ph idx="1"/>
          </p:nvPr>
        </p:nvSpPr>
        <p:spPr/>
        <p:txBody>
          <a:bodyPr/>
          <a:lstStyle/>
          <a:p>
            <a:endParaRPr lang="hr-HR" dirty="0"/>
          </a:p>
        </p:txBody>
      </p:sp>
      <p:pic>
        <p:nvPicPr>
          <p:cNvPr id="4" name="Slika 3">
            <a:extLst>
              <a:ext uri="{FF2B5EF4-FFF2-40B4-BE49-F238E27FC236}">
                <a16:creationId xmlns:a16="http://schemas.microsoft.com/office/drawing/2014/main" id="{96D005EE-012C-45F3-B37F-2DC8EDF2F3B3}"/>
              </a:ext>
            </a:extLst>
          </p:cNvPr>
          <p:cNvPicPr>
            <a:picLocks noChangeAspect="1"/>
          </p:cNvPicPr>
          <p:nvPr/>
        </p:nvPicPr>
        <p:blipFill rotWithShape="1">
          <a:blip r:embed="rId2"/>
          <a:srcRect l="9167" t="60370" r="45833" b="20371"/>
          <a:stretch/>
        </p:blipFill>
        <p:spPr>
          <a:xfrm>
            <a:off x="457199" y="1609416"/>
            <a:ext cx="7241749" cy="1743384"/>
          </a:xfrm>
          <a:prstGeom prst="rect">
            <a:avLst/>
          </a:prstGeom>
        </p:spPr>
      </p:pic>
      <p:pic>
        <p:nvPicPr>
          <p:cNvPr id="5" name="Slika 4">
            <a:extLst>
              <a:ext uri="{FF2B5EF4-FFF2-40B4-BE49-F238E27FC236}">
                <a16:creationId xmlns:a16="http://schemas.microsoft.com/office/drawing/2014/main" id="{C6989CE1-8E5D-4381-B7A1-21BC7E9995FB}"/>
              </a:ext>
            </a:extLst>
          </p:cNvPr>
          <p:cNvPicPr>
            <a:picLocks noChangeAspect="1"/>
          </p:cNvPicPr>
          <p:nvPr/>
        </p:nvPicPr>
        <p:blipFill rotWithShape="1">
          <a:blip r:embed="rId3"/>
          <a:srcRect l="30000" t="34865" r="25000" b="47037"/>
          <a:stretch/>
        </p:blipFill>
        <p:spPr>
          <a:xfrm>
            <a:off x="454452" y="3265938"/>
            <a:ext cx="7241745" cy="1638330"/>
          </a:xfrm>
          <a:prstGeom prst="rect">
            <a:avLst/>
          </a:prstGeom>
        </p:spPr>
      </p:pic>
    </p:spTree>
    <p:extLst>
      <p:ext uri="{BB962C8B-B14F-4D97-AF65-F5344CB8AC3E}">
        <p14:creationId xmlns:p14="http://schemas.microsoft.com/office/powerpoint/2010/main" val="3920587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6EEE5BD8-A6C1-41C6-B4D5-77F16C2BA8DC}"/>
              </a:ext>
            </a:extLst>
          </p:cNvPr>
          <p:cNvSpPr>
            <a:spLocks noGrp="1"/>
          </p:cNvSpPr>
          <p:nvPr>
            <p:ph type="title"/>
          </p:nvPr>
        </p:nvSpPr>
        <p:spPr/>
        <p:txBody>
          <a:bodyPr/>
          <a:lstStyle/>
          <a:p>
            <a:endParaRPr lang="hr-HR"/>
          </a:p>
        </p:txBody>
      </p:sp>
      <p:sp>
        <p:nvSpPr>
          <p:cNvPr id="3" name="Rezervirano mjesto sadržaja 2">
            <a:extLst>
              <a:ext uri="{FF2B5EF4-FFF2-40B4-BE49-F238E27FC236}">
                <a16:creationId xmlns:a16="http://schemas.microsoft.com/office/drawing/2014/main" id="{CF3D8FDB-3280-48DC-A87F-7AD722EB88C6}"/>
              </a:ext>
            </a:extLst>
          </p:cNvPr>
          <p:cNvSpPr>
            <a:spLocks noGrp="1"/>
          </p:cNvSpPr>
          <p:nvPr>
            <p:ph idx="1"/>
          </p:nvPr>
        </p:nvSpPr>
        <p:spPr/>
        <p:txBody>
          <a:bodyPr/>
          <a:lstStyle/>
          <a:p>
            <a:endParaRPr lang="hr-HR" dirty="0"/>
          </a:p>
        </p:txBody>
      </p:sp>
      <p:pic>
        <p:nvPicPr>
          <p:cNvPr id="4" name="Slika 3">
            <a:extLst>
              <a:ext uri="{FF2B5EF4-FFF2-40B4-BE49-F238E27FC236}">
                <a16:creationId xmlns:a16="http://schemas.microsoft.com/office/drawing/2014/main" id="{7E6087D5-64A5-4B53-A78C-9821A274F760}"/>
              </a:ext>
            </a:extLst>
          </p:cNvPr>
          <p:cNvPicPr>
            <a:picLocks noChangeAspect="1"/>
          </p:cNvPicPr>
          <p:nvPr/>
        </p:nvPicPr>
        <p:blipFill rotWithShape="1">
          <a:blip r:embed="rId2"/>
          <a:srcRect l="29166" t="54444" r="25000" b="17408"/>
          <a:stretch/>
        </p:blipFill>
        <p:spPr>
          <a:xfrm>
            <a:off x="450486" y="1609416"/>
            <a:ext cx="7252427" cy="2505384"/>
          </a:xfrm>
          <a:prstGeom prst="rect">
            <a:avLst/>
          </a:prstGeom>
        </p:spPr>
      </p:pic>
    </p:spTree>
    <p:extLst>
      <p:ext uri="{BB962C8B-B14F-4D97-AF65-F5344CB8AC3E}">
        <p14:creationId xmlns:p14="http://schemas.microsoft.com/office/powerpoint/2010/main" val="55298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D46C2614-F964-4951-B0FE-D34697F4B12E}"/>
              </a:ext>
            </a:extLst>
          </p:cNvPr>
          <p:cNvSpPr>
            <a:spLocks noGrp="1"/>
          </p:cNvSpPr>
          <p:nvPr>
            <p:ph type="title"/>
          </p:nvPr>
        </p:nvSpPr>
        <p:spPr/>
        <p:txBody>
          <a:bodyPr/>
          <a:lstStyle/>
          <a:p>
            <a:r>
              <a:rPr lang="hr-HR" dirty="0" err="1"/>
              <a:t>What</a:t>
            </a:r>
            <a:r>
              <a:rPr lang="hr-HR" dirty="0"/>
              <a:t> </a:t>
            </a:r>
            <a:r>
              <a:rPr lang="hr-HR" dirty="0" err="1"/>
              <a:t>is</a:t>
            </a:r>
            <a:r>
              <a:rPr lang="hr-HR" dirty="0"/>
              <a:t> </a:t>
            </a:r>
            <a:r>
              <a:rPr lang="hr-HR" dirty="0" err="1"/>
              <a:t>the</a:t>
            </a:r>
            <a:r>
              <a:rPr lang="hr-HR" dirty="0"/>
              <a:t> </a:t>
            </a:r>
            <a:r>
              <a:rPr lang="hr-HR" dirty="0" err="1"/>
              <a:t>topic</a:t>
            </a:r>
            <a:r>
              <a:rPr lang="hr-HR" dirty="0"/>
              <a:t> </a:t>
            </a:r>
            <a:r>
              <a:rPr lang="hr-HR" dirty="0" err="1"/>
              <a:t>here</a:t>
            </a:r>
            <a:r>
              <a:rPr lang="hr-HR" dirty="0"/>
              <a:t>?</a:t>
            </a:r>
          </a:p>
        </p:txBody>
      </p:sp>
      <p:sp>
        <p:nvSpPr>
          <p:cNvPr id="3" name="Rezervirano mjesto sadržaja 2">
            <a:extLst>
              <a:ext uri="{FF2B5EF4-FFF2-40B4-BE49-F238E27FC236}">
                <a16:creationId xmlns:a16="http://schemas.microsoft.com/office/drawing/2014/main" id="{2682D680-2941-4D07-9556-2058F05A3692}"/>
              </a:ext>
            </a:extLst>
          </p:cNvPr>
          <p:cNvSpPr>
            <a:spLocks noGrp="1"/>
          </p:cNvSpPr>
          <p:nvPr>
            <p:ph idx="1"/>
          </p:nvPr>
        </p:nvSpPr>
        <p:spPr/>
        <p:txBody>
          <a:bodyPr/>
          <a:lstStyle/>
          <a:p>
            <a:r>
              <a:rPr lang="en-US" dirty="0"/>
              <a:t>Even though having a luxurious house sounds like a dream come true, some would replace it with the practicality of an apartment. Is a house really an ideal home or could a flat be a more convenient place of living?</a:t>
            </a:r>
            <a:endParaRPr lang="hr-HR" dirty="0"/>
          </a:p>
        </p:txBody>
      </p:sp>
    </p:spTree>
    <p:extLst>
      <p:ext uri="{BB962C8B-B14F-4D97-AF65-F5344CB8AC3E}">
        <p14:creationId xmlns:p14="http://schemas.microsoft.com/office/powerpoint/2010/main" val="1510792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843F4A08-EC0F-489F-A68B-071627A6496C}"/>
              </a:ext>
            </a:extLst>
          </p:cNvPr>
          <p:cNvSpPr>
            <a:spLocks noGrp="1"/>
          </p:cNvSpPr>
          <p:nvPr>
            <p:ph type="title"/>
          </p:nvPr>
        </p:nvSpPr>
        <p:spPr/>
        <p:txBody>
          <a:bodyPr/>
          <a:lstStyle/>
          <a:p>
            <a:r>
              <a:rPr lang="hr-HR" dirty="0" err="1"/>
              <a:t>Topic</a:t>
            </a:r>
            <a:r>
              <a:rPr lang="hr-HR" dirty="0"/>
              <a:t>?</a:t>
            </a:r>
          </a:p>
        </p:txBody>
      </p:sp>
      <p:sp>
        <p:nvSpPr>
          <p:cNvPr id="3" name="Rezervirano mjesto sadržaja 2">
            <a:extLst>
              <a:ext uri="{FF2B5EF4-FFF2-40B4-BE49-F238E27FC236}">
                <a16:creationId xmlns:a16="http://schemas.microsoft.com/office/drawing/2014/main" id="{14D290E5-5CB2-4EFE-81D4-7D0E087FD51E}"/>
              </a:ext>
            </a:extLst>
          </p:cNvPr>
          <p:cNvSpPr>
            <a:spLocks noGrp="1"/>
          </p:cNvSpPr>
          <p:nvPr>
            <p:ph idx="1"/>
          </p:nvPr>
        </p:nvSpPr>
        <p:spPr/>
        <p:txBody>
          <a:bodyPr/>
          <a:lstStyle/>
          <a:p>
            <a:r>
              <a:rPr lang="en-US" dirty="0"/>
              <a:t>In conclusion, a house is a proper place for raising a family, while flats are more economical, perfect for single-headed, or two-headed households without pets. Still, choosing between the two depends on one’s preferences and needs.</a:t>
            </a:r>
            <a:endParaRPr lang="hr-HR" dirty="0"/>
          </a:p>
        </p:txBody>
      </p:sp>
    </p:spTree>
    <p:extLst>
      <p:ext uri="{BB962C8B-B14F-4D97-AF65-F5344CB8AC3E}">
        <p14:creationId xmlns:p14="http://schemas.microsoft.com/office/powerpoint/2010/main" val="1842706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78D07D5-4018-489B-95B4-09CB0D96C9D7}"/>
              </a:ext>
            </a:extLst>
          </p:cNvPr>
          <p:cNvSpPr>
            <a:spLocks noGrp="1"/>
          </p:cNvSpPr>
          <p:nvPr>
            <p:ph type="title"/>
          </p:nvPr>
        </p:nvSpPr>
        <p:spPr/>
        <p:txBody>
          <a:bodyPr/>
          <a:lstStyle/>
          <a:p>
            <a:r>
              <a:rPr lang="hr-HR" dirty="0" err="1"/>
              <a:t>Introduction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D8634106-41EF-4445-99B8-C2FBA4C38049}"/>
              </a:ext>
            </a:extLst>
          </p:cNvPr>
          <p:cNvSpPr>
            <a:spLocks noGrp="1"/>
          </p:cNvSpPr>
          <p:nvPr>
            <p:ph idx="1"/>
          </p:nvPr>
        </p:nvSpPr>
        <p:spPr/>
        <p:txBody>
          <a:bodyPr/>
          <a:lstStyle/>
          <a:p>
            <a:r>
              <a:rPr lang="en-US" dirty="0"/>
              <a:t>Nowadays, there are multiple ways to travel by </a:t>
            </a:r>
            <a:r>
              <a:rPr lang="en-US" dirty="0" err="1"/>
              <a:t>dif</a:t>
            </a:r>
            <a:r>
              <a:rPr lang="hr-HR" dirty="0"/>
              <a:t>f</a:t>
            </a:r>
            <a:r>
              <a:rPr lang="en-US" dirty="0" err="1"/>
              <a:t>erent</a:t>
            </a:r>
            <a:r>
              <a:rPr lang="en-US" dirty="0"/>
              <a:t> kinds of transport. Development in all aspects also leads to modernization and development of transport. While some prefer to travel by boat considering is more relaxing, others claim is a waste of time.</a:t>
            </a:r>
            <a:endParaRPr lang="hr-HR" dirty="0"/>
          </a:p>
          <a:p>
            <a:endParaRPr lang="hr-HR" dirty="0"/>
          </a:p>
          <a:p>
            <a:r>
              <a:rPr lang="hr-HR" dirty="0"/>
              <a:t>Zero sentence</a:t>
            </a:r>
          </a:p>
          <a:p>
            <a:r>
              <a:rPr lang="hr-HR" dirty="0" err="1"/>
              <a:t>Topic</a:t>
            </a:r>
            <a:r>
              <a:rPr lang="hr-HR" dirty="0"/>
              <a:t> </a:t>
            </a:r>
            <a:r>
              <a:rPr lang="hr-HR" dirty="0" err="1"/>
              <a:t>in</a:t>
            </a:r>
            <a:r>
              <a:rPr lang="hr-HR" dirty="0"/>
              <a:t> </a:t>
            </a:r>
            <a:r>
              <a:rPr lang="hr-HR" dirty="0" err="1"/>
              <a:t>new</a:t>
            </a:r>
            <a:r>
              <a:rPr lang="hr-HR" dirty="0"/>
              <a:t> </a:t>
            </a:r>
            <a:r>
              <a:rPr lang="hr-HR" dirty="0" err="1"/>
              <a:t>words</a:t>
            </a:r>
            <a:endParaRPr lang="hr-HR" dirty="0"/>
          </a:p>
          <a:p>
            <a:r>
              <a:rPr lang="hr-HR" dirty="0"/>
              <a:t>+/-</a:t>
            </a:r>
          </a:p>
        </p:txBody>
      </p:sp>
    </p:spTree>
    <p:extLst>
      <p:ext uri="{BB962C8B-B14F-4D97-AF65-F5344CB8AC3E}">
        <p14:creationId xmlns:p14="http://schemas.microsoft.com/office/powerpoint/2010/main" val="11937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78D07D5-4018-489B-95B4-09CB0D96C9D7}"/>
              </a:ext>
            </a:extLst>
          </p:cNvPr>
          <p:cNvSpPr>
            <a:spLocks noGrp="1"/>
          </p:cNvSpPr>
          <p:nvPr>
            <p:ph type="title"/>
          </p:nvPr>
        </p:nvSpPr>
        <p:spPr/>
        <p:txBody>
          <a:bodyPr/>
          <a:lstStyle/>
          <a:p>
            <a:r>
              <a:rPr lang="hr-HR" dirty="0" err="1"/>
              <a:t>Introduction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D8634106-41EF-4445-99B8-C2FBA4C38049}"/>
              </a:ext>
            </a:extLst>
          </p:cNvPr>
          <p:cNvSpPr>
            <a:spLocks noGrp="1"/>
          </p:cNvSpPr>
          <p:nvPr>
            <p:ph idx="1"/>
          </p:nvPr>
        </p:nvSpPr>
        <p:spPr/>
        <p:txBody>
          <a:bodyPr/>
          <a:lstStyle/>
          <a:p>
            <a:r>
              <a:rPr lang="en-US" dirty="0"/>
              <a:t>In this day and age there are multiple ways of travel and transport, one of them being boats. Some consider that traveling by boats may take too long while others enjoy taking their time. So, is this option a waste of time or an invigorating, new experience</a:t>
            </a:r>
            <a:endParaRPr lang="hr-HR" dirty="0"/>
          </a:p>
          <a:p>
            <a:endParaRPr lang="hr-HR" dirty="0"/>
          </a:p>
          <a:p>
            <a:r>
              <a:rPr lang="hr-HR" dirty="0"/>
              <a:t>Zero sentence</a:t>
            </a:r>
          </a:p>
          <a:p>
            <a:r>
              <a:rPr lang="hr-HR" dirty="0" err="1"/>
              <a:t>Topic</a:t>
            </a:r>
            <a:r>
              <a:rPr lang="hr-HR" dirty="0"/>
              <a:t> </a:t>
            </a:r>
            <a:r>
              <a:rPr lang="hr-HR" dirty="0" err="1"/>
              <a:t>in</a:t>
            </a:r>
            <a:r>
              <a:rPr lang="hr-HR" dirty="0"/>
              <a:t> </a:t>
            </a:r>
            <a:r>
              <a:rPr lang="hr-HR" dirty="0" err="1"/>
              <a:t>new</a:t>
            </a:r>
            <a:r>
              <a:rPr lang="hr-HR" dirty="0"/>
              <a:t> </a:t>
            </a:r>
            <a:r>
              <a:rPr lang="hr-HR" dirty="0" err="1"/>
              <a:t>words</a:t>
            </a:r>
            <a:endParaRPr lang="hr-HR" dirty="0"/>
          </a:p>
          <a:p>
            <a:r>
              <a:rPr lang="hr-HR" dirty="0"/>
              <a:t>+/-</a:t>
            </a:r>
          </a:p>
        </p:txBody>
      </p:sp>
    </p:spTree>
    <p:extLst>
      <p:ext uri="{BB962C8B-B14F-4D97-AF65-F5344CB8AC3E}">
        <p14:creationId xmlns:p14="http://schemas.microsoft.com/office/powerpoint/2010/main" val="3840790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78D07D5-4018-489B-95B4-09CB0D96C9D7}"/>
              </a:ext>
            </a:extLst>
          </p:cNvPr>
          <p:cNvSpPr>
            <a:spLocks noGrp="1"/>
          </p:cNvSpPr>
          <p:nvPr>
            <p:ph type="title"/>
          </p:nvPr>
        </p:nvSpPr>
        <p:spPr/>
        <p:txBody>
          <a:bodyPr/>
          <a:lstStyle/>
          <a:p>
            <a:r>
              <a:rPr lang="hr-HR" dirty="0" err="1"/>
              <a:t>Introduction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D8634106-41EF-4445-99B8-C2FBA4C38049}"/>
              </a:ext>
            </a:extLst>
          </p:cNvPr>
          <p:cNvSpPr>
            <a:spLocks noGrp="1"/>
          </p:cNvSpPr>
          <p:nvPr>
            <p:ph idx="1"/>
          </p:nvPr>
        </p:nvSpPr>
        <p:spPr/>
        <p:txBody>
          <a:bodyPr/>
          <a:lstStyle/>
          <a:p>
            <a:r>
              <a:rPr lang="en-US" dirty="0"/>
              <a:t>In this day and age there are multiple ways of travel and transport, one of them being boats. Some consider that traveling by boats may take too long while others enjoy taking their time. So, is this option a waste of time or an invigorating, new experience</a:t>
            </a:r>
            <a:endParaRPr lang="hr-HR" dirty="0"/>
          </a:p>
          <a:p>
            <a:endParaRPr lang="hr-HR" dirty="0"/>
          </a:p>
          <a:p>
            <a:r>
              <a:rPr lang="hr-HR" dirty="0"/>
              <a:t>Zero sentence</a:t>
            </a:r>
          </a:p>
          <a:p>
            <a:r>
              <a:rPr lang="hr-HR" dirty="0" err="1"/>
              <a:t>Topic</a:t>
            </a:r>
            <a:r>
              <a:rPr lang="hr-HR" dirty="0"/>
              <a:t> </a:t>
            </a:r>
            <a:r>
              <a:rPr lang="hr-HR" dirty="0" err="1"/>
              <a:t>in</a:t>
            </a:r>
            <a:r>
              <a:rPr lang="hr-HR" dirty="0"/>
              <a:t> </a:t>
            </a:r>
            <a:r>
              <a:rPr lang="hr-HR" dirty="0" err="1"/>
              <a:t>new</a:t>
            </a:r>
            <a:r>
              <a:rPr lang="hr-HR" dirty="0"/>
              <a:t> </a:t>
            </a:r>
            <a:r>
              <a:rPr lang="hr-HR" dirty="0" err="1"/>
              <a:t>words</a:t>
            </a:r>
            <a:endParaRPr lang="hr-HR" dirty="0"/>
          </a:p>
          <a:p>
            <a:r>
              <a:rPr lang="hr-HR" dirty="0"/>
              <a:t>+/-</a:t>
            </a:r>
          </a:p>
        </p:txBody>
      </p:sp>
    </p:spTree>
    <p:extLst>
      <p:ext uri="{BB962C8B-B14F-4D97-AF65-F5344CB8AC3E}">
        <p14:creationId xmlns:p14="http://schemas.microsoft.com/office/powerpoint/2010/main" val="2559672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78D07D5-4018-489B-95B4-09CB0D96C9D7}"/>
              </a:ext>
            </a:extLst>
          </p:cNvPr>
          <p:cNvSpPr>
            <a:spLocks noGrp="1"/>
          </p:cNvSpPr>
          <p:nvPr>
            <p:ph type="title"/>
          </p:nvPr>
        </p:nvSpPr>
        <p:spPr/>
        <p:txBody>
          <a:bodyPr/>
          <a:lstStyle/>
          <a:p>
            <a:r>
              <a:rPr lang="hr-HR" dirty="0" err="1"/>
              <a:t>Introduction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D8634106-41EF-4445-99B8-C2FBA4C38049}"/>
              </a:ext>
            </a:extLst>
          </p:cNvPr>
          <p:cNvSpPr>
            <a:spLocks noGrp="1"/>
          </p:cNvSpPr>
          <p:nvPr>
            <p:ph idx="1"/>
          </p:nvPr>
        </p:nvSpPr>
        <p:spPr/>
        <p:txBody>
          <a:bodyPr/>
          <a:lstStyle/>
          <a:p>
            <a:r>
              <a:rPr lang="en-US" dirty="0"/>
              <a:t>In this day and age there are multiple ways of travel and transport, one of them being boats. Some consider that traveling by boats may take too long while others enjoy taking their time. So, is this option a waste of time or an invigorating, new experience</a:t>
            </a:r>
            <a:r>
              <a:rPr lang="hr-HR" dirty="0"/>
              <a:t>?</a:t>
            </a:r>
          </a:p>
          <a:p>
            <a:endParaRPr lang="hr-HR" dirty="0"/>
          </a:p>
          <a:p>
            <a:r>
              <a:rPr lang="hr-HR" dirty="0"/>
              <a:t>Zero sentence</a:t>
            </a:r>
          </a:p>
          <a:p>
            <a:r>
              <a:rPr lang="hr-HR" dirty="0" err="1"/>
              <a:t>Topic</a:t>
            </a:r>
            <a:r>
              <a:rPr lang="hr-HR" dirty="0"/>
              <a:t> </a:t>
            </a:r>
            <a:r>
              <a:rPr lang="hr-HR" dirty="0" err="1"/>
              <a:t>in</a:t>
            </a:r>
            <a:r>
              <a:rPr lang="hr-HR" dirty="0"/>
              <a:t> </a:t>
            </a:r>
            <a:r>
              <a:rPr lang="hr-HR" dirty="0" err="1"/>
              <a:t>new</a:t>
            </a:r>
            <a:r>
              <a:rPr lang="hr-HR" dirty="0"/>
              <a:t> </a:t>
            </a:r>
            <a:r>
              <a:rPr lang="hr-HR" dirty="0" err="1"/>
              <a:t>words</a:t>
            </a:r>
            <a:endParaRPr lang="hr-HR" dirty="0"/>
          </a:p>
          <a:p>
            <a:r>
              <a:rPr lang="hr-HR" dirty="0"/>
              <a:t>+/-</a:t>
            </a:r>
          </a:p>
        </p:txBody>
      </p:sp>
    </p:spTree>
    <p:extLst>
      <p:ext uri="{BB962C8B-B14F-4D97-AF65-F5344CB8AC3E}">
        <p14:creationId xmlns:p14="http://schemas.microsoft.com/office/powerpoint/2010/main" val="3501879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4D52F57F-21FE-4CD2-A021-2312F1379063}"/>
              </a:ext>
            </a:extLst>
          </p:cNvPr>
          <p:cNvSpPr>
            <a:spLocks noGrp="1"/>
          </p:cNvSpPr>
          <p:nvPr>
            <p:ph type="title"/>
          </p:nvPr>
        </p:nvSpPr>
        <p:spPr/>
        <p:txBody>
          <a:bodyPr>
            <a:normAutofit/>
          </a:bodyPr>
          <a:lstStyle/>
          <a:p>
            <a:r>
              <a:rPr lang="hr-HR" dirty="0" err="1"/>
              <a:t>Conclusion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E40DBFA2-A181-4717-A044-9095F15D07F3}"/>
              </a:ext>
            </a:extLst>
          </p:cNvPr>
          <p:cNvSpPr>
            <a:spLocks noGrp="1"/>
          </p:cNvSpPr>
          <p:nvPr>
            <p:ph idx="1"/>
          </p:nvPr>
        </p:nvSpPr>
        <p:spPr/>
        <p:txBody>
          <a:bodyPr/>
          <a:lstStyle/>
          <a:p>
            <a:r>
              <a:rPr lang="en-US" dirty="0"/>
              <a:t>To conclude, although they're not that roomy, flats are definitely a practical, convenient and maybe the only option if you are living in a city. For me that will never be an option, but I can also see why some people are attracted to them more than to a h</a:t>
            </a:r>
            <a:r>
              <a:rPr lang="hr-HR" dirty="0"/>
              <a:t>o</a:t>
            </a:r>
            <a:r>
              <a:rPr lang="en-US" dirty="0"/>
              <a:t>use</a:t>
            </a:r>
            <a:r>
              <a:rPr lang="hr-HR" dirty="0"/>
              <a:t>.</a:t>
            </a:r>
          </a:p>
          <a:p>
            <a:endParaRPr lang="hr-HR" dirty="0"/>
          </a:p>
          <a:p>
            <a:r>
              <a:rPr lang="hr-HR" dirty="0"/>
              <a:t>Short </a:t>
            </a:r>
            <a:r>
              <a:rPr lang="hr-HR" dirty="0" err="1"/>
              <a:t>summary</a:t>
            </a:r>
            <a:r>
              <a:rPr lang="hr-HR" dirty="0"/>
              <a:t>, +/- </a:t>
            </a:r>
            <a:r>
              <a:rPr lang="hr-HR" dirty="0" err="1"/>
              <a:t>topic</a:t>
            </a:r>
            <a:r>
              <a:rPr lang="hr-HR" dirty="0"/>
              <a:t> </a:t>
            </a:r>
            <a:r>
              <a:rPr lang="hr-HR" dirty="0" err="1"/>
              <a:t>check</a:t>
            </a:r>
            <a:r>
              <a:rPr lang="hr-HR" dirty="0"/>
              <a:t>!</a:t>
            </a:r>
          </a:p>
          <a:p>
            <a:r>
              <a:rPr lang="hr-HR" dirty="0" err="1"/>
              <a:t>Opinion</a:t>
            </a:r>
            <a:r>
              <a:rPr lang="hr-HR" dirty="0"/>
              <a:t> + </a:t>
            </a:r>
            <a:r>
              <a:rPr lang="hr-HR" dirty="0" err="1"/>
              <a:t>explanation</a:t>
            </a:r>
            <a:endParaRPr lang="hr-HR" dirty="0"/>
          </a:p>
          <a:p>
            <a:endParaRPr lang="hr-HR" dirty="0"/>
          </a:p>
        </p:txBody>
      </p:sp>
    </p:spTree>
    <p:extLst>
      <p:ext uri="{BB962C8B-B14F-4D97-AF65-F5344CB8AC3E}">
        <p14:creationId xmlns:p14="http://schemas.microsoft.com/office/powerpoint/2010/main" val="2469505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4D52F57F-21FE-4CD2-A021-2312F1379063}"/>
              </a:ext>
            </a:extLst>
          </p:cNvPr>
          <p:cNvSpPr>
            <a:spLocks noGrp="1"/>
          </p:cNvSpPr>
          <p:nvPr>
            <p:ph type="title"/>
          </p:nvPr>
        </p:nvSpPr>
        <p:spPr/>
        <p:txBody>
          <a:bodyPr>
            <a:normAutofit/>
          </a:bodyPr>
          <a:lstStyle/>
          <a:p>
            <a:r>
              <a:rPr lang="hr-HR" dirty="0" err="1"/>
              <a:t>Conclusion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E40DBFA2-A181-4717-A044-9095F15D07F3}"/>
              </a:ext>
            </a:extLst>
          </p:cNvPr>
          <p:cNvSpPr>
            <a:spLocks noGrp="1"/>
          </p:cNvSpPr>
          <p:nvPr>
            <p:ph idx="1"/>
          </p:nvPr>
        </p:nvSpPr>
        <p:spPr/>
        <p:txBody>
          <a:bodyPr/>
          <a:lstStyle/>
          <a:p>
            <a:r>
              <a:rPr lang="en-US" dirty="0"/>
              <a:t>To sum up, although boat voyages can be very amusing and you can really enjoy by travelling on it, it also have some negative sides such as the boat sickness or the slowness that it brings. However, in my opinion travelling by boat is great way to use your time and it can also encourage you to socialize with your family and friends.</a:t>
            </a:r>
            <a:endParaRPr lang="hr-HR" dirty="0"/>
          </a:p>
          <a:p>
            <a:endParaRPr lang="hr-HR" dirty="0"/>
          </a:p>
          <a:p>
            <a:r>
              <a:rPr lang="hr-HR" dirty="0"/>
              <a:t>Short </a:t>
            </a:r>
            <a:r>
              <a:rPr lang="hr-HR" dirty="0" err="1"/>
              <a:t>summary</a:t>
            </a:r>
            <a:r>
              <a:rPr lang="hr-HR" dirty="0"/>
              <a:t>, +/- </a:t>
            </a:r>
            <a:r>
              <a:rPr lang="hr-HR" dirty="0" err="1"/>
              <a:t>topic</a:t>
            </a:r>
            <a:r>
              <a:rPr lang="hr-HR" dirty="0"/>
              <a:t> </a:t>
            </a:r>
            <a:r>
              <a:rPr lang="hr-HR" dirty="0" err="1"/>
              <a:t>check</a:t>
            </a:r>
            <a:r>
              <a:rPr lang="hr-HR" dirty="0"/>
              <a:t>!</a:t>
            </a:r>
          </a:p>
          <a:p>
            <a:r>
              <a:rPr lang="hr-HR" dirty="0" err="1"/>
              <a:t>Opinion</a:t>
            </a:r>
            <a:r>
              <a:rPr lang="hr-HR" dirty="0"/>
              <a:t> + </a:t>
            </a:r>
            <a:r>
              <a:rPr lang="hr-HR" dirty="0" err="1"/>
              <a:t>explanation</a:t>
            </a:r>
            <a:endParaRPr lang="hr-HR" dirty="0"/>
          </a:p>
          <a:p>
            <a:endParaRPr lang="hr-HR" dirty="0"/>
          </a:p>
        </p:txBody>
      </p:sp>
    </p:spTree>
    <p:extLst>
      <p:ext uri="{BB962C8B-B14F-4D97-AF65-F5344CB8AC3E}">
        <p14:creationId xmlns:p14="http://schemas.microsoft.com/office/powerpoint/2010/main" val="2117651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4D52F57F-21FE-4CD2-A021-2312F1379063}"/>
              </a:ext>
            </a:extLst>
          </p:cNvPr>
          <p:cNvSpPr>
            <a:spLocks noGrp="1"/>
          </p:cNvSpPr>
          <p:nvPr>
            <p:ph type="title"/>
          </p:nvPr>
        </p:nvSpPr>
        <p:spPr/>
        <p:txBody>
          <a:bodyPr>
            <a:normAutofit/>
          </a:bodyPr>
          <a:lstStyle/>
          <a:p>
            <a:r>
              <a:rPr lang="hr-HR" dirty="0" err="1"/>
              <a:t>Conclusion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E40DBFA2-A181-4717-A044-9095F15D07F3}"/>
              </a:ext>
            </a:extLst>
          </p:cNvPr>
          <p:cNvSpPr>
            <a:spLocks noGrp="1"/>
          </p:cNvSpPr>
          <p:nvPr>
            <p:ph idx="1"/>
          </p:nvPr>
        </p:nvSpPr>
        <p:spPr/>
        <p:txBody>
          <a:bodyPr/>
          <a:lstStyle/>
          <a:p>
            <a:r>
              <a:rPr lang="en-US" dirty="0"/>
              <a:t>All things considered, travelling by boat may take you longer, but I believe if you have time to spare, you can take the advantage of the many facilities which boats have to offer. Go for it and have a pleasant voyage.</a:t>
            </a:r>
            <a:endParaRPr lang="hr-HR" dirty="0"/>
          </a:p>
          <a:p>
            <a:endParaRPr lang="hr-HR" dirty="0"/>
          </a:p>
          <a:p>
            <a:r>
              <a:rPr lang="hr-HR" dirty="0"/>
              <a:t>Short </a:t>
            </a:r>
            <a:r>
              <a:rPr lang="hr-HR" dirty="0" err="1"/>
              <a:t>summary</a:t>
            </a:r>
            <a:r>
              <a:rPr lang="hr-HR" dirty="0"/>
              <a:t>, +/- </a:t>
            </a:r>
            <a:r>
              <a:rPr lang="hr-HR" dirty="0" err="1"/>
              <a:t>topic</a:t>
            </a:r>
            <a:r>
              <a:rPr lang="hr-HR" dirty="0"/>
              <a:t> </a:t>
            </a:r>
            <a:r>
              <a:rPr lang="hr-HR" dirty="0" err="1"/>
              <a:t>check</a:t>
            </a:r>
            <a:r>
              <a:rPr lang="hr-HR" dirty="0"/>
              <a:t>!</a:t>
            </a:r>
          </a:p>
          <a:p>
            <a:r>
              <a:rPr lang="hr-HR" dirty="0" err="1"/>
              <a:t>Opinion</a:t>
            </a:r>
            <a:r>
              <a:rPr lang="hr-HR" dirty="0"/>
              <a:t> + </a:t>
            </a:r>
            <a:r>
              <a:rPr lang="hr-HR" dirty="0" err="1"/>
              <a:t>explanation</a:t>
            </a:r>
            <a:endParaRPr lang="hr-HR" dirty="0"/>
          </a:p>
          <a:p>
            <a:endParaRPr lang="hr-HR" dirty="0"/>
          </a:p>
        </p:txBody>
      </p:sp>
    </p:spTree>
    <p:extLst>
      <p:ext uri="{BB962C8B-B14F-4D97-AF65-F5344CB8AC3E}">
        <p14:creationId xmlns:p14="http://schemas.microsoft.com/office/powerpoint/2010/main" val="1094774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4D52F57F-21FE-4CD2-A021-2312F1379063}"/>
              </a:ext>
            </a:extLst>
          </p:cNvPr>
          <p:cNvSpPr>
            <a:spLocks noGrp="1"/>
          </p:cNvSpPr>
          <p:nvPr>
            <p:ph type="title"/>
          </p:nvPr>
        </p:nvSpPr>
        <p:spPr/>
        <p:txBody>
          <a:bodyPr>
            <a:normAutofit/>
          </a:bodyPr>
          <a:lstStyle/>
          <a:p>
            <a:r>
              <a:rPr lang="hr-HR" dirty="0" err="1"/>
              <a:t>Conclusion</a:t>
            </a:r>
            <a:r>
              <a:rPr lang="hr-HR" dirty="0"/>
              <a:t>: 0, ½ </a:t>
            </a:r>
            <a:r>
              <a:rPr lang="hr-HR" dirty="0" err="1"/>
              <a:t>or</a:t>
            </a:r>
            <a:r>
              <a:rPr lang="hr-HR" dirty="0"/>
              <a:t> 1?</a:t>
            </a:r>
          </a:p>
        </p:txBody>
      </p:sp>
      <p:sp>
        <p:nvSpPr>
          <p:cNvPr id="3" name="Rezervirano mjesto sadržaja 2">
            <a:extLst>
              <a:ext uri="{FF2B5EF4-FFF2-40B4-BE49-F238E27FC236}">
                <a16:creationId xmlns:a16="http://schemas.microsoft.com/office/drawing/2014/main" id="{E40DBFA2-A181-4717-A044-9095F15D07F3}"/>
              </a:ext>
            </a:extLst>
          </p:cNvPr>
          <p:cNvSpPr>
            <a:spLocks noGrp="1"/>
          </p:cNvSpPr>
          <p:nvPr>
            <p:ph idx="1"/>
          </p:nvPr>
        </p:nvSpPr>
        <p:spPr/>
        <p:txBody>
          <a:bodyPr/>
          <a:lstStyle/>
          <a:p>
            <a:r>
              <a:rPr lang="en-US" dirty="0"/>
              <a:t>All things considered, traveling by boat will certainly take longer, but maybe the beautiful sights and wonderful experiences are actually quite worth it. Personally, I would love to travel by boat now and again, but I don't think I would use it as my preferred method of transport.</a:t>
            </a:r>
            <a:endParaRPr lang="hr-HR" dirty="0"/>
          </a:p>
          <a:p>
            <a:endParaRPr lang="hr-HR" dirty="0"/>
          </a:p>
          <a:p>
            <a:r>
              <a:rPr lang="hr-HR" dirty="0"/>
              <a:t>Short </a:t>
            </a:r>
            <a:r>
              <a:rPr lang="hr-HR" dirty="0" err="1"/>
              <a:t>summary</a:t>
            </a:r>
            <a:r>
              <a:rPr lang="hr-HR" dirty="0"/>
              <a:t>, +/- </a:t>
            </a:r>
            <a:r>
              <a:rPr lang="hr-HR" dirty="0" err="1"/>
              <a:t>topic</a:t>
            </a:r>
            <a:r>
              <a:rPr lang="hr-HR" dirty="0"/>
              <a:t> </a:t>
            </a:r>
            <a:r>
              <a:rPr lang="hr-HR" dirty="0" err="1"/>
              <a:t>check</a:t>
            </a:r>
            <a:r>
              <a:rPr lang="hr-HR" dirty="0"/>
              <a:t>!</a:t>
            </a:r>
          </a:p>
          <a:p>
            <a:r>
              <a:rPr lang="hr-HR" dirty="0" err="1"/>
              <a:t>Opinion</a:t>
            </a:r>
            <a:r>
              <a:rPr lang="hr-HR" dirty="0"/>
              <a:t> + </a:t>
            </a:r>
            <a:r>
              <a:rPr lang="hr-HR" dirty="0" err="1"/>
              <a:t>explanation</a:t>
            </a:r>
            <a:endParaRPr lang="hr-HR" dirty="0"/>
          </a:p>
          <a:p>
            <a:endParaRPr lang="hr-HR" dirty="0"/>
          </a:p>
        </p:txBody>
      </p:sp>
    </p:spTree>
    <p:extLst>
      <p:ext uri="{BB962C8B-B14F-4D97-AF65-F5344CB8AC3E}">
        <p14:creationId xmlns:p14="http://schemas.microsoft.com/office/powerpoint/2010/main" val="2845004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lang="hr-HR" dirty="0"/>
              <a:t>Extra </a:t>
            </a:r>
            <a:r>
              <a:rPr lang="hr-HR" dirty="0" err="1"/>
              <a:t>topics</a:t>
            </a:r>
            <a:r>
              <a:rPr lang="hr-HR" dirty="0"/>
              <a:t>		</a:t>
            </a:r>
            <a:endParaRPr lang="en-US" dirty="0"/>
          </a:p>
        </p:txBody>
      </p:sp>
      <p:sp>
        <p:nvSpPr>
          <p:cNvPr id="3" name="Rezervirano mjesto sadržaja 2"/>
          <p:cNvSpPr>
            <a:spLocks noGrp="1"/>
          </p:cNvSpPr>
          <p:nvPr>
            <p:ph idx="1"/>
          </p:nvPr>
        </p:nvSpPr>
        <p:spPr>
          <a:xfrm>
            <a:off x="457200" y="1609416"/>
            <a:ext cx="7239000" cy="4867584"/>
          </a:xfrm>
        </p:spPr>
        <p:txBody>
          <a:bodyPr>
            <a:normAutofit/>
          </a:bodyPr>
          <a:lstStyle/>
          <a:p>
            <a:pPr marL="0" indent="0">
              <a:buNone/>
            </a:pPr>
            <a:r>
              <a:rPr lang="hr-HR" dirty="0" smtClean="0"/>
              <a:t> </a:t>
            </a:r>
            <a:r>
              <a:rPr lang="hr-HR" dirty="0"/>
              <a:t>S</a:t>
            </a:r>
            <a:r>
              <a:rPr lang="hr-HR" dirty="0" smtClean="0"/>
              <a:t>ome </a:t>
            </a:r>
            <a:r>
              <a:rPr lang="hr-HR" dirty="0" err="1" smtClean="0"/>
              <a:t>essay</a:t>
            </a:r>
            <a:r>
              <a:rPr lang="hr-HR" dirty="0" smtClean="0"/>
              <a:t> </a:t>
            </a:r>
            <a:r>
              <a:rPr lang="hr-HR" dirty="0" err="1" smtClean="0"/>
              <a:t>topic</a:t>
            </a:r>
            <a:r>
              <a:rPr lang="hr-HR" dirty="0" smtClean="0"/>
              <a:t> </a:t>
            </a:r>
            <a:r>
              <a:rPr lang="hr-HR" dirty="0" err="1"/>
              <a:t>suggestions</a:t>
            </a:r>
            <a:r>
              <a:rPr lang="hr-HR" dirty="0"/>
              <a:t>:</a:t>
            </a:r>
          </a:p>
          <a:p>
            <a:endParaRPr lang="hr-HR" dirty="0"/>
          </a:p>
          <a:p>
            <a:pPr lvl="2"/>
            <a:r>
              <a:rPr lang="en-GB" dirty="0"/>
              <a:t>Smoking </a:t>
            </a:r>
            <a:r>
              <a:rPr lang="hr-HR" dirty="0" err="1"/>
              <a:t>should</a:t>
            </a:r>
            <a:r>
              <a:rPr lang="hr-HR" dirty="0"/>
              <a:t> </a:t>
            </a:r>
            <a:r>
              <a:rPr lang="hr-HR" dirty="0" err="1"/>
              <a:t>be</a:t>
            </a:r>
            <a:r>
              <a:rPr lang="hr-HR" dirty="0"/>
              <a:t> </a:t>
            </a:r>
            <a:r>
              <a:rPr lang="hr-HR" dirty="0" err="1"/>
              <a:t>banned</a:t>
            </a:r>
            <a:r>
              <a:rPr lang="hr-HR" dirty="0"/>
              <a:t> </a:t>
            </a:r>
            <a:r>
              <a:rPr lang="hr-HR" dirty="0" err="1"/>
              <a:t>completely</a:t>
            </a:r>
            <a:endParaRPr lang="hr-HR" dirty="0"/>
          </a:p>
          <a:p>
            <a:pPr lvl="2"/>
            <a:r>
              <a:rPr lang="en-GB" dirty="0"/>
              <a:t>Being a teacher</a:t>
            </a:r>
            <a:r>
              <a:rPr lang="hr-HR" dirty="0"/>
              <a:t> </a:t>
            </a:r>
            <a:r>
              <a:rPr lang="hr-HR" dirty="0" err="1"/>
              <a:t>is</a:t>
            </a:r>
            <a:r>
              <a:rPr lang="hr-HR" dirty="0"/>
              <a:t> </a:t>
            </a:r>
            <a:r>
              <a:rPr lang="hr-HR" dirty="0" err="1"/>
              <a:t>the</a:t>
            </a:r>
            <a:r>
              <a:rPr lang="hr-HR" dirty="0"/>
              <a:t> </a:t>
            </a:r>
            <a:r>
              <a:rPr lang="hr-HR" dirty="0" err="1"/>
              <a:t>best</a:t>
            </a:r>
            <a:r>
              <a:rPr lang="hr-HR" dirty="0"/>
              <a:t> </a:t>
            </a:r>
            <a:r>
              <a:rPr lang="hr-HR" dirty="0" err="1"/>
              <a:t>job</a:t>
            </a:r>
            <a:r>
              <a:rPr lang="hr-HR" dirty="0"/>
              <a:t> </a:t>
            </a:r>
            <a:r>
              <a:rPr lang="hr-HR" dirty="0" err="1"/>
              <a:t>ever</a:t>
            </a:r>
            <a:endParaRPr lang="hr-HR" dirty="0"/>
          </a:p>
          <a:p>
            <a:pPr lvl="2"/>
            <a:r>
              <a:rPr lang="en-GB" dirty="0"/>
              <a:t>Arranged marriage – the right way to go?</a:t>
            </a:r>
            <a:endParaRPr lang="hr-HR" dirty="0"/>
          </a:p>
          <a:p>
            <a:pPr lvl="2"/>
            <a:r>
              <a:rPr lang="en-GB" dirty="0"/>
              <a:t>Credit cards – a blessing or a curse?</a:t>
            </a:r>
            <a:endParaRPr lang="hr-HR" dirty="0"/>
          </a:p>
          <a:p>
            <a:pPr marL="0" indent="0">
              <a:buNone/>
            </a:pPr>
            <a:endParaRPr lang="hr-HR" dirty="0"/>
          </a:p>
          <a:p>
            <a:endParaRPr lang="en-US" sz="1800" dirty="0"/>
          </a:p>
        </p:txBody>
      </p:sp>
    </p:spTree>
    <p:extLst>
      <p:ext uri="{BB962C8B-B14F-4D97-AF65-F5344CB8AC3E}">
        <p14:creationId xmlns:p14="http://schemas.microsoft.com/office/powerpoint/2010/main" val="33501807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ogatstvo">
  <a:themeElements>
    <a:clrScheme name="Prilagođeno 11">
      <a:dk1>
        <a:sysClr val="windowText" lastClr="000000"/>
      </a:dk1>
      <a:lt1>
        <a:sysClr val="window" lastClr="FFFFFF"/>
      </a:lt1>
      <a:dk2>
        <a:srgbClr val="F468CC"/>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Bogatstvo">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ogatstvo">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ema sustava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697</TotalTime>
  <Words>700</Words>
  <Application>Microsoft Office PowerPoint</Application>
  <PresentationFormat>Prikaz na zaslonu (4:3)</PresentationFormat>
  <Paragraphs>57</Paragraphs>
  <Slides>18</Slides>
  <Notes>0</Notes>
  <HiddenSlides>0</HiddenSlides>
  <MMClips>0</MMClips>
  <ScaleCrop>false</ScaleCrop>
  <HeadingPairs>
    <vt:vector size="6" baseType="variant">
      <vt:variant>
        <vt:lpstr>Korišteni fontovi</vt:lpstr>
      </vt:variant>
      <vt:variant>
        <vt:i4>4</vt:i4>
      </vt:variant>
      <vt:variant>
        <vt:lpstr>Tema</vt:lpstr>
      </vt:variant>
      <vt:variant>
        <vt:i4>1</vt:i4>
      </vt:variant>
      <vt:variant>
        <vt:lpstr>Naslovi slajdova</vt:lpstr>
      </vt:variant>
      <vt:variant>
        <vt:i4>18</vt:i4>
      </vt:variant>
    </vt:vector>
  </HeadingPairs>
  <TitlesOfParts>
    <vt:vector size="23" baseType="lpstr">
      <vt:lpstr>Calibri</vt:lpstr>
      <vt:lpstr>Trebuchet MS</vt:lpstr>
      <vt:lpstr>Wingdings</vt:lpstr>
      <vt:lpstr>Wingdings 2</vt:lpstr>
      <vt:lpstr>Bogatstvo</vt:lpstr>
      <vt:lpstr>   for and against essay: check up</vt:lpstr>
      <vt:lpstr>PowerPoint prezentacija</vt:lpstr>
      <vt:lpstr>Essay 2.</vt:lpstr>
      <vt:lpstr>PowerPoint prezentacija</vt:lpstr>
      <vt:lpstr>PowerPoint prezentacija</vt:lpstr>
      <vt:lpstr>PowerPoint prezentacija</vt:lpstr>
      <vt:lpstr>PowerPoint prezentacija</vt:lpstr>
      <vt:lpstr>What is the topic here?</vt:lpstr>
      <vt:lpstr>Topic?</vt:lpstr>
      <vt:lpstr>Introduction: 0, ½ or 1?</vt:lpstr>
      <vt:lpstr>Introduction: 0, ½ or 1?</vt:lpstr>
      <vt:lpstr>Introduction: 0, ½ or 1?</vt:lpstr>
      <vt:lpstr>Introduction: 0, ½ or 1?</vt:lpstr>
      <vt:lpstr>Conclusion: 0, ½ or 1?</vt:lpstr>
      <vt:lpstr>Conclusion: 0, ½ or 1?</vt:lpstr>
      <vt:lpstr>Conclusion: 0, ½ or 1?</vt:lpstr>
      <vt:lpstr>Conclusion: 0, ½ or 1?</vt:lpstr>
      <vt:lpstr>Extra topics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 virtual English lesson</dc:title>
  <dc:creator>Korisnik</dc:creator>
  <cp:lastModifiedBy>Korisnik</cp:lastModifiedBy>
  <cp:revision>33</cp:revision>
  <dcterms:created xsi:type="dcterms:W3CDTF">2020-03-15T22:39:11Z</dcterms:created>
  <dcterms:modified xsi:type="dcterms:W3CDTF">2020-04-05T14:04:56Z</dcterms:modified>
</cp:coreProperties>
</file>